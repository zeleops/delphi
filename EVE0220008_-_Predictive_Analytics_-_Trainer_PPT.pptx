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3684" r:id="rId6"/>
    <p:sldMasterId id="2147483696" r:id="rId7"/>
  </p:sldMasterIdLst>
  <p:notesMasterIdLst>
    <p:notesMasterId r:id="rId260"/>
  </p:notesMasterIdLst>
  <p:sldIdLst>
    <p:sldId id="256" r:id="rId8"/>
    <p:sldId id="257" r:id="rId9"/>
    <p:sldId id="316" r:id="rId10"/>
    <p:sldId id="313" r:id="rId11"/>
    <p:sldId id="1382" r:id="rId12"/>
    <p:sldId id="1321" r:id="rId13"/>
    <p:sldId id="1322" r:id="rId14"/>
    <p:sldId id="1404" r:id="rId15"/>
    <p:sldId id="1405" r:id="rId16"/>
    <p:sldId id="1406" r:id="rId17"/>
    <p:sldId id="1407" r:id="rId18"/>
    <p:sldId id="1408" r:id="rId19"/>
    <p:sldId id="1409" r:id="rId20"/>
    <p:sldId id="1410" r:id="rId21"/>
    <p:sldId id="1411" r:id="rId22"/>
    <p:sldId id="1412" r:id="rId23"/>
    <p:sldId id="1413" r:id="rId24"/>
    <p:sldId id="1414" r:id="rId25"/>
    <p:sldId id="1415" r:id="rId26"/>
    <p:sldId id="1416" r:id="rId27"/>
    <p:sldId id="1325" r:id="rId28"/>
    <p:sldId id="1417" r:id="rId29"/>
    <p:sldId id="1326" r:id="rId30"/>
    <p:sldId id="1327" r:id="rId31"/>
    <p:sldId id="1418" r:id="rId32"/>
    <p:sldId id="1419" r:id="rId33"/>
    <p:sldId id="1420" r:id="rId34"/>
    <p:sldId id="1421" r:id="rId35"/>
    <p:sldId id="1422" r:id="rId36"/>
    <p:sldId id="1423" r:id="rId37"/>
    <p:sldId id="1424" r:id="rId38"/>
    <p:sldId id="1425" r:id="rId39"/>
    <p:sldId id="1426" r:id="rId40"/>
    <p:sldId id="1427" r:id="rId41"/>
    <p:sldId id="1428" r:id="rId42"/>
    <p:sldId id="1429" r:id="rId43"/>
    <p:sldId id="1430" r:id="rId44"/>
    <p:sldId id="1431" r:id="rId45"/>
    <p:sldId id="1432" r:id="rId46"/>
    <p:sldId id="1433" r:id="rId47"/>
    <p:sldId id="1330" r:id="rId48"/>
    <p:sldId id="1434" r:id="rId49"/>
    <p:sldId id="1331" r:id="rId50"/>
    <p:sldId id="1332" r:id="rId51"/>
    <p:sldId id="1435" r:id="rId52"/>
    <p:sldId id="1437" r:id="rId53"/>
    <p:sldId id="1438" r:id="rId54"/>
    <p:sldId id="1439" r:id="rId55"/>
    <p:sldId id="1440" r:id="rId56"/>
    <p:sldId id="1441" r:id="rId57"/>
    <p:sldId id="1442" r:id="rId58"/>
    <p:sldId id="1443" r:id="rId59"/>
    <p:sldId id="1444" r:id="rId60"/>
    <p:sldId id="1445" r:id="rId61"/>
    <p:sldId id="1446" r:id="rId62"/>
    <p:sldId id="1519" r:id="rId63"/>
    <p:sldId id="1520" r:id="rId64"/>
    <p:sldId id="1521" r:id="rId65"/>
    <p:sldId id="1335" r:id="rId66"/>
    <p:sldId id="1447" r:id="rId67"/>
    <p:sldId id="1383" r:id="rId68"/>
    <p:sldId id="1384" r:id="rId69"/>
    <p:sldId id="1448" r:id="rId70"/>
    <p:sldId id="1449" r:id="rId71"/>
    <p:sldId id="1450" r:id="rId72"/>
    <p:sldId id="1451" r:id="rId73"/>
    <p:sldId id="1452" r:id="rId74"/>
    <p:sldId id="1453" r:id="rId75"/>
    <p:sldId id="1454" r:id="rId76"/>
    <p:sldId id="1455" r:id="rId77"/>
    <p:sldId id="1456" r:id="rId78"/>
    <p:sldId id="1457" r:id="rId79"/>
    <p:sldId id="2104" r:id="rId80"/>
    <p:sldId id="2105" r:id="rId81"/>
    <p:sldId id="2106" r:id="rId82"/>
    <p:sldId id="2107" r:id="rId83"/>
    <p:sldId id="2108" r:id="rId84"/>
    <p:sldId id="2109" r:id="rId85"/>
    <p:sldId id="2110" r:id="rId86"/>
    <p:sldId id="2111" r:id="rId87"/>
    <p:sldId id="2112" r:id="rId88"/>
    <p:sldId id="2113" r:id="rId89"/>
    <p:sldId id="2114" r:id="rId90"/>
    <p:sldId id="2115" r:id="rId91"/>
    <p:sldId id="2116" r:id="rId92"/>
    <p:sldId id="2117" r:id="rId93"/>
    <p:sldId id="2118" r:id="rId94"/>
    <p:sldId id="2119" r:id="rId95"/>
    <p:sldId id="2120" r:id="rId96"/>
    <p:sldId id="2121" r:id="rId97"/>
    <p:sldId id="2122" r:id="rId98"/>
    <p:sldId id="2123" r:id="rId99"/>
    <p:sldId id="2124" r:id="rId100"/>
    <p:sldId id="2125" r:id="rId101"/>
    <p:sldId id="1385" r:id="rId102"/>
    <p:sldId id="1459" r:id="rId103"/>
    <p:sldId id="1386" r:id="rId104"/>
    <p:sldId id="1387" r:id="rId105"/>
    <p:sldId id="1460" r:id="rId106"/>
    <p:sldId id="1461" r:id="rId107"/>
    <p:sldId id="1462" r:id="rId108"/>
    <p:sldId id="1463" r:id="rId109"/>
    <p:sldId id="1464" r:id="rId110"/>
    <p:sldId id="1465" r:id="rId111"/>
    <p:sldId id="1466" r:id="rId112"/>
    <p:sldId id="1467" r:id="rId113"/>
    <p:sldId id="1468" r:id="rId114"/>
    <p:sldId id="2127" r:id="rId115"/>
    <p:sldId id="2128" r:id="rId116"/>
    <p:sldId id="2129" r:id="rId117"/>
    <p:sldId id="2130" r:id="rId118"/>
    <p:sldId id="2131" r:id="rId119"/>
    <p:sldId id="2132" r:id="rId120"/>
    <p:sldId id="2133" r:id="rId121"/>
    <p:sldId id="2134" r:id="rId122"/>
    <p:sldId id="2135" r:id="rId123"/>
    <p:sldId id="2137" r:id="rId124"/>
    <p:sldId id="2136" r:id="rId125"/>
    <p:sldId id="2138" r:id="rId126"/>
    <p:sldId id="2139" r:id="rId127"/>
    <p:sldId id="2140" r:id="rId128"/>
    <p:sldId id="1388" r:id="rId129"/>
    <p:sldId id="1469" r:id="rId130"/>
    <p:sldId id="1389" r:id="rId131"/>
    <p:sldId id="1390" r:id="rId132"/>
    <p:sldId id="1470" r:id="rId133"/>
    <p:sldId id="1471" r:id="rId134"/>
    <p:sldId id="1472" r:id="rId135"/>
    <p:sldId id="1473" r:id="rId136"/>
    <p:sldId id="1474" r:id="rId137"/>
    <p:sldId id="1475" r:id="rId138"/>
    <p:sldId id="1476" r:id="rId139"/>
    <p:sldId id="1477" r:id="rId140"/>
    <p:sldId id="1478" r:id="rId141"/>
    <p:sldId id="2142" r:id="rId142"/>
    <p:sldId id="2143" r:id="rId143"/>
    <p:sldId id="2144" r:id="rId144"/>
    <p:sldId id="2145" r:id="rId145"/>
    <p:sldId id="2146" r:id="rId146"/>
    <p:sldId id="2147" r:id="rId147"/>
    <p:sldId id="2148" r:id="rId148"/>
    <p:sldId id="2149" r:id="rId149"/>
    <p:sldId id="2150" r:id="rId150"/>
    <p:sldId id="2151" r:id="rId151"/>
    <p:sldId id="2152" r:id="rId152"/>
    <p:sldId id="2153" r:id="rId153"/>
    <p:sldId id="2154" r:id="rId154"/>
    <p:sldId id="2155" r:id="rId155"/>
    <p:sldId id="1391" r:id="rId156"/>
    <p:sldId id="1480" r:id="rId157"/>
    <p:sldId id="1392" r:id="rId158"/>
    <p:sldId id="1393" r:id="rId159"/>
    <p:sldId id="1481" r:id="rId160"/>
    <p:sldId id="1483" r:id="rId161"/>
    <p:sldId id="1484" r:id="rId162"/>
    <p:sldId id="1485" r:id="rId163"/>
    <p:sldId id="1486" r:id="rId164"/>
    <p:sldId id="1487" r:id="rId165"/>
    <p:sldId id="1488" r:id="rId166"/>
    <p:sldId id="1489" r:id="rId167"/>
    <p:sldId id="2157" r:id="rId168"/>
    <p:sldId id="2158" r:id="rId169"/>
    <p:sldId id="2159" r:id="rId170"/>
    <p:sldId id="2160" r:id="rId171"/>
    <p:sldId id="2161" r:id="rId172"/>
    <p:sldId id="2162" r:id="rId173"/>
    <p:sldId id="2163" r:id="rId174"/>
    <p:sldId id="2164" r:id="rId175"/>
    <p:sldId id="2165" r:id="rId176"/>
    <p:sldId id="2166" r:id="rId177"/>
    <p:sldId id="2167" r:id="rId178"/>
    <p:sldId id="2168" r:id="rId179"/>
    <p:sldId id="2169" r:id="rId180"/>
    <p:sldId id="2170" r:id="rId181"/>
    <p:sldId id="2171" r:id="rId182"/>
    <p:sldId id="2172" r:id="rId183"/>
    <p:sldId id="2173" r:id="rId184"/>
    <p:sldId id="2174" r:id="rId185"/>
    <p:sldId id="1394" r:id="rId186"/>
    <p:sldId id="1490" r:id="rId187"/>
    <p:sldId id="1395" r:id="rId188"/>
    <p:sldId id="1396" r:id="rId189"/>
    <p:sldId id="1491" r:id="rId190"/>
    <p:sldId id="1492" r:id="rId191"/>
    <p:sldId id="1493" r:id="rId192"/>
    <p:sldId id="1494" r:id="rId193"/>
    <p:sldId id="1495" r:id="rId194"/>
    <p:sldId id="1496" r:id="rId195"/>
    <p:sldId id="1497" r:id="rId196"/>
    <p:sldId id="2176" r:id="rId197"/>
    <p:sldId id="2177" r:id="rId198"/>
    <p:sldId id="2178" r:id="rId199"/>
    <p:sldId id="2179" r:id="rId200"/>
    <p:sldId id="2180" r:id="rId201"/>
    <p:sldId id="2181" r:id="rId202"/>
    <p:sldId id="2182" r:id="rId203"/>
    <p:sldId id="2183" r:id="rId204"/>
    <p:sldId id="2184" r:id="rId205"/>
    <p:sldId id="2185" r:id="rId206"/>
    <p:sldId id="2186" r:id="rId207"/>
    <p:sldId id="2187" r:id="rId208"/>
    <p:sldId id="2188" r:id="rId209"/>
    <p:sldId id="2189" r:id="rId210"/>
    <p:sldId id="2190" r:id="rId211"/>
    <p:sldId id="2191" r:id="rId212"/>
    <p:sldId id="2192" r:id="rId213"/>
    <p:sldId id="2193" r:id="rId214"/>
    <p:sldId id="2194" r:id="rId215"/>
    <p:sldId id="1397" r:id="rId216"/>
    <p:sldId id="1499" r:id="rId217"/>
    <p:sldId id="1398" r:id="rId218"/>
    <p:sldId id="1399" r:id="rId219"/>
    <p:sldId id="1500" r:id="rId220"/>
    <p:sldId id="1501" r:id="rId221"/>
    <p:sldId id="1502" r:id="rId222"/>
    <p:sldId id="1503" r:id="rId223"/>
    <p:sldId id="1504" r:id="rId224"/>
    <p:sldId id="1505" r:id="rId225"/>
    <p:sldId id="1506" r:id="rId226"/>
    <p:sldId id="2196" r:id="rId227"/>
    <p:sldId id="2197" r:id="rId228"/>
    <p:sldId id="2198" r:id="rId229"/>
    <p:sldId id="2199" r:id="rId230"/>
    <p:sldId id="2200" r:id="rId231"/>
    <p:sldId id="2201" r:id="rId232"/>
    <p:sldId id="2202" r:id="rId233"/>
    <p:sldId id="2203" r:id="rId234"/>
    <p:sldId id="2204" r:id="rId235"/>
    <p:sldId id="2205" r:id="rId236"/>
    <p:sldId id="1400" r:id="rId237"/>
    <p:sldId id="1508" r:id="rId238"/>
    <p:sldId id="1401" r:id="rId239"/>
    <p:sldId id="1402" r:id="rId240"/>
    <p:sldId id="1509" r:id="rId241"/>
    <p:sldId id="1510" r:id="rId242"/>
    <p:sldId id="1511" r:id="rId243"/>
    <p:sldId id="1512" r:id="rId244"/>
    <p:sldId id="1513" r:id="rId245"/>
    <p:sldId id="1514" r:id="rId246"/>
    <p:sldId id="1515" r:id="rId247"/>
    <p:sldId id="1516" r:id="rId248"/>
    <p:sldId id="2207" r:id="rId249"/>
    <p:sldId id="2208" r:id="rId250"/>
    <p:sldId id="2209" r:id="rId251"/>
    <p:sldId id="2210" r:id="rId252"/>
    <p:sldId id="2211" r:id="rId253"/>
    <p:sldId id="2212" r:id="rId254"/>
    <p:sldId id="2213" r:id="rId255"/>
    <p:sldId id="2214" r:id="rId256"/>
    <p:sldId id="1403" r:id="rId257"/>
    <p:sldId id="1518" r:id="rId258"/>
    <p:sldId id="1310" r:id="rId2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06D08D-9A7F-4E43-93D7-483361DA58FC}">
          <p14:sldIdLst>
            <p14:sldId id="256"/>
            <p14:sldId id="257"/>
            <p14:sldId id="316"/>
            <p14:sldId id="313"/>
            <p14:sldId id="1382"/>
          </p14:sldIdLst>
        </p14:section>
        <p14:section name="section 1" id="{8783BA15-B36A-43E9-811B-1EC89FA1386B}">
          <p14:sldIdLst>
            <p14:sldId id="1321"/>
            <p14:sldId id="1322"/>
            <p14:sldId id="1404"/>
            <p14:sldId id="1405"/>
            <p14:sldId id="1406"/>
            <p14:sldId id="1407"/>
            <p14:sldId id="1408"/>
            <p14:sldId id="1409"/>
            <p14:sldId id="1410"/>
            <p14:sldId id="1411"/>
            <p14:sldId id="1412"/>
            <p14:sldId id="1413"/>
            <p14:sldId id="1414"/>
            <p14:sldId id="1415"/>
            <p14:sldId id="1416"/>
            <p14:sldId id="1325"/>
            <p14:sldId id="1417"/>
          </p14:sldIdLst>
        </p14:section>
        <p14:section name="section 2" id="{EA51F2BF-90DB-4738-A64C-1731F77244EA}">
          <p14:sldIdLst>
            <p14:sldId id="1326"/>
            <p14:sldId id="1327"/>
            <p14:sldId id="1418"/>
            <p14:sldId id="1419"/>
            <p14:sldId id="1420"/>
            <p14:sldId id="1421"/>
            <p14:sldId id="1422"/>
            <p14:sldId id="1423"/>
            <p14:sldId id="1424"/>
            <p14:sldId id="1425"/>
            <p14:sldId id="1426"/>
            <p14:sldId id="1427"/>
            <p14:sldId id="1428"/>
            <p14:sldId id="1429"/>
            <p14:sldId id="1430"/>
            <p14:sldId id="1431"/>
            <p14:sldId id="1432"/>
            <p14:sldId id="1433"/>
            <p14:sldId id="1330"/>
            <p14:sldId id="1434"/>
          </p14:sldIdLst>
        </p14:section>
        <p14:section name="section 3" id="{8A5D9032-5F01-49DF-8EA0-461360D977F5}">
          <p14:sldIdLst>
            <p14:sldId id="1331"/>
            <p14:sldId id="1332"/>
            <p14:sldId id="1435"/>
            <p14:sldId id="1437"/>
            <p14:sldId id="1438"/>
            <p14:sldId id="1439"/>
            <p14:sldId id="1440"/>
            <p14:sldId id="1441"/>
            <p14:sldId id="1442"/>
            <p14:sldId id="1443"/>
            <p14:sldId id="1444"/>
            <p14:sldId id="1445"/>
            <p14:sldId id="1446"/>
            <p14:sldId id="1519"/>
            <p14:sldId id="1520"/>
            <p14:sldId id="1521"/>
            <p14:sldId id="1335"/>
            <p14:sldId id="1447"/>
          </p14:sldIdLst>
        </p14:section>
        <p14:section name="section 4" id="{A1BA8B9D-AC40-4C51-AB96-A257925D32FE}">
          <p14:sldIdLst>
            <p14:sldId id="1383"/>
            <p14:sldId id="1384"/>
            <p14:sldId id="1448"/>
            <p14:sldId id="1449"/>
            <p14:sldId id="1450"/>
            <p14:sldId id="1451"/>
            <p14:sldId id="1452"/>
            <p14:sldId id="1453"/>
            <p14:sldId id="1454"/>
            <p14:sldId id="1455"/>
            <p14:sldId id="1456"/>
            <p14:sldId id="1457"/>
            <p14:sldId id="2104"/>
            <p14:sldId id="2105"/>
            <p14:sldId id="2106"/>
            <p14:sldId id="2107"/>
            <p14:sldId id="2108"/>
            <p14:sldId id="2109"/>
            <p14:sldId id="2110"/>
            <p14:sldId id="2111"/>
            <p14:sldId id="2112"/>
            <p14:sldId id="2113"/>
            <p14:sldId id="2114"/>
            <p14:sldId id="2115"/>
            <p14:sldId id="2116"/>
            <p14:sldId id="2117"/>
            <p14:sldId id="2118"/>
            <p14:sldId id="2119"/>
            <p14:sldId id="2120"/>
            <p14:sldId id="2121"/>
            <p14:sldId id="2122"/>
            <p14:sldId id="2123"/>
            <p14:sldId id="2124"/>
            <p14:sldId id="2125"/>
            <p14:sldId id="1385"/>
            <p14:sldId id="1459"/>
          </p14:sldIdLst>
        </p14:section>
        <p14:section name="section 5" id="{C92BD481-0C68-40EF-82EE-57724FD79BA5}">
          <p14:sldIdLst>
            <p14:sldId id="1386"/>
            <p14:sldId id="1387"/>
            <p14:sldId id="1460"/>
            <p14:sldId id="1461"/>
            <p14:sldId id="1462"/>
            <p14:sldId id="1463"/>
            <p14:sldId id="1464"/>
            <p14:sldId id="1465"/>
            <p14:sldId id="1466"/>
            <p14:sldId id="1467"/>
            <p14:sldId id="1468"/>
            <p14:sldId id="2127"/>
            <p14:sldId id="2128"/>
            <p14:sldId id="2129"/>
            <p14:sldId id="2130"/>
            <p14:sldId id="2131"/>
            <p14:sldId id="2132"/>
            <p14:sldId id="2133"/>
            <p14:sldId id="2134"/>
            <p14:sldId id="2135"/>
            <p14:sldId id="2137"/>
            <p14:sldId id="2136"/>
            <p14:sldId id="2138"/>
            <p14:sldId id="2139"/>
            <p14:sldId id="2140"/>
            <p14:sldId id="1388"/>
            <p14:sldId id="1469"/>
          </p14:sldIdLst>
        </p14:section>
        <p14:section name="section 6" id="{9D209EFA-BAD2-40EA-AB4A-6D7179E8691F}">
          <p14:sldIdLst>
            <p14:sldId id="1389"/>
            <p14:sldId id="1390"/>
            <p14:sldId id="1470"/>
            <p14:sldId id="1471"/>
            <p14:sldId id="1472"/>
            <p14:sldId id="1473"/>
            <p14:sldId id="1474"/>
            <p14:sldId id="1475"/>
            <p14:sldId id="1476"/>
            <p14:sldId id="1477"/>
            <p14:sldId id="1478"/>
            <p14:sldId id="2142"/>
            <p14:sldId id="2143"/>
            <p14:sldId id="2144"/>
            <p14:sldId id="2145"/>
            <p14:sldId id="2146"/>
            <p14:sldId id="2147"/>
            <p14:sldId id="2148"/>
            <p14:sldId id="2149"/>
            <p14:sldId id="2150"/>
            <p14:sldId id="2151"/>
            <p14:sldId id="2152"/>
            <p14:sldId id="2153"/>
            <p14:sldId id="2154"/>
            <p14:sldId id="2155"/>
            <p14:sldId id="1391"/>
            <p14:sldId id="1480"/>
          </p14:sldIdLst>
        </p14:section>
        <p14:section name="section 7" id="{D19FCDF5-A043-4515-87A8-90D3D3D20D95}">
          <p14:sldIdLst>
            <p14:sldId id="1392"/>
            <p14:sldId id="1393"/>
            <p14:sldId id="1481"/>
            <p14:sldId id="1483"/>
            <p14:sldId id="1484"/>
            <p14:sldId id="1485"/>
            <p14:sldId id="1486"/>
            <p14:sldId id="1487"/>
            <p14:sldId id="1488"/>
            <p14:sldId id="1489"/>
            <p14:sldId id="2157"/>
            <p14:sldId id="2158"/>
            <p14:sldId id="2159"/>
            <p14:sldId id="2160"/>
            <p14:sldId id="2161"/>
            <p14:sldId id="2162"/>
            <p14:sldId id="2163"/>
            <p14:sldId id="2164"/>
            <p14:sldId id="2165"/>
            <p14:sldId id="2166"/>
            <p14:sldId id="2167"/>
            <p14:sldId id="2168"/>
            <p14:sldId id="2169"/>
            <p14:sldId id="2170"/>
            <p14:sldId id="2171"/>
            <p14:sldId id="2172"/>
            <p14:sldId id="2173"/>
            <p14:sldId id="2174"/>
            <p14:sldId id="1394"/>
            <p14:sldId id="1490"/>
          </p14:sldIdLst>
        </p14:section>
        <p14:section name="section 8" id="{FFE8496E-68F7-44C9-8ADE-F5ED53D8C084}">
          <p14:sldIdLst>
            <p14:sldId id="1395"/>
            <p14:sldId id="1396"/>
            <p14:sldId id="1491"/>
            <p14:sldId id="1492"/>
            <p14:sldId id="1493"/>
            <p14:sldId id="1494"/>
            <p14:sldId id="1495"/>
            <p14:sldId id="1496"/>
            <p14:sldId id="1497"/>
            <p14:sldId id="2176"/>
            <p14:sldId id="2177"/>
            <p14:sldId id="2178"/>
            <p14:sldId id="2179"/>
            <p14:sldId id="2180"/>
            <p14:sldId id="2181"/>
            <p14:sldId id="2182"/>
            <p14:sldId id="2183"/>
            <p14:sldId id="2184"/>
            <p14:sldId id="2185"/>
            <p14:sldId id="2186"/>
            <p14:sldId id="2187"/>
            <p14:sldId id="2188"/>
            <p14:sldId id="2189"/>
            <p14:sldId id="2190"/>
            <p14:sldId id="2191"/>
            <p14:sldId id="2192"/>
            <p14:sldId id="2193"/>
            <p14:sldId id="2194"/>
            <p14:sldId id="1397"/>
            <p14:sldId id="1499"/>
          </p14:sldIdLst>
        </p14:section>
        <p14:section name="section 9" id="{E75C2140-08B0-4D6B-9B0C-CF5213966C09}">
          <p14:sldIdLst>
            <p14:sldId id="1398"/>
            <p14:sldId id="1399"/>
            <p14:sldId id="1500"/>
            <p14:sldId id="1501"/>
            <p14:sldId id="1502"/>
            <p14:sldId id="1503"/>
            <p14:sldId id="1504"/>
            <p14:sldId id="1505"/>
            <p14:sldId id="1506"/>
            <p14:sldId id="2196"/>
            <p14:sldId id="2197"/>
            <p14:sldId id="2198"/>
            <p14:sldId id="2199"/>
            <p14:sldId id="2200"/>
            <p14:sldId id="2201"/>
            <p14:sldId id="2202"/>
            <p14:sldId id="2203"/>
            <p14:sldId id="2204"/>
            <p14:sldId id="2205"/>
            <p14:sldId id="1400"/>
            <p14:sldId id="1508"/>
          </p14:sldIdLst>
        </p14:section>
        <p14:section name="section 10" id="{244305E8-4B96-474A-9F21-B924FB428E32}">
          <p14:sldIdLst>
            <p14:sldId id="1401"/>
            <p14:sldId id="1402"/>
            <p14:sldId id="1509"/>
            <p14:sldId id="1510"/>
            <p14:sldId id="1511"/>
            <p14:sldId id="1512"/>
            <p14:sldId id="1513"/>
            <p14:sldId id="1514"/>
            <p14:sldId id="1515"/>
            <p14:sldId id="1516"/>
            <p14:sldId id="2207"/>
            <p14:sldId id="2208"/>
            <p14:sldId id="2209"/>
            <p14:sldId id="2210"/>
            <p14:sldId id="2211"/>
            <p14:sldId id="2212"/>
            <p14:sldId id="2213"/>
            <p14:sldId id="2214"/>
            <p14:sldId id="1403"/>
            <p14:sldId id="1518"/>
          </p14:sldIdLst>
        </p14:section>
        <p14:section name="end" id="{20C546C5-30D5-49D0-AE29-2DEEC51E1338}">
          <p14:sldIdLst>
            <p14:sldId id="1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8BE5"/>
    <a:srgbClr val="F5F1F2"/>
    <a:srgbClr val="44318C"/>
    <a:srgbClr val="BB65AF"/>
    <a:srgbClr val="5043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1" autoAdjust="0"/>
    <p:restoredTop sz="87046" autoAdjust="0"/>
  </p:normalViewPr>
  <p:slideViewPr>
    <p:cSldViewPr snapToGrid="0">
      <p:cViewPr varScale="1">
        <p:scale>
          <a:sx n="95" d="100"/>
          <a:sy n="95" d="100"/>
        </p:scale>
        <p:origin x="702"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63" Type="http://schemas.openxmlformats.org/officeDocument/2006/relationships/slide" Target="slides/slide56.xml"/><Relationship Id="rId159" Type="http://schemas.openxmlformats.org/officeDocument/2006/relationships/slide" Target="slides/slide152.xml"/><Relationship Id="rId170" Type="http://schemas.openxmlformats.org/officeDocument/2006/relationships/slide" Target="slides/slide163.xml"/><Relationship Id="rId226" Type="http://schemas.openxmlformats.org/officeDocument/2006/relationships/slide" Target="slides/slide21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2.xml"/><Relationship Id="rId95" Type="http://schemas.openxmlformats.org/officeDocument/2006/relationships/slide" Target="slides/slide88.xml"/><Relationship Id="rId160" Type="http://schemas.openxmlformats.org/officeDocument/2006/relationships/slide" Target="slides/slide153.xml"/><Relationship Id="rId181" Type="http://schemas.openxmlformats.org/officeDocument/2006/relationships/slide" Target="slides/slide174.xml"/><Relationship Id="rId216" Type="http://schemas.openxmlformats.org/officeDocument/2006/relationships/slide" Target="slides/slide209.xml"/><Relationship Id="rId237" Type="http://schemas.openxmlformats.org/officeDocument/2006/relationships/slide" Target="slides/slide230.xml"/><Relationship Id="rId258" Type="http://schemas.openxmlformats.org/officeDocument/2006/relationships/slide" Target="slides/slide251.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5" Type="http://schemas.openxmlformats.org/officeDocument/2006/relationships/slide" Target="slides/slide78.xml"/><Relationship Id="rId150" Type="http://schemas.openxmlformats.org/officeDocument/2006/relationships/slide" Target="slides/slide143.xml"/><Relationship Id="rId171" Type="http://schemas.openxmlformats.org/officeDocument/2006/relationships/slide" Target="slides/slide164.xml"/><Relationship Id="rId192" Type="http://schemas.openxmlformats.org/officeDocument/2006/relationships/slide" Target="slides/slide185.xml"/><Relationship Id="rId206" Type="http://schemas.openxmlformats.org/officeDocument/2006/relationships/slide" Target="slides/slide199.xml"/><Relationship Id="rId227" Type="http://schemas.openxmlformats.org/officeDocument/2006/relationships/slide" Target="slides/slide220.xml"/><Relationship Id="rId248" Type="http://schemas.openxmlformats.org/officeDocument/2006/relationships/slide" Target="slides/slide241.xml"/><Relationship Id="rId12" Type="http://schemas.openxmlformats.org/officeDocument/2006/relationships/slide" Target="slides/slide5.xml"/><Relationship Id="rId33" Type="http://schemas.openxmlformats.org/officeDocument/2006/relationships/slide" Target="slides/slide26.xml"/><Relationship Id="rId108" Type="http://schemas.openxmlformats.org/officeDocument/2006/relationships/slide" Target="slides/slide101.xml"/><Relationship Id="rId129" Type="http://schemas.openxmlformats.org/officeDocument/2006/relationships/slide" Target="slides/slide122.xml"/><Relationship Id="rId54" Type="http://schemas.openxmlformats.org/officeDocument/2006/relationships/slide" Target="slides/slide47.xml"/><Relationship Id="rId75" Type="http://schemas.openxmlformats.org/officeDocument/2006/relationships/slide" Target="slides/slide68.xml"/><Relationship Id="rId96" Type="http://schemas.openxmlformats.org/officeDocument/2006/relationships/slide" Target="slides/slide89.xml"/><Relationship Id="rId140" Type="http://schemas.openxmlformats.org/officeDocument/2006/relationships/slide" Target="slides/slide133.xml"/><Relationship Id="rId161" Type="http://schemas.openxmlformats.org/officeDocument/2006/relationships/slide" Target="slides/slide154.xml"/><Relationship Id="rId182" Type="http://schemas.openxmlformats.org/officeDocument/2006/relationships/slide" Target="slides/slide175.xml"/><Relationship Id="rId217" Type="http://schemas.openxmlformats.org/officeDocument/2006/relationships/slide" Target="slides/slide210.xml"/><Relationship Id="rId6" Type="http://schemas.openxmlformats.org/officeDocument/2006/relationships/slideMaster" Target="slideMasters/slideMaster3.xml"/><Relationship Id="rId238" Type="http://schemas.openxmlformats.org/officeDocument/2006/relationships/slide" Target="slides/slide231.xml"/><Relationship Id="rId259" Type="http://schemas.openxmlformats.org/officeDocument/2006/relationships/slide" Target="slides/slide252.xml"/><Relationship Id="rId23" Type="http://schemas.openxmlformats.org/officeDocument/2006/relationships/slide" Target="slides/slide16.xml"/><Relationship Id="rId119" Type="http://schemas.openxmlformats.org/officeDocument/2006/relationships/slide" Target="slides/slide112.xml"/><Relationship Id="rId44" Type="http://schemas.openxmlformats.org/officeDocument/2006/relationships/slide" Target="slides/slide37.xml"/><Relationship Id="rId65" Type="http://schemas.openxmlformats.org/officeDocument/2006/relationships/slide" Target="slides/slide58.xml"/><Relationship Id="rId86" Type="http://schemas.openxmlformats.org/officeDocument/2006/relationships/slide" Target="slides/slide79.xml"/><Relationship Id="rId130" Type="http://schemas.openxmlformats.org/officeDocument/2006/relationships/slide" Target="slides/slide123.xml"/><Relationship Id="rId151" Type="http://schemas.openxmlformats.org/officeDocument/2006/relationships/slide" Target="slides/slide144.xml"/><Relationship Id="rId172" Type="http://schemas.openxmlformats.org/officeDocument/2006/relationships/slide" Target="slides/slide165.xml"/><Relationship Id="rId193" Type="http://schemas.openxmlformats.org/officeDocument/2006/relationships/slide" Target="slides/slide186.xml"/><Relationship Id="rId207" Type="http://schemas.openxmlformats.org/officeDocument/2006/relationships/slide" Target="slides/slide200.xml"/><Relationship Id="rId228" Type="http://schemas.openxmlformats.org/officeDocument/2006/relationships/slide" Target="slides/slide221.xml"/><Relationship Id="rId249" Type="http://schemas.openxmlformats.org/officeDocument/2006/relationships/slide" Target="slides/slide242.xml"/><Relationship Id="rId13" Type="http://schemas.openxmlformats.org/officeDocument/2006/relationships/slide" Target="slides/slide6.xml"/><Relationship Id="rId109" Type="http://schemas.openxmlformats.org/officeDocument/2006/relationships/slide" Target="slides/slide102.xml"/><Relationship Id="rId260" Type="http://schemas.openxmlformats.org/officeDocument/2006/relationships/notesMaster" Target="notesMasters/notesMaster1.xml"/><Relationship Id="rId34" Type="http://schemas.openxmlformats.org/officeDocument/2006/relationships/slide" Target="slides/slide27.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20" Type="http://schemas.openxmlformats.org/officeDocument/2006/relationships/slide" Target="slides/slide113.xml"/><Relationship Id="rId141" Type="http://schemas.openxmlformats.org/officeDocument/2006/relationships/slide" Target="slides/slide134.xml"/><Relationship Id="rId7" Type="http://schemas.openxmlformats.org/officeDocument/2006/relationships/slideMaster" Target="slideMasters/slideMaster4.xml"/><Relationship Id="rId162" Type="http://schemas.openxmlformats.org/officeDocument/2006/relationships/slide" Target="slides/slide155.xml"/><Relationship Id="rId183" Type="http://schemas.openxmlformats.org/officeDocument/2006/relationships/slide" Target="slides/slide176.xml"/><Relationship Id="rId218" Type="http://schemas.openxmlformats.org/officeDocument/2006/relationships/slide" Target="slides/slide211.xml"/><Relationship Id="rId239" Type="http://schemas.openxmlformats.org/officeDocument/2006/relationships/slide" Target="slides/slide232.xml"/><Relationship Id="rId250" Type="http://schemas.openxmlformats.org/officeDocument/2006/relationships/slide" Target="slides/slide243.xml"/><Relationship Id="rId24" Type="http://schemas.openxmlformats.org/officeDocument/2006/relationships/slide" Target="slides/slide17.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31" Type="http://schemas.openxmlformats.org/officeDocument/2006/relationships/slide" Target="slides/slide124.xml"/><Relationship Id="rId152" Type="http://schemas.openxmlformats.org/officeDocument/2006/relationships/slide" Target="slides/slide145.xml"/><Relationship Id="rId173" Type="http://schemas.openxmlformats.org/officeDocument/2006/relationships/slide" Target="slides/slide166.xml"/><Relationship Id="rId194" Type="http://schemas.openxmlformats.org/officeDocument/2006/relationships/slide" Target="slides/slide187.xml"/><Relationship Id="rId208" Type="http://schemas.openxmlformats.org/officeDocument/2006/relationships/slide" Target="slides/slide201.xml"/><Relationship Id="rId229" Type="http://schemas.openxmlformats.org/officeDocument/2006/relationships/slide" Target="slides/slide222.xml"/><Relationship Id="rId240" Type="http://schemas.openxmlformats.org/officeDocument/2006/relationships/slide" Target="slides/slide233.xml"/><Relationship Id="rId261" Type="http://schemas.openxmlformats.org/officeDocument/2006/relationships/presProps" Target="presProps.xml"/><Relationship Id="rId14" Type="http://schemas.openxmlformats.org/officeDocument/2006/relationships/slide" Target="slides/slide7.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8" Type="http://schemas.openxmlformats.org/officeDocument/2006/relationships/slide" Target="slides/slide1.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184" Type="http://schemas.openxmlformats.org/officeDocument/2006/relationships/slide" Target="slides/slide177.xml"/><Relationship Id="rId219" Type="http://schemas.openxmlformats.org/officeDocument/2006/relationships/slide" Target="slides/slide212.xml"/><Relationship Id="rId230" Type="http://schemas.openxmlformats.org/officeDocument/2006/relationships/slide" Target="slides/slide223.xml"/><Relationship Id="rId251" Type="http://schemas.openxmlformats.org/officeDocument/2006/relationships/slide" Target="slides/slide244.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74" Type="http://schemas.openxmlformats.org/officeDocument/2006/relationships/slide" Target="slides/slide167.xml"/><Relationship Id="rId195" Type="http://schemas.openxmlformats.org/officeDocument/2006/relationships/slide" Target="slides/slide188.xml"/><Relationship Id="rId209" Type="http://schemas.openxmlformats.org/officeDocument/2006/relationships/slide" Target="slides/slide202.xml"/><Relationship Id="rId220" Type="http://schemas.openxmlformats.org/officeDocument/2006/relationships/slide" Target="slides/slide213.xml"/><Relationship Id="rId241" Type="http://schemas.openxmlformats.org/officeDocument/2006/relationships/slide" Target="slides/slide234.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262" Type="http://schemas.openxmlformats.org/officeDocument/2006/relationships/viewProps" Target="viewProps.xml"/><Relationship Id="rId78" Type="http://schemas.openxmlformats.org/officeDocument/2006/relationships/slide" Target="slides/slide71.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64" Type="http://schemas.openxmlformats.org/officeDocument/2006/relationships/slide" Target="slides/slide157.xml"/><Relationship Id="rId185" Type="http://schemas.openxmlformats.org/officeDocument/2006/relationships/slide" Target="slides/slide178.xml"/><Relationship Id="rId9" Type="http://schemas.openxmlformats.org/officeDocument/2006/relationships/slide" Target="slides/slide2.xml"/><Relationship Id="rId210" Type="http://schemas.openxmlformats.org/officeDocument/2006/relationships/slide" Target="slides/slide203.xml"/><Relationship Id="rId26" Type="http://schemas.openxmlformats.org/officeDocument/2006/relationships/slide" Target="slides/slide19.xml"/><Relationship Id="rId231" Type="http://schemas.openxmlformats.org/officeDocument/2006/relationships/slide" Target="slides/slide224.xml"/><Relationship Id="rId252" Type="http://schemas.openxmlformats.org/officeDocument/2006/relationships/slide" Target="slides/slide245.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75" Type="http://schemas.openxmlformats.org/officeDocument/2006/relationships/slide" Target="slides/slide168.xml"/><Relationship Id="rId196" Type="http://schemas.openxmlformats.org/officeDocument/2006/relationships/slide" Target="slides/slide189.xml"/><Relationship Id="rId200" Type="http://schemas.openxmlformats.org/officeDocument/2006/relationships/slide" Target="slides/slide193.xml"/><Relationship Id="rId16" Type="http://schemas.openxmlformats.org/officeDocument/2006/relationships/slide" Target="slides/slide9.xml"/><Relationship Id="rId221" Type="http://schemas.openxmlformats.org/officeDocument/2006/relationships/slide" Target="slides/slide214.xml"/><Relationship Id="rId242" Type="http://schemas.openxmlformats.org/officeDocument/2006/relationships/slide" Target="slides/slide235.xml"/><Relationship Id="rId263" Type="http://schemas.openxmlformats.org/officeDocument/2006/relationships/theme" Target="theme/theme1.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165" Type="http://schemas.openxmlformats.org/officeDocument/2006/relationships/slide" Target="slides/slide158.xml"/><Relationship Id="rId186" Type="http://schemas.openxmlformats.org/officeDocument/2006/relationships/slide" Target="slides/slide179.xml"/><Relationship Id="rId211" Type="http://schemas.openxmlformats.org/officeDocument/2006/relationships/slide" Target="slides/slide204.xml"/><Relationship Id="rId232" Type="http://schemas.openxmlformats.org/officeDocument/2006/relationships/slide" Target="slides/slide225.xml"/><Relationship Id="rId253" Type="http://schemas.openxmlformats.org/officeDocument/2006/relationships/slide" Target="slides/slide246.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 Id="rId80" Type="http://schemas.openxmlformats.org/officeDocument/2006/relationships/slide" Target="slides/slide73.xml"/><Relationship Id="rId155" Type="http://schemas.openxmlformats.org/officeDocument/2006/relationships/slide" Target="slides/slide148.xml"/><Relationship Id="rId176" Type="http://schemas.openxmlformats.org/officeDocument/2006/relationships/slide" Target="slides/slide169.xml"/><Relationship Id="rId197" Type="http://schemas.openxmlformats.org/officeDocument/2006/relationships/slide" Target="slides/slide190.xml"/><Relationship Id="rId201" Type="http://schemas.openxmlformats.org/officeDocument/2006/relationships/slide" Target="slides/slide194.xml"/><Relationship Id="rId222" Type="http://schemas.openxmlformats.org/officeDocument/2006/relationships/slide" Target="slides/slide215.xml"/><Relationship Id="rId243" Type="http://schemas.openxmlformats.org/officeDocument/2006/relationships/slide" Target="slides/slide236.xml"/><Relationship Id="rId264" Type="http://schemas.openxmlformats.org/officeDocument/2006/relationships/tableStyles" Target="tableStyles.xml"/><Relationship Id="rId17" Type="http://schemas.openxmlformats.org/officeDocument/2006/relationships/slide" Target="slides/slide10.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24" Type="http://schemas.openxmlformats.org/officeDocument/2006/relationships/slide" Target="slides/slide117.xml"/><Relationship Id="rId70" Type="http://schemas.openxmlformats.org/officeDocument/2006/relationships/slide" Target="slides/slide63.xml"/><Relationship Id="rId91" Type="http://schemas.openxmlformats.org/officeDocument/2006/relationships/slide" Target="slides/slide84.xml"/><Relationship Id="rId145" Type="http://schemas.openxmlformats.org/officeDocument/2006/relationships/slide" Target="slides/slide138.xml"/><Relationship Id="rId166" Type="http://schemas.openxmlformats.org/officeDocument/2006/relationships/slide" Target="slides/slide159.xml"/><Relationship Id="rId187" Type="http://schemas.openxmlformats.org/officeDocument/2006/relationships/slide" Target="slides/slide180.xml"/><Relationship Id="rId1" Type="http://schemas.openxmlformats.org/officeDocument/2006/relationships/customXml" Target="../customXml/item1.xml"/><Relationship Id="rId212" Type="http://schemas.openxmlformats.org/officeDocument/2006/relationships/slide" Target="slides/slide205.xml"/><Relationship Id="rId233" Type="http://schemas.openxmlformats.org/officeDocument/2006/relationships/slide" Target="slides/slide226.xml"/><Relationship Id="rId254" Type="http://schemas.openxmlformats.org/officeDocument/2006/relationships/slide" Target="slides/slide247.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60" Type="http://schemas.openxmlformats.org/officeDocument/2006/relationships/slide" Target="slides/slide53.xml"/><Relationship Id="rId81" Type="http://schemas.openxmlformats.org/officeDocument/2006/relationships/slide" Target="slides/slide74.xml"/><Relationship Id="rId135" Type="http://schemas.openxmlformats.org/officeDocument/2006/relationships/slide" Target="slides/slide128.xml"/><Relationship Id="rId156" Type="http://schemas.openxmlformats.org/officeDocument/2006/relationships/slide" Target="slides/slide149.xml"/><Relationship Id="rId177" Type="http://schemas.openxmlformats.org/officeDocument/2006/relationships/slide" Target="slides/slide170.xml"/><Relationship Id="rId198" Type="http://schemas.openxmlformats.org/officeDocument/2006/relationships/slide" Target="slides/slide191.xml"/><Relationship Id="rId202" Type="http://schemas.openxmlformats.org/officeDocument/2006/relationships/slide" Target="slides/slide195.xml"/><Relationship Id="rId223" Type="http://schemas.openxmlformats.org/officeDocument/2006/relationships/slide" Target="slides/slide216.xml"/><Relationship Id="rId244" Type="http://schemas.openxmlformats.org/officeDocument/2006/relationships/slide" Target="slides/slide237.xml"/><Relationship Id="rId18" Type="http://schemas.openxmlformats.org/officeDocument/2006/relationships/slide" Target="slides/slide11.xml"/><Relationship Id="rId39" Type="http://schemas.openxmlformats.org/officeDocument/2006/relationships/slide" Target="slides/slide32.xml"/><Relationship Id="rId265" Type="http://schemas.microsoft.com/office/2016/11/relationships/changesInfo" Target="changesInfos/changesInfo1.xml"/><Relationship Id="rId50" Type="http://schemas.openxmlformats.org/officeDocument/2006/relationships/slide" Target="slides/slide43.xml"/><Relationship Id="rId104" Type="http://schemas.openxmlformats.org/officeDocument/2006/relationships/slide" Target="slides/slide97.xml"/><Relationship Id="rId125" Type="http://schemas.openxmlformats.org/officeDocument/2006/relationships/slide" Target="slides/slide118.xml"/><Relationship Id="rId146" Type="http://schemas.openxmlformats.org/officeDocument/2006/relationships/slide" Target="slides/slide139.xml"/><Relationship Id="rId167" Type="http://schemas.openxmlformats.org/officeDocument/2006/relationships/slide" Target="slides/slide160.xml"/><Relationship Id="rId188" Type="http://schemas.openxmlformats.org/officeDocument/2006/relationships/slide" Target="slides/slide181.xml"/><Relationship Id="rId71" Type="http://schemas.openxmlformats.org/officeDocument/2006/relationships/slide" Target="slides/slide64.xml"/><Relationship Id="rId92" Type="http://schemas.openxmlformats.org/officeDocument/2006/relationships/slide" Target="slides/slide85.xml"/><Relationship Id="rId213" Type="http://schemas.openxmlformats.org/officeDocument/2006/relationships/slide" Target="slides/slide206.xml"/><Relationship Id="rId234" Type="http://schemas.openxmlformats.org/officeDocument/2006/relationships/slide" Target="slides/slide227.xml"/><Relationship Id="rId2" Type="http://schemas.openxmlformats.org/officeDocument/2006/relationships/customXml" Target="../customXml/item2.xml"/><Relationship Id="rId29" Type="http://schemas.openxmlformats.org/officeDocument/2006/relationships/slide" Target="slides/slide22.xml"/><Relationship Id="rId255" Type="http://schemas.openxmlformats.org/officeDocument/2006/relationships/slide" Target="slides/slide248.xml"/><Relationship Id="rId40" Type="http://schemas.openxmlformats.org/officeDocument/2006/relationships/slide" Target="slides/slide33.xml"/><Relationship Id="rId115" Type="http://schemas.openxmlformats.org/officeDocument/2006/relationships/slide" Target="slides/slide108.xml"/><Relationship Id="rId136" Type="http://schemas.openxmlformats.org/officeDocument/2006/relationships/slide" Target="slides/slide129.xml"/><Relationship Id="rId157" Type="http://schemas.openxmlformats.org/officeDocument/2006/relationships/slide" Target="slides/slide150.xml"/><Relationship Id="rId178" Type="http://schemas.openxmlformats.org/officeDocument/2006/relationships/slide" Target="slides/slide171.xml"/><Relationship Id="rId61" Type="http://schemas.openxmlformats.org/officeDocument/2006/relationships/slide" Target="slides/slide54.xml"/><Relationship Id="rId82" Type="http://schemas.openxmlformats.org/officeDocument/2006/relationships/slide" Target="slides/slide75.xml"/><Relationship Id="rId199" Type="http://schemas.openxmlformats.org/officeDocument/2006/relationships/slide" Target="slides/slide192.xml"/><Relationship Id="rId203" Type="http://schemas.openxmlformats.org/officeDocument/2006/relationships/slide" Target="slides/slide196.xml"/><Relationship Id="rId19" Type="http://schemas.openxmlformats.org/officeDocument/2006/relationships/slide" Target="slides/slide12.xml"/><Relationship Id="rId224" Type="http://schemas.openxmlformats.org/officeDocument/2006/relationships/slide" Target="slides/slide217.xml"/><Relationship Id="rId245" Type="http://schemas.openxmlformats.org/officeDocument/2006/relationships/slide" Target="slides/slide238.xml"/><Relationship Id="rId30" Type="http://schemas.openxmlformats.org/officeDocument/2006/relationships/slide" Target="slides/slide2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slide" Target="slides/slide16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189" Type="http://schemas.openxmlformats.org/officeDocument/2006/relationships/slide" Target="slides/slide182.xml"/><Relationship Id="rId3" Type="http://schemas.openxmlformats.org/officeDocument/2006/relationships/customXml" Target="../customXml/item3.xml"/><Relationship Id="rId214" Type="http://schemas.openxmlformats.org/officeDocument/2006/relationships/slide" Target="slides/slide207.xml"/><Relationship Id="rId235" Type="http://schemas.openxmlformats.org/officeDocument/2006/relationships/slide" Target="slides/slide228.xml"/><Relationship Id="rId256" Type="http://schemas.openxmlformats.org/officeDocument/2006/relationships/slide" Target="slides/slide249.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179" Type="http://schemas.openxmlformats.org/officeDocument/2006/relationships/slide" Target="slides/slide172.xml"/><Relationship Id="rId190" Type="http://schemas.openxmlformats.org/officeDocument/2006/relationships/slide" Target="slides/slide183.xml"/><Relationship Id="rId204" Type="http://schemas.openxmlformats.org/officeDocument/2006/relationships/slide" Target="slides/slide197.xml"/><Relationship Id="rId225" Type="http://schemas.openxmlformats.org/officeDocument/2006/relationships/slide" Target="slides/slide218.xml"/><Relationship Id="rId246" Type="http://schemas.openxmlformats.org/officeDocument/2006/relationships/slide" Target="slides/slide239.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94" Type="http://schemas.openxmlformats.org/officeDocument/2006/relationships/slide" Target="slides/slide87.xml"/><Relationship Id="rId148" Type="http://schemas.openxmlformats.org/officeDocument/2006/relationships/slide" Target="slides/slide141.xml"/><Relationship Id="rId169" Type="http://schemas.openxmlformats.org/officeDocument/2006/relationships/slide" Target="slides/slide162.xml"/><Relationship Id="rId4" Type="http://schemas.openxmlformats.org/officeDocument/2006/relationships/slideMaster" Target="slideMasters/slideMaster1.xml"/><Relationship Id="rId180" Type="http://schemas.openxmlformats.org/officeDocument/2006/relationships/slide" Target="slides/slide173.xml"/><Relationship Id="rId215" Type="http://schemas.openxmlformats.org/officeDocument/2006/relationships/slide" Target="slides/slide208.xml"/><Relationship Id="rId236" Type="http://schemas.openxmlformats.org/officeDocument/2006/relationships/slide" Target="slides/slide229.xml"/><Relationship Id="rId257" Type="http://schemas.openxmlformats.org/officeDocument/2006/relationships/slide" Target="slides/slide250.xml"/><Relationship Id="rId42" Type="http://schemas.openxmlformats.org/officeDocument/2006/relationships/slide" Target="slides/slide35.xml"/><Relationship Id="rId84" Type="http://schemas.openxmlformats.org/officeDocument/2006/relationships/slide" Target="slides/slide77.xml"/><Relationship Id="rId138" Type="http://schemas.openxmlformats.org/officeDocument/2006/relationships/slide" Target="slides/slide131.xml"/><Relationship Id="rId191" Type="http://schemas.openxmlformats.org/officeDocument/2006/relationships/slide" Target="slides/slide184.xml"/><Relationship Id="rId205" Type="http://schemas.openxmlformats.org/officeDocument/2006/relationships/slide" Target="slides/slide198.xml"/><Relationship Id="rId247" Type="http://schemas.openxmlformats.org/officeDocument/2006/relationships/slide" Target="slides/slide2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ti Singh" userId="5a554a51-2db5-4d50-b08d-e11c4cd18690" providerId="ADAL" clId="{0A4E0452-5A42-43E9-9B44-789CB938CC29}"/>
    <pc:docChg chg="undo custSel addSld delSld modSld sldOrd modSection">
      <pc:chgData name="Deepti Singh" userId="5a554a51-2db5-4d50-b08d-e11c4cd18690" providerId="ADAL" clId="{0A4E0452-5A42-43E9-9B44-789CB938CC29}" dt="2026-08-18T12:58:19.006" v="2719" actId="1076"/>
      <pc:docMkLst>
        <pc:docMk/>
      </pc:docMkLst>
      <pc:sldChg chg="modSp">
        <pc:chgData name="Deepti Singh" userId="5a554a51-2db5-4d50-b08d-e11c4cd18690" providerId="ADAL" clId="{0A4E0452-5A42-43E9-9B44-789CB938CC29}" dt="2026-08-13T10:49:50.621" v="180" actId="20577"/>
        <pc:sldMkLst>
          <pc:docMk/>
          <pc:sldMk cId="3395477994" sldId="1325"/>
        </pc:sldMkLst>
        <pc:spChg chg="mod">
          <ac:chgData name="Deepti Singh" userId="5a554a51-2db5-4d50-b08d-e11c4cd18690" providerId="ADAL" clId="{0A4E0452-5A42-43E9-9B44-789CB938CC29}" dt="2026-08-13T10:49:50.621" v="180" actId="20577"/>
          <ac:spMkLst>
            <pc:docMk/>
            <pc:sldMk cId="3395477994" sldId="1325"/>
            <ac:spMk id="71" creationId="{62B7A3AF-869F-B740-76EA-A4B404051BF4}"/>
          </ac:spMkLst>
        </pc:spChg>
        <pc:spChg chg="mod">
          <ac:chgData name="Deepti Singh" userId="5a554a51-2db5-4d50-b08d-e11c4cd18690" providerId="ADAL" clId="{0A4E0452-5A42-43E9-9B44-789CB938CC29}" dt="2026-08-13T10:49:03.353" v="161"/>
          <ac:spMkLst>
            <pc:docMk/>
            <pc:sldMk cId="3395477994" sldId="1325"/>
            <ac:spMk id="72" creationId="{4A91B35D-2A72-4006-A5A7-8E5332458CDC}"/>
          </ac:spMkLst>
        </pc:spChg>
        <pc:grpChg chg="mod">
          <ac:chgData name="Deepti Singh" userId="5a554a51-2db5-4d50-b08d-e11c4cd18690" providerId="ADAL" clId="{0A4E0452-5A42-43E9-9B44-789CB938CC29}" dt="2026-08-13T10:49:13.875" v="162"/>
          <ac:grpSpMkLst>
            <pc:docMk/>
            <pc:sldMk cId="3395477994" sldId="1325"/>
            <ac:grpSpMk id="73" creationId="{DDE83C21-6845-732E-1BAC-1F963CC82DED}"/>
          </ac:grpSpMkLst>
        </pc:grpChg>
      </pc:sldChg>
      <pc:sldChg chg="delSp modSp">
        <pc:chgData name="Deepti Singh" userId="5a554a51-2db5-4d50-b08d-e11c4cd18690" providerId="ADAL" clId="{0A4E0452-5A42-43E9-9B44-789CB938CC29}" dt="2026-08-14T05:37:21.878" v="218" actId="20577"/>
        <pc:sldMkLst>
          <pc:docMk/>
          <pc:sldMk cId="878311592" sldId="1327"/>
        </pc:sldMkLst>
        <pc:spChg chg="mod">
          <ac:chgData name="Deepti Singh" userId="5a554a51-2db5-4d50-b08d-e11c4cd18690" providerId="ADAL" clId="{0A4E0452-5A42-43E9-9B44-789CB938CC29}" dt="2026-08-14T05:36:39.560" v="204"/>
          <ac:spMkLst>
            <pc:docMk/>
            <pc:sldMk cId="878311592" sldId="1327"/>
            <ac:spMk id="2" creationId="{6E1C52BF-FF0C-5EBE-CF7C-99BFC394F34E}"/>
          </ac:spMkLst>
        </pc:spChg>
        <pc:spChg chg="mod">
          <ac:chgData name="Deepti Singh" userId="5a554a51-2db5-4d50-b08d-e11c4cd18690" providerId="ADAL" clId="{0A4E0452-5A42-43E9-9B44-789CB938CC29}" dt="2026-08-14T05:37:21.878" v="218" actId="20577"/>
          <ac:spMkLst>
            <pc:docMk/>
            <pc:sldMk cId="878311592" sldId="1327"/>
            <ac:spMk id="3" creationId="{2DC1B6D9-4A96-DA81-6A73-4BFC41EFD927}"/>
          </ac:spMkLst>
        </pc:spChg>
        <pc:grpChg chg="del">
          <ac:chgData name="Deepti Singh" userId="5a554a51-2db5-4d50-b08d-e11c4cd18690" providerId="ADAL" clId="{0A4E0452-5A42-43E9-9B44-789CB938CC29}" dt="2026-08-14T05:36:35.610" v="203" actId="478"/>
          <ac:grpSpMkLst>
            <pc:docMk/>
            <pc:sldMk cId="878311592" sldId="1327"/>
            <ac:grpSpMk id="37" creationId="{3DE41B14-64ED-1E05-8499-E3B6D2F7A067}"/>
          </ac:grpSpMkLst>
        </pc:grpChg>
      </pc:sldChg>
      <pc:sldChg chg="modSp">
        <pc:chgData name="Deepti Singh" userId="5a554a51-2db5-4d50-b08d-e11c4cd18690" providerId="ADAL" clId="{0A4E0452-5A42-43E9-9B44-789CB938CC29}" dt="2026-08-14T09:48:25.218" v="456" actId="2710"/>
        <pc:sldMkLst>
          <pc:docMk/>
          <pc:sldMk cId="2829623338" sldId="1330"/>
        </pc:sldMkLst>
        <pc:spChg chg="mod">
          <ac:chgData name="Deepti Singh" userId="5a554a51-2db5-4d50-b08d-e11c4cd18690" providerId="ADAL" clId="{0A4E0452-5A42-43E9-9B44-789CB938CC29}" dt="2026-08-14T09:48:25.218" v="456" actId="2710"/>
          <ac:spMkLst>
            <pc:docMk/>
            <pc:sldMk cId="2829623338" sldId="1330"/>
            <ac:spMk id="71" creationId="{62B7A3AF-869F-B740-76EA-A4B404051BF4}"/>
          </ac:spMkLst>
        </pc:spChg>
        <pc:spChg chg="mod">
          <ac:chgData name="Deepti Singh" userId="5a554a51-2db5-4d50-b08d-e11c4cd18690" providerId="ADAL" clId="{0A4E0452-5A42-43E9-9B44-789CB938CC29}" dt="2026-08-14T09:46:51.668" v="431"/>
          <ac:spMkLst>
            <pc:docMk/>
            <pc:sldMk cId="2829623338" sldId="1330"/>
            <ac:spMk id="72" creationId="{4A91B35D-2A72-4006-A5A7-8E5332458CDC}"/>
          </ac:spMkLst>
        </pc:spChg>
        <pc:grpChg chg="mod">
          <ac:chgData name="Deepti Singh" userId="5a554a51-2db5-4d50-b08d-e11c4cd18690" providerId="ADAL" clId="{0A4E0452-5A42-43E9-9B44-789CB938CC29}" dt="2026-08-14T09:47:03.151" v="432"/>
          <ac:grpSpMkLst>
            <pc:docMk/>
            <pc:sldMk cId="2829623338" sldId="1330"/>
            <ac:grpSpMk id="73" creationId="{DDE83C21-6845-732E-1BAC-1F963CC82DED}"/>
          </ac:grpSpMkLst>
        </pc:grpChg>
      </pc:sldChg>
      <pc:sldChg chg="delSp modSp">
        <pc:chgData name="Deepti Singh" userId="5a554a51-2db5-4d50-b08d-e11c4cd18690" providerId="ADAL" clId="{0A4E0452-5A42-43E9-9B44-789CB938CC29}" dt="2026-08-14T09:58:45.580" v="496" actId="20577"/>
        <pc:sldMkLst>
          <pc:docMk/>
          <pc:sldMk cId="1998961439" sldId="1332"/>
        </pc:sldMkLst>
        <pc:spChg chg="mod">
          <ac:chgData name="Deepti Singh" userId="5a554a51-2db5-4d50-b08d-e11c4cd18690" providerId="ADAL" clId="{0A4E0452-5A42-43E9-9B44-789CB938CC29}" dt="2026-08-14T09:56:59.654" v="482"/>
          <ac:spMkLst>
            <pc:docMk/>
            <pc:sldMk cId="1998961439" sldId="1332"/>
            <ac:spMk id="2" creationId="{6E1C52BF-FF0C-5EBE-CF7C-99BFC394F34E}"/>
          </ac:spMkLst>
        </pc:spChg>
        <pc:spChg chg="mod">
          <ac:chgData name="Deepti Singh" userId="5a554a51-2db5-4d50-b08d-e11c4cd18690" providerId="ADAL" clId="{0A4E0452-5A42-43E9-9B44-789CB938CC29}" dt="2026-08-14T09:58:45.580" v="496" actId="20577"/>
          <ac:spMkLst>
            <pc:docMk/>
            <pc:sldMk cId="1998961439" sldId="1332"/>
            <ac:spMk id="3" creationId="{2DC1B6D9-4A96-DA81-6A73-4BFC41EFD927}"/>
          </ac:spMkLst>
        </pc:spChg>
        <pc:spChg chg="del topLvl">
          <ac:chgData name="Deepti Singh" userId="5a554a51-2db5-4d50-b08d-e11c4cd18690" providerId="ADAL" clId="{0A4E0452-5A42-43E9-9B44-789CB938CC29}" dt="2026-08-14T09:56:44.780" v="480" actId="478"/>
          <ac:spMkLst>
            <pc:docMk/>
            <pc:sldMk cId="1998961439" sldId="1332"/>
            <ac:spMk id="35" creationId="{4F21C8A4-E497-4A22-D93E-0771DCF2964B}"/>
          </ac:spMkLst>
        </pc:spChg>
        <pc:spChg chg="del topLvl">
          <ac:chgData name="Deepti Singh" userId="5a554a51-2db5-4d50-b08d-e11c4cd18690" providerId="ADAL" clId="{0A4E0452-5A42-43E9-9B44-789CB938CC29}" dt="2026-08-14T09:56:47.450" v="481" actId="478"/>
          <ac:spMkLst>
            <pc:docMk/>
            <pc:sldMk cId="1998961439" sldId="1332"/>
            <ac:spMk id="36" creationId="{A6512CB9-BFFF-C902-8DED-13F44379016F}"/>
          </ac:spMkLst>
        </pc:spChg>
        <pc:grpChg chg="del">
          <ac:chgData name="Deepti Singh" userId="5a554a51-2db5-4d50-b08d-e11c4cd18690" providerId="ADAL" clId="{0A4E0452-5A42-43E9-9B44-789CB938CC29}" dt="2026-08-14T09:56:44.780" v="480" actId="478"/>
          <ac:grpSpMkLst>
            <pc:docMk/>
            <pc:sldMk cId="1998961439" sldId="1332"/>
            <ac:grpSpMk id="37" creationId="{3DE41B14-64ED-1E05-8499-E3B6D2F7A067}"/>
          </ac:grpSpMkLst>
        </pc:grpChg>
      </pc:sldChg>
      <pc:sldChg chg="modSp">
        <pc:chgData name="Deepti Singh" userId="5a554a51-2db5-4d50-b08d-e11c4cd18690" providerId="ADAL" clId="{0A4E0452-5A42-43E9-9B44-789CB938CC29}" dt="2026-08-17T06:01:50.954" v="676" actId="20577"/>
        <pc:sldMkLst>
          <pc:docMk/>
          <pc:sldMk cId="3426005565" sldId="1335"/>
        </pc:sldMkLst>
        <pc:spChg chg="mod">
          <ac:chgData name="Deepti Singh" userId="5a554a51-2db5-4d50-b08d-e11c4cd18690" providerId="ADAL" clId="{0A4E0452-5A42-43E9-9B44-789CB938CC29}" dt="2026-08-17T06:01:50.954" v="676" actId="20577"/>
          <ac:spMkLst>
            <pc:docMk/>
            <pc:sldMk cId="3426005565" sldId="1335"/>
            <ac:spMk id="71" creationId="{62B7A3AF-869F-B740-76EA-A4B404051BF4}"/>
          </ac:spMkLst>
        </pc:spChg>
        <pc:spChg chg="mod">
          <ac:chgData name="Deepti Singh" userId="5a554a51-2db5-4d50-b08d-e11c4cd18690" providerId="ADAL" clId="{0A4E0452-5A42-43E9-9B44-789CB938CC29}" dt="2026-08-17T06:01:31.430" v="657"/>
          <ac:spMkLst>
            <pc:docMk/>
            <pc:sldMk cId="3426005565" sldId="1335"/>
            <ac:spMk id="72" creationId="{4A91B35D-2A72-4006-A5A7-8E5332458CDC}"/>
          </ac:spMkLst>
        </pc:spChg>
        <pc:grpChg chg="mod">
          <ac:chgData name="Deepti Singh" userId="5a554a51-2db5-4d50-b08d-e11c4cd18690" providerId="ADAL" clId="{0A4E0452-5A42-43E9-9B44-789CB938CC29}" dt="2026-08-17T06:01:37.096" v="658"/>
          <ac:grpSpMkLst>
            <pc:docMk/>
            <pc:sldMk cId="3426005565" sldId="1335"/>
            <ac:grpSpMk id="73" creationId="{DDE83C21-6845-732E-1BAC-1F963CC82DED}"/>
          </ac:grpSpMkLst>
        </pc:grpChg>
      </pc:sldChg>
      <pc:sldChg chg="delSp modSp">
        <pc:chgData name="Deepti Singh" userId="5a554a51-2db5-4d50-b08d-e11c4cd18690" providerId="ADAL" clId="{0A4E0452-5A42-43E9-9B44-789CB938CC29}" dt="2026-08-17T06:09:12.527" v="718" actId="20577"/>
        <pc:sldMkLst>
          <pc:docMk/>
          <pc:sldMk cId="641672749" sldId="1384"/>
        </pc:sldMkLst>
        <pc:spChg chg="mod">
          <ac:chgData name="Deepti Singh" userId="5a554a51-2db5-4d50-b08d-e11c4cd18690" providerId="ADAL" clId="{0A4E0452-5A42-43E9-9B44-789CB938CC29}" dt="2026-08-17T06:08:38.844" v="702"/>
          <ac:spMkLst>
            <pc:docMk/>
            <pc:sldMk cId="641672749" sldId="1384"/>
            <ac:spMk id="2" creationId="{6E1C52BF-FF0C-5EBE-CF7C-99BFC394F34E}"/>
          </ac:spMkLst>
        </pc:spChg>
        <pc:spChg chg="mod">
          <ac:chgData name="Deepti Singh" userId="5a554a51-2db5-4d50-b08d-e11c4cd18690" providerId="ADAL" clId="{0A4E0452-5A42-43E9-9B44-789CB938CC29}" dt="2026-08-17T06:09:12.527" v="718" actId="20577"/>
          <ac:spMkLst>
            <pc:docMk/>
            <pc:sldMk cId="641672749" sldId="1384"/>
            <ac:spMk id="3" creationId="{2DC1B6D9-4A96-DA81-6A73-4BFC41EFD927}"/>
          </ac:spMkLst>
        </pc:spChg>
        <pc:grpChg chg="del">
          <ac:chgData name="Deepti Singh" userId="5a554a51-2db5-4d50-b08d-e11c4cd18690" providerId="ADAL" clId="{0A4E0452-5A42-43E9-9B44-789CB938CC29}" dt="2026-08-17T06:05:46.994" v="701" actId="478"/>
          <ac:grpSpMkLst>
            <pc:docMk/>
            <pc:sldMk cId="641672749" sldId="1384"/>
            <ac:grpSpMk id="37" creationId="{3DE41B14-64ED-1E05-8499-E3B6D2F7A067}"/>
          </ac:grpSpMkLst>
        </pc:grpChg>
      </pc:sldChg>
      <pc:sldChg chg="modSp">
        <pc:chgData name="Deepti Singh" userId="5a554a51-2db5-4d50-b08d-e11c4cd18690" providerId="ADAL" clId="{0A4E0452-5A42-43E9-9B44-789CB938CC29}" dt="2026-08-17T06:24:30.500" v="893" actId="20577"/>
        <pc:sldMkLst>
          <pc:docMk/>
          <pc:sldMk cId="1146382218" sldId="1385"/>
        </pc:sldMkLst>
        <pc:spChg chg="mod">
          <ac:chgData name="Deepti Singh" userId="5a554a51-2db5-4d50-b08d-e11c4cd18690" providerId="ADAL" clId="{0A4E0452-5A42-43E9-9B44-789CB938CC29}" dt="2026-08-17T06:24:30.500" v="893" actId="20577"/>
          <ac:spMkLst>
            <pc:docMk/>
            <pc:sldMk cId="1146382218" sldId="1385"/>
            <ac:spMk id="71" creationId="{62B7A3AF-869F-B740-76EA-A4B404051BF4}"/>
          </ac:spMkLst>
        </pc:spChg>
        <pc:spChg chg="mod">
          <ac:chgData name="Deepti Singh" userId="5a554a51-2db5-4d50-b08d-e11c4cd18690" providerId="ADAL" clId="{0A4E0452-5A42-43E9-9B44-789CB938CC29}" dt="2026-08-17T06:24:06.364" v="872"/>
          <ac:spMkLst>
            <pc:docMk/>
            <pc:sldMk cId="1146382218" sldId="1385"/>
            <ac:spMk id="72" creationId="{4A91B35D-2A72-4006-A5A7-8E5332458CDC}"/>
          </ac:spMkLst>
        </pc:spChg>
        <pc:grpChg chg="mod">
          <ac:chgData name="Deepti Singh" userId="5a554a51-2db5-4d50-b08d-e11c4cd18690" providerId="ADAL" clId="{0A4E0452-5A42-43E9-9B44-789CB938CC29}" dt="2026-08-17T06:24:19.514" v="875"/>
          <ac:grpSpMkLst>
            <pc:docMk/>
            <pc:sldMk cId="1146382218" sldId="1385"/>
            <ac:grpSpMk id="73" creationId="{DDE83C21-6845-732E-1BAC-1F963CC82DED}"/>
          </ac:grpSpMkLst>
        </pc:grpChg>
      </pc:sldChg>
      <pc:sldChg chg="delSp modSp">
        <pc:chgData name="Deepti Singh" userId="5a554a51-2db5-4d50-b08d-e11c4cd18690" providerId="ADAL" clId="{0A4E0452-5A42-43E9-9B44-789CB938CC29}" dt="2026-08-17T06:27:50.963" v="931" actId="20577"/>
        <pc:sldMkLst>
          <pc:docMk/>
          <pc:sldMk cId="3837699447" sldId="1387"/>
        </pc:sldMkLst>
        <pc:spChg chg="mod">
          <ac:chgData name="Deepti Singh" userId="5a554a51-2db5-4d50-b08d-e11c4cd18690" providerId="ADAL" clId="{0A4E0452-5A42-43E9-9B44-789CB938CC29}" dt="2026-08-17T06:27:20.212" v="917"/>
          <ac:spMkLst>
            <pc:docMk/>
            <pc:sldMk cId="3837699447" sldId="1387"/>
            <ac:spMk id="2" creationId="{6E1C52BF-FF0C-5EBE-CF7C-99BFC394F34E}"/>
          </ac:spMkLst>
        </pc:spChg>
        <pc:spChg chg="mod">
          <ac:chgData name="Deepti Singh" userId="5a554a51-2db5-4d50-b08d-e11c4cd18690" providerId="ADAL" clId="{0A4E0452-5A42-43E9-9B44-789CB938CC29}" dt="2026-08-17T06:27:50.963" v="931" actId="20577"/>
          <ac:spMkLst>
            <pc:docMk/>
            <pc:sldMk cId="3837699447" sldId="1387"/>
            <ac:spMk id="3" creationId="{2DC1B6D9-4A96-DA81-6A73-4BFC41EFD927}"/>
          </ac:spMkLst>
        </pc:spChg>
        <pc:grpChg chg="del">
          <ac:chgData name="Deepti Singh" userId="5a554a51-2db5-4d50-b08d-e11c4cd18690" providerId="ADAL" clId="{0A4E0452-5A42-43E9-9B44-789CB938CC29}" dt="2026-08-17T06:27:11.152" v="916" actId="478"/>
          <ac:grpSpMkLst>
            <pc:docMk/>
            <pc:sldMk cId="3837699447" sldId="1387"/>
            <ac:grpSpMk id="37" creationId="{3DE41B14-64ED-1E05-8499-E3B6D2F7A067}"/>
          </ac:grpSpMkLst>
        </pc:grpChg>
      </pc:sldChg>
      <pc:sldChg chg="modSp">
        <pc:chgData name="Deepti Singh" userId="5a554a51-2db5-4d50-b08d-e11c4cd18690" providerId="ADAL" clId="{0A4E0452-5A42-43E9-9B44-789CB938CC29}" dt="2026-08-17T08:07:41.505" v="1092" actId="20577"/>
        <pc:sldMkLst>
          <pc:docMk/>
          <pc:sldMk cId="3210421765" sldId="1388"/>
        </pc:sldMkLst>
        <pc:spChg chg="mod">
          <ac:chgData name="Deepti Singh" userId="5a554a51-2db5-4d50-b08d-e11c4cd18690" providerId="ADAL" clId="{0A4E0452-5A42-43E9-9B44-789CB938CC29}" dt="2026-08-17T08:07:41.505" v="1092" actId="20577"/>
          <ac:spMkLst>
            <pc:docMk/>
            <pc:sldMk cId="3210421765" sldId="1388"/>
            <ac:spMk id="71" creationId="{62B7A3AF-869F-B740-76EA-A4B404051BF4}"/>
          </ac:spMkLst>
        </pc:spChg>
        <pc:spChg chg="mod">
          <ac:chgData name="Deepti Singh" userId="5a554a51-2db5-4d50-b08d-e11c4cd18690" providerId="ADAL" clId="{0A4E0452-5A42-43E9-9B44-789CB938CC29}" dt="2026-08-17T08:07:16.808" v="1071"/>
          <ac:spMkLst>
            <pc:docMk/>
            <pc:sldMk cId="3210421765" sldId="1388"/>
            <ac:spMk id="72" creationId="{4A91B35D-2A72-4006-A5A7-8E5332458CDC}"/>
          </ac:spMkLst>
        </pc:spChg>
        <pc:grpChg chg="mod">
          <ac:chgData name="Deepti Singh" userId="5a554a51-2db5-4d50-b08d-e11c4cd18690" providerId="ADAL" clId="{0A4E0452-5A42-43E9-9B44-789CB938CC29}" dt="2026-08-17T08:07:29.624" v="1074"/>
          <ac:grpSpMkLst>
            <pc:docMk/>
            <pc:sldMk cId="3210421765" sldId="1388"/>
            <ac:grpSpMk id="73" creationId="{DDE83C21-6845-732E-1BAC-1F963CC82DED}"/>
          </ac:grpSpMkLst>
        </pc:grpChg>
      </pc:sldChg>
      <pc:sldChg chg="delSp modSp">
        <pc:chgData name="Deepti Singh" userId="5a554a51-2db5-4d50-b08d-e11c4cd18690" providerId="ADAL" clId="{0A4E0452-5A42-43E9-9B44-789CB938CC29}" dt="2026-08-17T08:15:14.431" v="1133" actId="20577"/>
        <pc:sldMkLst>
          <pc:docMk/>
          <pc:sldMk cId="2100542429" sldId="1390"/>
        </pc:sldMkLst>
        <pc:spChg chg="mod">
          <ac:chgData name="Deepti Singh" userId="5a554a51-2db5-4d50-b08d-e11c4cd18690" providerId="ADAL" clId="{0A4E0452-5A42-43E9-9B44-789CB938CC29}" dt="2026-08-17T08:14:38.618" v="1116"/>
          <ac:spMkLst>
            <pc:docMk/>
            <pc:sldMk cId="2100542429" sldId="1390"/>
            <ac:spMk id="2" creationId="{6E1C52BF-FF0C-5EBE-CF7C-99BFC394F34E}"/>
          </ac:spMkLst>
        </pc:spChg>
        <pc:spChg chg="mod">
          <ac:chgData name="Deepti Singh" userId="5a554a51-2db5-4d50-b08d-e11c4cd18690" providerId="ADAL" clId="{0A4E0452-5A42-43E9-9B44-789CB938CC29}" dt="2026-08-17T08:15:14.431" v="1133" actId="20577"/>
          <ac:spMkLst>
            <pc:docMk/>
            <pc:sldMk cId="2100542429" sldId="1390"/>
            <ac:spMk id="3" creationId="{2DC1B6D9-4A96-DA81-6A73-4BFC41EFD927}"/>
          </ac:spMkLst>
        </pc:spChg>
        <pc:grpChg chg="del">
          <ac:chgData name="Deepti Singh" userId="5a554a51-2db5-4d50-b08d-e11c4cd18690" providerId="ADAL" clId="{0A4E0452-5A42-43E9-9B44-789CB938CC29}" dt="2026-08-17T08:14:27.650" v="1115" actId="478"/>
          <ac:grpSpMkLst>
            <pc:docMk/>
            <pc:sldMk cId="2100542429" sldId="1390"/>
            <ac:grpSpMk id="37" creationId="{3DE41B14-64ED-1E05-8499-E3B6D2F7A067}"/>
          </ac:grpSpMkLst>
        </pc:grpChg>
      </pc:sldChg>
      <pc:sldChg chg="modSp">
        <pc:chgData name="Deepti Singh" userId="5a554a51-2db5-4d50-b08d-e11c4cd18690" providerId="ADAL" clId="{0A4E0452-5A42-43E9-9B44-789CB938CC29}" dt="2026-08-17T08:24:28.846" v="1302" actId="20577"/>
        <pc:sldMkLst>
          <pc:docMk/>
          <pc:sldMk cId="1517332536" sldId="1391"/>
        </pc:sldMkLst>
        <pc:spChg chg="mod">
          <ac:chgData name="Deepti Singh" userId="5a554a51-2db5-4d50-b08d-e11c4cd18690" providerId="ADAL" clId="{0A4E0452-5A42-43E9-9B44-789CB938CC29}" dt="2026-08-17T08:24:28.846" v="1302" actId="20577"/>
          <ac:spMkLst>
            <pc:docMk/>
            <pc:sldMk cId="1517332536" sldId="1391"/>
            <ac:spMk id="71" creationId="{62B7A3AF-869F-B740-76EA-A4B404051BF4}"/>
          </ac:spMkLst>
        </pc:spChg>
        <pc:spChg chg="mod">
          <ac:chgData name="Deepti Singh" userId="5a554a51-2db5-4d50-b08d-e11c4cd18690" providerId="ADAL" clId="{0A4E0452-5A42-43E9-9B44-789CB938CC29}" dt="2026-08-17T08:23:55.375" v="1278"/>
          <ac:spMkLst>
            <pc:docMk/>
            <pc:sldMk cId="1517332536" sldId="1391"/>
            <ac:spMk id="72" creationId="{4A91B35D-2A72-4006-A5A7-8E5332458CDC}"/>
          </ac:spMkLst>
        </pc:spChg>
        <pc:grpChg chg="mod">
          <ac:chgData name="Deepti Singh" userId="5a554a51-2db5-4d50-b08d-e11c4cd18690" providerId="ADAL" clId="{0A4E0452-5A42-43E9-9B44-789CB938CC29}" dt="2026-08-17T08:24:12.454" v="1282"/>
          <ac:grpSpMkLst>
            <pc:docMk/>
            <pc:sldMk cId="1517332536" sldId="1391"/>
            <ac:grpSpMk id="73" creationId="{DDE83C21-6845-732E-1BAC-1F963CC82DED}"/>
          </ac:grpSpMkLst>
        </pc:grpChg>
      </pc:sldChg>
      <pc:sldChg chg="delSp modSp">
        <pc:chgData name="Deepti Singh" userId="5a554a51-2db5-4d50-b08d-e11c4cd18690" providerId="ADAL" clId="{0A4E0452-5A42-43E9-9B44-789CB938CC29}" dt="2026-08-17T09:35:43.952" v="1338" actId="20577"/>
        <pc:sldMkLst>
          <pc:docMk/>
          <pc:sldMk cId="1700787987" sldId="1393"/>
        </pc:sldMkLst>
        <pc:spChg chg="mod">
          <ac:chgData name="Deepti Singh" userId="5a554a51-2db5-4d50-b08d-e11c4cd18690" providerId="ADAL" clId="{0A4E0452-5A42-43E9-9B44-789CB938CC29}" dt="2026-08-17T09:35:16.904" v="1326"/>
          <ac:spMkLst>
            <pc:docMk/>
            <pc:sldMk cId="1700787987" sldId="1393"/>
            <ac:spMk id="2" creationId="{6E1C52BF-FF0C-5EBE-CF7C-99BFC394F34E}"/>
          </ac:spMkLst>
        </pc:spChg>
        <pc:spChg chg="mod">
          <ac:chgData name="Deepti Singh" userId="5a554a51-2db5-4d50-b08d-e11c4cd18690" providerId="ADAL" clId="{0A4E0452-5A42-43E9-9B44-789CB938CC29}" dt="2026-08-17T09:35:43.952" v="1338" actId="20577"/>
          <ac:spMkLst>
            <pc:docMk/>
            <pc:sldMk cId="1700787987" sldId="1393"/>
            <ac:spMk id="3" creationId="{2DC1B6D9-4A96-DA81-6A73-4BFC41EFD927}"/>
          </ac:spMkLst>
        </pc:spChg>
        <pc:grpChg chg="del">
          <ac:chgData name="Deepti Singh" userId="5a554a51-2db5-4d50-b08d-e11c4cd18690" providerId="ADAL" clId="{0A4E0452-5A42-43E9-9B44-789CB938CC29}" dt="2026-08-17T09:34:58.933" v="1325" actId="478"/>
          <ac:grpSpMkLst>
            <pc:docMk/>
            <pc:sldMk cId="1700787987" sldId="1393"/>
            <ac:grpSpMk id="37" creationId="{3DE41B14-64ED-1E05-8499-E3B6D2F7A067}"/>
          </ac:grpSpMkLst>
        </pc:grpChg>
      </pc:sldChg>
      <pc:sldChg chg="modSp modNotesTx">
        <pc:chgData name="Deepti Singh" userId="5a554a51-2db5-4d50-b08d-e11c4cd18690" providerId="ADAL" clId="{0A4E0452-5A42-43E9-9B44-789CB938CC29}" dt="2026-08-17T09:49:36.841" v="1490" actId="20577"/>
        <pc:sldMkLst>
          <pc:docMk/>
          <pc:sldMk cId="1671366990" sldId="1394"/>
        </pc:sldMkLst>
        <pc:spChg chg="mod">
          <ac:chgData name="Deepti Singh" userId="5a554a51-2db5-4d50-b08d-e11c4cd18690" providerId="ADAL" clId="{0A4E0452-5A42-43E9-9B44-789CB938CC29}" dt="2026-08-17T09:49:27.346" v="1489" actId="2710"/>
          <ac:spMkLst>
            <pc:docMk/>
            <pc:sldMk cId="1671366990" sldId="1394"/>
            <ac:spMk id="71" creationId="{62B7A3AF-869F-B740-76EA-A4B404051BF4}"/>
          </ac:spMkLst>
        </pc:spChg>
        <pc:spChg chg="mod">
          <ac:chgData name="Deepti Singh" userId="5a554a51-2db5-4d50-b08d-e11c4cd18690" providerId="ADAL" clId="{0A4E0452-5A42-43E9-9B44-789CB938CC29}" dt="2026-08-17T09:49:13.014" v="1473" actId="20577"/>
          <ac:spMkLst>
            <pc:docMk/>
            <pc:sldMk cId="1671366990" sldId="1394"/>
            <ac:spMk id="72" creationId="{4A91B35D-2A72-4006-A5A7-8E5332458CDC}"/>
          </ac:spMkLst>
        </pc:spChg>
        <pc:grpChg chg="mod">
          <ac:chgData name="Deepti Singh" userId="5a554a51-2db5-4d50-b08d-e11c4cd18690" providerId="ADAL" clId="{0A4E0452-5A42-43E9-9B44-789CB938CC29}" dt="2026-08-17T09:49:07.912" v="1471"/>
          <ac:grpSpMkLst>
            <pc:docMk/>
            <pc:sldMk cId="1671366990" sldId="1394"/>
            <ac:grpSpMk id="73" creationId="{DDE83C21-6845-732E-1BAC-1F963CC82DED}"/>
          </ac:grpSpMkLst>
        </pc:grpChg>
      </pc:sldChg>
      <pc:sldChg chg="delSp modSp">
        <pc:chgData name="Deepti Singh" userId="5a554a51-2db5-4d50-b08d-e11c4cd18690" providerId="ADAL" clId="{0A4E0452-5A42-43E9-9B44-789CB938CC29}" dt="2026-08-17T10:00:45.541" v="1529" actId="20577"/>
        <pc:sldMkLst>
          <pc:docMk/>
          <pc:sldMk cId="1643692505" sldId="1396"/>
        </pc:sldMkLst>
        <pc:spChg chg="mod">
          <ac:chgData name="Deepti Singh" userId="5a554a51-2db5-4d50-b08d-e11c4cd18690" providerId="ADAL" clId="{0A4E0452-5A42-43E9-9B44-789CB938CC29}" dt="2026-08-17T09:56:32.491" v="1513"/>
          <ac:spMkLst>
            <pc:docMk/>
            <pc:sldMk cId="1643692505" sldId="1396"/>
            <ac:spMk id="2" creationId="{6E1C52BF-FF0C-5EBE-CF7C-99BFC394F34E}"/>
          </ac:spMkLst>
        </pc:spChg>
        <pc:spChg chg="mod">
          <ac:chgData name="Deepti Singh" userId="5a554a51-2db5-4d50-b08d-e11c4cd18690" providerId="ADAL" clId="{0A4E0452-5A42-43E9-9B44-789CB938CC29}" dt="2026-08-17T10:00:45.541" v="1529" actId="20577"/>
          <ac:spMkLst>
            <pc:docMk/>
            <pc:sldMk cId="1643692505" sldId="1396"/>
            <ac:spMk id="3" creationId="{2DC1B6D9-4A96-DA81-6A73-4BFC41EFD927}"/>
          </ac:spMkLst>
        </pc:spChg>
        <pc:grpChg chg="del">
          <ac:chgData name="Deepti Singh" userId="5a554a51-2db5-4d50-b08d-e11c4cd18690" providerId="ADAL" clId="{0A4E0452-5A42-43E9-9B44-789CB938CC29}" dt="2026-08-17T09:56:17.426" v="1512" actId="478"/>
          <ac:grpSpMkLst>
            <pc:docMk/>
            <pc:sldMk cId="1643692505" sldId="1396"/>
            <ac:grpSpMk id="37" creationId="{3DE41B14-64ED-1E05-8499-E3B6D2F7A067}"/>
          </ac:grpSpMkLst>
        </pc:grpChg>
      </pc:sldChg>
      <pc:sldChg chg="modSp">
        <pc:chgData name="Deepti Singh" userId="5a554a51-2db5-4d50-b08d-e11c4cd18690" providerId="ADAL" clId="{0A4E0452-5A42-43E9-9B44-789CB938CC29}" dt="2026-08-17T10:46:27.939" v="1681" actId="2710"/>
        <pc:sldMkLst>
          <pc:docMk/>
          <pc:sldMk cId="1954883386" sldId="1397"/>
        </pc:sldMkLst>
        <pc:spChg chg="mod">
          <ac:chgData name="Deepti Singh" userId="5a554a51-2db5-4d50-b08d-e11c4cd18690" providerId="ADAL" clId="{0A4E0452-5A42-43E9-9B44-789CB938CC29}" dt="2026-08-17T10:46:27.939" v="1681" actId="2710"/>
          <ac:spMkLst>
            <pc:docMk/>
            <pc:sldMk cId="1954883386" sldId="1397"/>
            <ac:spMk id="71" creationId="{62B7A3AF-869F-B740-76EA-A4B404051BF4}"/>
          </ac:spMkLst>
        </pc:spChg>
        <pc:spChg chg="mod">
          <ac:chgData name="Deepti Singh" userId="5a554a51-2db5-4d50-b08d-e11c4cd18690" providerId="ADAL" clId="{0A4E0452-5A42-43E9-9B44-789CB938CC29}" dt="2026-08-17T10:46:10.004" v="1665" actId="20577"/>
          <ac:spMkLst>
            <pc:docMk/>
            <pc:sldMk cId="1954883386" sldId="1397"/>
            <ac:spMk id="72" creationId="{4A91B35D-2A72-4006-A5A7-8E5332458CDC}"/>
          </ac:spMkLst>
        </pc:spChg>
        <pc:grpChg chg="mod">
          <ac:chgData name="Deepti Singh" userId="5a554a51-2db5-4d50-b08d-e11c4cd18690" providerId="ADAL" clId="{0A4E0452-5A42-43E9-9B44-789CB938CC29}" dt="2026-08-17T10:46:05.864" v="1663"/>
          <ac:grpSpMkLst>
            <pc:docMk/>
            <pc:sldMk cId="1954883386" sldId="1397"/>
            <ac:grpSpMk id="73" creationId="{DDE83C21-6845-732E-1BAC-1F963CC82DED}"/>
          </ac:grpSpMkLst>
        </pc:grpChg>
      </pc:sldChg>
      <pc:sldChg chg="delSp modSp">
        <pc:chgData name="Deepti Singh" userId="5a554a51-2db5-4d50-b08d-e11c4cd18690" providerId="ADAL" clId="{0A4E0452-5A42-43E9-9B44-789CB938CC29}" dt="2026-08-17T10:51:13.044" v="1726" actId="20577"/>
        <pc:sldMkLst>
          <pc:docMk/>
          <pc:sldMk cId="287944919" sldId="1399"/>
        </pc:sldMkLst>
        <pc:spChg chg="mod">
          <ac:chgData name="Deepti Singh" userId="5a554a51-2db5-4d50-b08d-e11c4cd18690" providerId="ADAL" clId="{0A4E0452-5A42-43E9-9B44-789CB938CC29}" dt="2026-08-17T10:50:25.777" v="1707" actId="404"/>
          <ac:spMkLst>
            <pc:docMk/>
            <pc:sldMk cId="287944919" sldId="1399"/>
            <ac:spMk id="2" creationId="{6E1C52BF-FF0C-5EBE-CF7C-99BFC394F34E}"/>
          </ac:spMkLst>
        </pc:spChg>
        <pc:spChg chg="mod">
          <ac:chgData name="Deepti Singh" userId="5a554a51-2db5-4d50-b08d-e11c4cd18690" providerId="ADAL" clId="{0A4E0452-5A42-43E9-9B44-789CB938CC29}" dt="2026-08-17T10:51:13.044" v="1726" actId="20577"/>
          <ac:spMkLst>
            <pc:docMk/>
            <pc:sldMk cId="287944919" sldId="1399"/>
            <ac:spMk id="3" creationId="{2DC1B6D9-4A96-DA81-6A73-4BFC41EFD927}"/>
          </ac:spMkLst>
        </pc:spChg>
        <pc:grpChg chg="del">
          <ac:chgData name="Deepti Singh" userId="5a554a51-2db5-4d50-b08d-e11c4cd18690" providerId="ADAL" clId="{0A4E0452-5A42-43E9-9B44-789CB938CC29}" dt="2026-08-17T10:50:08.996" v="1702" actId="478"/>
          <ac:grpSpMkLst>
            <pc:docMk/>
            <pc:sldMk cId="287944919" sldId="1399"/>
            <ac:grpSpMk id="37" creationId="{3DE41B14-64ED-1E05-8499-E3B6D2F7A067}"/>
          </ac:grpSpMkLst>
        </pc:grpChg>
      </pc:sldChg>
      <pc:sldChg chg="modSp">
        <pc:chgData name="Deepti Singh" userId="5a554a51-2db5-4d50-b08d-e11c4cd18690" providerId="ADAL" clId="{0A4E0452-5A42-43E9-9B44-789CB938CC29}" dt="2026-08-17T11:18:03.339" v="1833" actId="20577"/>
        <pc:sldMkLst>
          <pc:docMk/>
          <pc:sldMk cId="3889887522" sldId="1400"/>
        </pc:sldMkLst>
        <pc:spChg chg="mod">
          <ac:chgData name="Deepti Singh" userId="5a554a51-2db5-4d50-b08d-e11c4cd18690" providerId="ADAL" clId="{0A4E0452-5A42-43E9-9B44-789CB938CC29}" dt="2026-08-17T11:18:03.339" v="1833" actId="20577"/>
          <ac:spMkLst>
            <pc:docMk/>
            <pc:sldMk cId="3889887522" sldId="1400"/>
            <ac:spMk id="71" creationId="{62B7A3AF-869F-B740-76EA-A4B404051BF4}"/>
          </ac:spMkLst>
        </pc:spChg>
        <pc:spChg chg="mod">
          <ac:chgData name="Deepti Singh" userId="5a554a51-2db5-4d50-b08d-e11c4cd18690" providerId="ADAL" clId="{0A4E0452-5A42-43E9-9B44-789CB938CC29}" dt="2026-08-17T11:17:36.453" v="1814"/>
          <ac:spMkLst>
            <pc:docMk/>
            <pc:sldMk cId="3889887522" sldId="1400"/>
            <ac:spMk id="72" creationId="{4A91B35D-2A72-4006-A5A7-8E5332458CDC}"/>
          </ac:spMkLst>
        </pc:spChg>
        <pc:grpChg chg="mod">
          <ac:chgData name="Deepti Singh" userId="5a554a51-2db5-4d50-b08d-e11c4cd18690" providerId="ADAL" clId="{0A4E0452-5A42-43E9-9B44-789CB938CC29}" dt="2026-08-17T11:17:45.568" v="1815"/>
          <ac:grpSpMkLst>
            <pc:docMk/>
            <pc:sldMk cId="3889887522" sldId="1400"/>
            <ac:grpSpMk id="73" creationId="{DDE83C21-6845-732E-1BAC-1F963CC82DED}"/>
          </ac:grpSpMkLst>
        </pc:grpChg>
      </pc:sldChg>
      <pc:sldChg chg="delSp modSp">
        <pc:chgData name="Deepti Singh" userId="5a554a51-2db5-4d50-b08d-e11c4cd18690" providerId="ADAL" clId="{0A4E0452-5A42-43E9-9B44-789CB938CC29}" dt="2026-08-17T11:25:03.815" v="1873" actId="20577"/>
        <pc:sldMkLst>
          <pc:docMk/>
          <pc:sldMk cId="3631330629" sldId="1402"/>
        </pc:sldMkLst>
        <pc:spChg chg="mod">
          <ac:chgData name="Deepti Singh" userId="5a554a51-2db5-4d50-b08d-e11c4cd18690" providerId="ADAL" clId="{0A4E0452-5A42-43E9-9B44-789CB938CC29}" dt="2026-08-17T11:23:23.565" v="1857"/>
          <ac:spMkLst>
            <pc:docMk/>
            <pc:sldMk cId="3631330629" sldId="1402"/>
            <ac:spMk id="2" creationId="{6E1C52BF-FF0C-5EBE-CF7C-99BFC394F34E}"/>
          </ac:spMkLst>
        </pc:spChg>
        <pc:spChg chg="mod">
          <ac:chgData name="Deepti Singh" userId="5a554a51-2db5-4d50-b08d-e11c4cd18690" providerId="ADAL" clId="{0A4E0452-5A42-43E9-9B44-789CB938CC29}" dt="2026-08-17T11:25:03.815" v="1873" actId="20577"/>
          <ac:spMkLst>
            <pc:docMk/>
            <pc:sldMk cId="3631330629" sldId="1402"/>
            <ac:spMk id="3" creationId="{2DC1B6D9-4A96-DA81-6A73-4BFC41EFD927}"/>
          </ac:spMkLst>
        </pc:spChg>
        <pc:grpChg chg="del">
          <ac:chgData name="Deepti Singh" userId="5a554a51-2db5-4d50-b08d-e11c4cd18690" providerId="ADAL" clId="{0A4E0452-5A42-43E9-9B44-789CB938CC29}" dt="2026-08-17T11:23:12.326" v="1856" actId="478"/>
          <ac:grpSpMkLst>
            <pc:docMk/>
            <pc:sldMk cId="3631330629" sldId="1402"/>
            <ac:grpSpMk id="37" creationId="{3DE41B14-64ED-1E05-8499-E3B6D2F7A067}"/>
          </ac:grpSpMkLst>
        </pc:grpChg>
      </pc:sldChg>
      <pc:sldChg chg="modSp">
        <pc:chgData name="Deepti Singh" userId="5a554a51-2db5-4d50-b08d-e11c4cd18690" providerId="ADAL" clId="{0A4E0452-5A42-43E9-9B44-789CB938CC29}" dt="2026-08-17T11:40:58.073" v="2021" actId="2710"/>
        <pc:sldMkLst>
          <pc:docMk/>
          <pc:sldMk cId="3919106865" sldId="1403"/>
        </pc:sldMkLst>
        <pc:spChg chg="mod">
          <ac:chgData name="Deepti Singh" userId="5a554a51-2db5-4d50-b08d-e11c4cd18690" providerId="ADAL" clId="{0A4E0452-5A42-43E9-9B44-789CB938CC29}" dt="2026-08-17T11:40:58.073" v="2021" actId="2710"/>
          <ac:spMkLst>
            <pc:docMk/>
            <pc:sldMk cId="3919106865" sldId="1403"/>
            <ac:spMk id="71" creationId="{62B7A3AF-869F-B740-76EA-A4B404051BF4}"/>
          </ac:spMkLst>
        </pc:spChg>
        <pc:spChg chg="mod">
          <ac:chgData name="Deepti Singh" userId="5a554a51-2db5-4d50-b08d-e11c4cd18690" providerId="ADAL" clId="{0A4E0452-5A42-43E9-9B44-789CB938CC29}" dt="2026-08-17T11:40:42.672" v="2005" actId="20577"/>
          <ac:spMkLst>
            <pc:docMk/>
            <pc:sldMk cId="3919106865" sldId="1403"/>
            <ac:spMk id="72" creationId="{4A91B35D-2A72-4006-A5A7-8E5332458CDC}"/>
          </ac:spMkLst>
        </pc:spChg>
        <pc:grpChg chg="mod">
          <ac:chgData name="Deepti Singh" userId="5a554a51-2db5-4d50-b08d-e11c4cd18690" providerId="ADAL" clId="{0A4E0452-5A42-43E9-9B44-789CB938CC29}" dt="2026-08-17T11:40:39.105" v="2003"/>
          <ac:grpSpMkLst>
            <pc:docMk/>
            <pc:sldMk cId="3919106865" sldId="1403"/>
            <ac:grpSpMk id="73" creationId="{DDE83C21-6845-732E-1BAC-1F963CC82DED}"/>
          </ac:grpSpMkLst>
        </pc:grpChg>
      </pc:sldChg>
      <pc:sldChg chg="addSp modSp">
        <pc:chgData name="Deepti Singh" userId="5a554a51-2db5-4d50-b08d-e11c4cd18690" providerId="ADAL" clId="{0A4E0452-5A42-43E9-9B44-789CB938CC29}" dt="2026-08-18T12:28:48.807" v="2621" actId="1076"/>
        <pc:sldMkLst>
          <pc:docMk/>
          <pc:sldMk cId="1966396324" sldId="1404"/>
        </pc:sldMkLst>
        <pc:picChg chg="add mod">
          <ac:chgData name="Deepti Singh" userId="5a554a51-2db5-4d50-b08d-e11c4cd18690" providerId="ADAL" clId="{0A4E0452-5A42-43E9-9B44-789CB938CC29}" dt="2026-08-18T12:28:48.807" v="2621" actId="1076"/>
          <ac:picMkLst>
            <pc:docMk/>
            <pc:sldMk cId="1966396324" sldId="1404"/>
            <ac:picMk id="4" creationId="{AF51F81F-5D21-47F3-8E7C-CDCA23C4D677}"/>
          </ac:picMkLst>
        </pc:picChg>
      </pc:sldChg>
      <pc:sldChg chg="addSp delSp modSp">
        <pc:chgData name="Deepti Singh" userId="5a554a51-2db5-4d50-b08d-e11c4cd18690" providerId="ADAL" clId="{0A4E0452-5A42-43E9-9B44-789CB938CC29}" dt="2026-08-17T12:53:39.710" v="2105" actId="1076"/>
        <pc:sldMkLst>
          <pc:docMk/>
          <pc:sldMk cId="2822293161" sldId="1405"/>
        </pc:sldMkLst>
        <pc:spChg chg="mod">
          <ac:chgData name="Deepti Singh" userId="5a554a51-2db5-4d50-b08d-e11c4cd18690" providerId="ADAL" clId="{0A4E0452-5A42-43E9-9B44-789CB938CC29}" dt="2026-08-17T12:52:37.526" v="2087" actId="5793"/>
          <ac:spMkLst>
            <pc:docMk/>
            <pc:sldMk cId="2822293161" sldId="1405"/>
            <ac:spMk id="3" creationId="{2DC1B6D9-4A96-DA81-6A73-4BFC41EFD927}"/>
          </ac:spMkLst>
        </pc:spChg>
        <pc:spChg chg="add del mod">
          <ac:chgData name="Deepti Singh" userId="5a554a51-2db5-4d50-b08d-e11c4cd18690" providerId="ADAL" clId="{0A4E0452-5A42-43E9-9B44-789CB938CC29}" dt="2026-08-17T12:53:14.155" v="2098" actId="478"/>
          <ac:spMkLst>
            <pc:docMk/>
            <pc:sldMk cId="2822293161" sldId="1405"/>
            <ac:spMk id="4" creationId="{4D80BB5A-2CF5-46F8-8194-E9FDD224C7D1}"/>
          </ac:spMkLst>
        </pc:spChg>
        <pc:spChg chg="add del mod">
          <ac:chgData name="Deepti Singh" userId="5a554a51-2db5-4d50-b08d-e11c4cd18690" providerId="ADAL" clId="{0A4E0452-5A42-43E9-9B44-789CB938CC29}" dt="2026-08-17T12:53:20.826" v="2099" actId="478"/>
          <ac:spMkLst>
            <pc:docMk/>
            <pc:sldMk cId="2822293161" sldId="1405"/>
            <ac:spMk id="7" creationId="{551BC294-FA4F-48EE-AF6F-A8269AF21F7D}"/>
          </ac:spMkLst>
        </pc:spChg>
        <pc:spChg chg="add del mod">
          <ac:chgData name="Deepti Singh" userId="5a554a51-2db5-4d50-b08d-e11c4cd18690" providerId="ADAL" clId="{0A4E0452-5A42-43E9-9B44-789CB938CC29}" dt="2026-08-17T12:53:22.499" v="2100" actId="478"/>
          <ac:spMkLst>
            <pc:docMk/>
            <pc:sldMk cId="2822293161" sldId="1405"/>
            <ac:spMk id="8" creationId="{2BB9F65F-4F34-4449-8FFD-C0260F6BE580}"/>
          </ac:spMkLst>
        </pc:spChg>
        <pc:graphicFrameChg chg="add del mod">
          <ac:chgData name="Deepti Singh" userId="5a554a51-2db5-4d50-b08d-e11c4cd18690" providerId="ADAL" clId="{0A4E0452-5A42-43E9-9B44-789CB938CC29}" dt="2026-08-17T12:50:44.524" v="2048" actId="12084"/>
          <ac:graphicFrameMkLst>
            <pc:docMk/>
            <pc:sldMk cId="2822293161" sldId="1405"/>
            <ac:graphicFrameMk id="5" creationId="{4754763E-803C-418E-AA5A-521CCBB27421}"/>
          </ac:graphicFrameMkLst>
        </pc:graphicFrameChg>
        <pc:graphicFrameChg chg="add del mod">
          <ac:chgData name="Deepti Singh" userId="5a554a51-2db5-4d50-b08d-e11c4cd18690" providerId="ADAL" clId="{0A4E0452-5A42-43E9-9B44-789CB938CC29}" dt="2026-08-17T12:51:18.871" v="2058" actId="12084"/>
          <ac:graphicFrameMkLst>
            <pc:docMk/>
            <pc:sldMk cId="2822293161" sldId="1405"/>
            <ac:graphicFrameMk id="6" creationId="{BFA89D69-06CF-4E64-B602-0BB1FDE2749E}"/>
          </ac:graphicFrameMkLst>
        </pc:graphicFrameChg>
        <pc:picChg chg="add mod modCrop">
          <ac:chgData name="Deepti Singh" userId="5a554a51-2db5-4d50-b08d-e11c4cd18690" providerId="ADAL" clId="{0A4E0452-5A42-43E9-9B44-789CB938CC29}" dt="2026-08-17T12:53:39.710" v="2105" actId="1076"/>
          <ac:picMkLst>
            <pc:docMk/>
            <pc:sldMk cId="2822293161" sldId="1405"/>
            <ac:picMk id="9" creationId="{DB733EF5-EA69-47F1-B17C-11D17D12FDD1}"/>
          </ac:picMkLst>
        </pc:picChg>
      </pc:sldChg>
      <pc:sldChg chg="modSp">
        <pc:chgData name="Deepti Singh" userId="5a554a51-2db5-4d50-b08d-e11c4cd18690" providerId="ADAL" clId="{0A4E0452-5A42-43E9-9B44-789CB938CC29}" dt="2026-08-13T10:36:42.705" v="13" actId="20577"/>
        <pc:sldMkLst>
          <pc:docMk/>
          <pc:sldMk cId="1906592104" sldId="1407"/>
        </pc:sldMkLst>
        <pc:spChg chg="mod">
          <ac:chgData name="Deepti Singh" userId="5a554a51-2db5-4d50-b08d-e11c4cd18690" providerId="ADAL" clId="{0A4E0452-5A42-43E9-9B44-789CB938CC29}" dt="2026-08-13T10:36:15.155" v="1" actId="404"/>
          <ac:spMkLst>
            <pc:docMk/>
            <pc:sldMk cId="1906592104" sldId="1407"/>
            <ac:spMk id="2" creationId="{6E1C52BF-FF0C-5EBE-CF7C-99BFC394F34E}"/>
          </ac:spMkLst>
        </pc:spChg>
        <pc:spChg chg="mod">
          <ac:chgData name="Deepti Singh" userId="5a554a51-2db5-4d50-b08d-e11c4cd18690" providerId="ADAL" clId="{0A4E0452-5A42-43E9-9B44-789CB938CC29}" dt="2026-08-13T10:36:42.705" v="13" actId="20577"/>
          <ac:spMkLst>
            <pc:docMk/>
            <pc:sldMk cId="1906592104" sldId="1407"/>
            <ac:spMk id="3" creationId="{2DC1B6D9-4A96-DA81-6A73-4BFC41EFD927}"/>
          </ac:spMkLst>
        </pc:spChg>
      </pc:sldChg>
      <pc:sldChg chg="addSp delSp modSp add">
        <pc:chgData name="Deepti Singh" userId="5a554a51-2db5-4d50-b08d-e11c4cd18690" providerId="ADAL" clId="{0A4E0452-5A42-43E9-9B44-789CB938CC29}" dt="2026-08-17T12:57:23.148" v="2124" actId="1076"/>
        <pc:sldMkLst>
          <pc:docMk/>
          <pc:sldMk cId="1340244172" sldId="1408"/>
        </pc:sldMkLst>
        <pc:spChg chg="mod">
          <ac:chgData name="Deepti Singh" userId="5a554a51-2db5-4d50-b08d-e11c4cd18690" providerId="ADAL" clId="{0A4E0452-5A42-43E9-9B44-789CB938CC29}" dt="2026-08-13T10:37:17.205" v="15"/>
          <ac:spMkLst>
            <pc:docMk/>
            <pc:sldMk cId="1340244172" sldId="1408"/>
            <ac:spMk id="3" creationId="{2DC1B6D9-4A96-DA81-6A73-4BFC41EFD927}"/>
          </ac:spMkLst>
        </pc:spChg>
        <pc:spChg chg="add del mod">
          <ac:chgData name="Deepti Singh" userId="5a554a51-2db5-4d50-b08d-e11c4cd18690" providerId="ADAL" clId="{0A4E0452-5A42-43E9-9B44-789CB938CC29}" dt="2026-08-17T12:56:57.369" v="2120" actId="478"/>
          <ac:spMkLst>
            <pc:docMk/>
            <pc:sldMk cId="1340244172" sldId="1408"/>
            <ac:spMk id="4" creationId="{CD9610D1-2C7E-47C6-9BA5-5FE8879B326D}"/>
          </ac:spMkLst>
        </pc:spChg>
        <pc:picChg chg="add del mod modCrop">
          <ac:chgData name="Deepti Singh" userId="5a554a51-2db5-4d50-b08d-e11c4cd18690" providerId="ADAL" clId="{0A4E0452-5A42-43E9-9B44-789CB938CC29}" dt="2026-08-17T12:55:49.512" v="2111" actId="478"/>
          <ac:picMkLst>
            <pc:docMk/>
            <pc:sldMk cId="1340244172" sldId="1408"/>
            <ac:picMk id="5" creationId="{DFF0EE0B-99D8-45A6-8F02-0525765FFBE3}"/>
          </ac:picMkLst>
        </pc:picChg>
        <pc:picChg chg="add del mod">
          <ac:chgData name="Deepti Singh" userId="5a554a51-2db5-4d50-b08d-e11c4cd18690" providerId="ADAL" clId="{0A4E0452-5A42-43E9-9B44-789CB938CC29}" dt="2026-08-17T12:56:47.438" v="2117" actId="478"/>
          <ac:picMkLst>
            <pc:docMk/>
            <pc:sldMk cId="1340244172" sldId="1408"/>
            <ac:picMk id="6" creationId="{E413DCE5-FD69-4B8D-8EDE-D0777F2A6B81}"/>
          </ac:picMkLst>
        </pc:picChg>
        <pc:picChg chg="add mod">
          <ac:chgData name="Deepti Singh" userId="5a554a51-2db5-4d50-b08d-e11c4cd18690" providerId="ADAL" clId="{0A4E0452-5A42-43E9-9B44-789CB938CC29}" dt="2026-08-17T12:57:23.148" v="2124" actId="1076"/>
          <ac:picMkLst>
            <pc:docMk/>
            <pc:sldMk cId="1340244172" sldId="1408"/>
            <ac:picMk id="7" creationId="{7FBC4A54-E577-46C6-BD84-D590BA80B05F}"/>
          </ac:picMkLst>
        </pc:picChg>
      </pc:sldChg>
      <pc:sldChg chg="modSp add ord">
        <pc:chgData name="Deepti Singh" userId="5a554a51-2db5-4d50-b08d-e11c4cd18690" providerId="ADAL" clId="{0A4E0452-5A42-43E9-9B44-789CB938CC29}" dt="2026-08-13T10:38:36.672" v="40" actId="12"/>
        <pc:sldMkLst>
          <pc:docMk/>
          <pc:sldMk cId="3538237559" sldId="1409"/>
        </pc:sldMkLst>
        <pc:spChg chg="mod">
          <ac:chgData name="Deepti Singh" userId="5a554a51-2db5-4d50-b08d-e11c4cd18690" providerId="ADAL" clId="{0A4E0452-5A42-43E9-9B44-789CB938CC29}" dt="2026-08-13T10:38:36.672" v="40" actId="12"/>
          <ac:spMkLst>
            <pc:docMk/>
            <pc:sldMk cId="3538237559" sldId="1409"/>
            <ac:spMk id="3" creationId="{2DC1B6D9-4A96-DA81-6A73-4BFC41EFD927}"/>
          </ac:spMkLst>
        </pc:spChg>
      </pc:sldChg>
      <pc:sldChg chg="modSp add">
        <pc:chgData name="Deepti Singh" userId="5a554a51-2db5-4d50-b08d-e11c4cd18690" providerId="ADAL" clId="{0A4E0452-5A42-43E9-9B44-789CB938CC29}" dt="2026-08-13T10:39:15.593" v="53" actId="20577"/>
        <pc:sldMkLst>
          <pc:docMk/>
          <pc:sldMk cId="4187277559" sldId="1410"/>
        </pc:sldMkLst>
        <pc:spChg chg="mod">
          <ac:chgData name="Deepti Singh" userId="5a554a51-2db5-4d50-b08d-e11c4cd18690" providerId="ADAL" clId="{0A4E0452-5A42-43E9-9B44-789CB938CC29}" dt="2026-08-13T10:39:15.593" v="53" actId="20577"/>
          <ac:spMkLst>
            <pc:docMk/>
            <pc:sldMk cId="4187277559" sldId="1410"/>
            <ac:spMk id="3" creationId="{2DC1B6D9-4A96-DA81-6A73-4BFC41EFD927}"/>
          </ac:spMkLst>
        </pc:spChg>
      </pc:sldChg>
      <pc:sldChg chg="addSp delSp modSp add">
        <pc:chgData name="Deepti Singh" userId="5a554a51-2db5-4d50-b08d-e11c4cd18690" providerId="ADAL" clId="{0A4E0452-5A42-43E9-9B44-789CB938CC29}" dt="2026-08-17T13:02:43.311" v="2143" actId="14100"/>
        <pc:sldMkLst>
          <pc:docMk/>
          <pc:sldMk cId="1133197227" sldId="1411"/>
        </pc:sldMkLst>
        <pc:spChg chg="mod">
          <ac:chgData name="Deepti Singh" userId="5a554a51-2db5-4d50-b08d-e11c4cd18690" providerId="ADAL" clId="{0A4E0452-5A42-43E9-9B44-789CB938CC29}" dt="2026-08-17T13:02:27.489" v="2138" actId="20577"/>
          <ac:spMkLst>
            <pc:docMk/>
            <pc:sldMk cId="1133197227" sldId="1411"/>
            <ac:spMk id="3" creationId="{2DC1B6D9-4A96-DA81-6A73-4BFC41EFD927}"/>
          </ac:spMkLst>
        </pc:spChg>
        <pc:spChg chg="add del mod">
          <ac:chgData name="Deepti Singh" userId="5a554a51-2db5-4d50-b08d-e11c4cd18690" providerId="ADAL" clId="{0A4E0452-5A42-43E9-9B44-789CB938CC29}" dt="2026-08-17T13:02:22.640" v="2132" actId="478"/>
          <ac:spMkLst>
            <pc:docMk/>
            <pc:sldMk cId="1133197227" sldId="1411"/>
            <ac:spMk id="4" creationId="{39FC7D5A-DC4D-409C-B34E-05BD82467144}"/>
          </ac:spMkLst>
        </pc:spChg>
        <pc:picChg chg="add mod modCrop">
          <ac:chgData name="Deepti Singh" userId="5a554a51-2db5-4d50-b08d-e11c4cd18690" providerId="ADAL" clId="{0A4E0452-5A42-43E9-9B44-789CB938CC29}" dt="2026-08-17T13:02:43.311" v="2143" actId="14100"/>
          <ac:picMkLst>
            <pc:docMk/>
            <pc:sldMk cId="1133197227" sldId="1411"/>
            <ac:picMk id="5" creationId="{FFAC2E35-FB63-4ABF-B3B2-FF378A69BD0C}"/>
          </ac:picMkLst>
        </pc:picChg>
      </pc:sldChg>
      <pc:sldChg chg="modSp add ord">
        <pc:chgData name="Deepti Singh" userId="5a554a51-2db5-4d50-b08d-e11c4cd18690" providerId="ADAL" clId="{0A4E0452-5A42-43E9-9B44-789CB938CC29}" dt="2026-08-13T10:41:13.951" v="76" actId="20577"/>
        <pc:sldMkLst>
          <pc:docMk/>
          <pc:sldMk cId="498046514" sldId="1412"/>
        </pc:sldMkLst>
        <pc:spChg chg="mod">
          <ac:chgData name="Deepti Singh" userId="5a554a51-2db5-4d50-b08d-e11c4cd18690" providerId="ADAL" clId="{0A4E0452-5A42-43E9-9B44-789CB938CC29}" dt="2026-08-13T10:40:49.025" v="64"/>
          <ac:spMkLst>
            <pc:docMk/>
            <pc:sldMk cId="498046514" sldId="1412"/>
            <ac:spMk id="2" creationId="{6E1C52BF-FF0C-5EBE-CF7C-99BFC394F34E}"/>
          </ac:spMkLst>
        </pc:spChg>
        <pc:spChg chg="mod">
          <ac:chgData name="Deepti Singh" userId="5a554a51-2db5-4d50-b08d-e11c4cd18690" providerId="ADAL" clId="{0A4E0452-5A42-43E9-9B44-789CB938CC29}" dt="2026-08-13T10:41:13.951" v="76" actId="20577"/>
          <ac:spMkLst>
            <pc:docMk/>
            <pc:sldMk cId="498046514" sldId="1412"/>
            <ac:spMk id="3" creationId="{2DC1B6D9-4A96-DA81-6A73-4BFC41EFD927}"/>
          </ac:spMkLst>
        </pc:spChg>
      </pc:sldChg>
      <pc:sldChg chg="addSp modSp add">
        <pc:chgData name="Deepti Singh" userId="5a554a51-2db5-4d50-b08d-e11c4cd18690" providerId="ADAL" clId="{0A4E0452-5A42-43E9-9B44-789CB938CC29}" dt="2026-08-18T12:30:36.323" v="2629" actId="1076"/>
        <pc:sldMkLst>
          <pc:docMk/>
          <pc:sldMk cId="2889583266" sldId="1413"/>
        </pc:sldMkLst>
        <pc:spChg chg="mod">
          <ac:chgData name="Deepti Singh" userId="5a554a51-2db5-4d50-b08d-e11c4cd18690" providerId="ADAL" clId="{0A4E0452-5A42-43E9-9B44-789CB938CC29}" dt="2026-08-13T10:42:40.915" v="97" actId="114"/>
          <ac:spMkLst>
            <pc:docMk/>
            <pc:sldMk cId="2889583266" sldId="1413"/>
            <ac:spMk id="3" creationId="{2DC1B6D9-4A96-DA81-6A73-4BFC41EFD927}"/>
          </ac:spMkLst>
        </pc:spChg>
        <pc:picChg chg="add mod modCrop">
          <ac:chgData name="Deepti Singh" userId="5a554a51-2db5-4d50-b08d-e11c4cd18690" providerId="ADAL" clId="{0A4E0452-5A42-43E9-9B44-789CB938CC29}" dt="2026-08-18T12:30:36.323" v="2629" actId="1076"/>
          <ac:picMkLst>
            <pc:docMk/>
            <pc:sldMk cId="2889583266" sldId="1413"/>
            <ac:picMk id="4" creationId="{77BD6907-7DB4-4874-A657-3666EFFE406C}"/>
          </ac:picMkLst>
        </pc:picChg>
      </pc:sldChg>
      <pc:sldChg chg="modSp add">
        <pc:chgData name="Deepti Singh" userId="5a554a51-2db5-4d50-b08d-e11c4cd18690" providerId="ADAL" clId="{0A4E0452-5A42-43E9-9B44-789CB938CC29}" dt="2026-08-13T10:44:17.874" v="114" actId="113"/>
        <pc:sldMkLst>
          <pc:docMk/>
          <pc:sldMk cId="714292861" sldId="1414"/>
        </pc:sldMkLst>
        <pc:spChg chg="mod">
          <ac:chgData name="Deepti Singh" userId="5a554a51-2db5-4d50-b08d-e11c4cd18690" providerId="ADAL" clId="{0A4E0452-5A42-43E9-9B44-789CB938CC29}" dt="2026-08-13T10:44:17.874" v="114" actId="113"/>
          <ac:spMkLst>
            <pc:docMk/>
            <pc:sldMk cId="714292861" sldId="1414"/>
            <ac:spMk id="3" creationId="{2DC1B6D9-4A96-DA81-6A73-4BFC41EFD927}"/>
          </ac:spMkLst>
        </pc:spChg>
      </pc:sldChg>
      <pc:sldChg chg="modSp add modNotesTx">
        <pc:chgData name="Deepti Singh" userId="5a554a51-2db5-4d50-b08d-e11c4cd18690" providerId="ADAL" clId="{0A4E0452-5A42-43E9-9B44-789CB938CC29}" dt="2026-08-13T10:46:12.929" v="129" actId="20577"/>
        <pc:sldMkLst>
          <pc:docMk/>
          <pc:sldMk cId="1158500557" sldId="1415"/>
        </pc:sldMkLst>
        <pc:spChg chg="mod">
          <ac:chgData name="Deepti Singh" userId="5a554a51-2db5-4d50-b08d-e11c4cd18690" providerId="ADAL" clId="{0A4E0452-5A42-43E9-9B44-789CB938CC29}" dt="2026-08-13T10:45:30.902" v="116"/>
          <ac:spMkLst>
            <pc:docMk/>
            <pc:sldMk cId="1158500557" sldId="1415"/>
            <ac:spMk id="2" creationId="{6E1C52BF-FF0C-5EBE-CF7C-99BFC394F34E}"/>
          </ac:spMkLst>
        </pc:spChg>
        <pc:spChg chg="mod">
          <ac:chgData name="Deepti Singh" userId="5a554a51-2db5-4d50-b08d-e11c4cd18690" providerId="ADAL" clId="{0A4E0452-5A42-43E9-9B44-789CB938CC29}" dt="2026-08-13T10:46:12.929" v="129" actId="20577"/>
          <ac:spMkLst>
            <pc:docMk/>
            <pc:sldMk cId="1158500557" sldId="1415"/>
            <ac:spMk id="3" creationId="{2DC1B6D9-4A96-DA81-6A73-4BFC41EFD927}"/>
          </ac:spMkLst>
        </pc:spChg>
      </pc:sldChg>
      <pc:sldChg chg="modSp add">
        <pc:chgData name="Deepti Singh" userId="5a554a51-2db5-4d50-b08d-e11c4cd18690" providerId="ADAL" clId="{0A4E0452-5A42-43E9-9B44-789CB938CC29}" dt="2026-08-13T10:48:13.897" v="160" actId="20577"/>
        <pc:sldMkLst>
          <pc:docMk/>
          <pc:sldMk cId="2475972555" sldId="1416"/>
        </pc:sldMkLst>
        <pc:spChg chg="mod">
          <ac:chgData name="Deepti Singh" userId="5a554a51-2db5-4d50-b08d-e11c4cd18690" providerId="ADAL" clId="{0A4E0452-5A42-43E9-9B44-789CB938CC29}" dt="2026-08-13T10:48:13.897" v="160" actId="20577"/>
          <ac:spMkLst>
            <pc:docMk/>
            <pc:sldMk cId="2475972555" sldId="1416"/>
            <ac:spMk id="3" creationId="{2DC1B6D9-4A96-DA81-6A73-4BFC41EFD927}"/>
          </ac:spMkLst>
        </pc:spChg>
      </pc:sldChg>
      <pc:sldChg chg="modSp add">
        <pc:chgData name="Deepti Singh" userId="5a554a51-2db5-4d50-b08d-e11c4cd18690" providerId="ADAL" clId="{0A4E0452-5A42-43E9-9B44-789CB938CC29}" dt="2026-08-13T10:52:45.058" v="202" actId="20577"/>
        <pc:sldMkLst>
          <pc:docMk/>
          <pc:sldMk cId="2879511880" sldId="1417"/>
        </pc:sldMkLst>
        <pc:spChg chg="mod">
          <ac:chgData name="Deepti Singh" userId="5a554a51-2db5-4d50-b08d-e11c4cd18690" providerId="ADAL" clId="{0A4E0452-5A42-43E9-9B44-789CB938CC29}" dt="2026-08-13T10:52:45.058" v="202" actId="20577"/>
          <ac:spMkLst>
            <pc:docMk/>
            <pc:sldMk cId="2879511880" sldId="1417"/>
            <ac:spMk id="71" creationId="{62B7A3AF-869F-B740-76EA-A4B404051BF4}"/>
          </ac:spMkLst>
        </pc:spChg>
        <pc:spChg chg="mod">
          <ac:chgData name="Deepti Singh" userId="5a554a51-2db5-4d50-b08d-e11c4cd18690" providerId="ADAL" clId="{0A4E0452-5A42-43E9-9B44-789CB938CC29}" dt="2026-08-13T10:51:58.102" v="182"/>
          <ac:spMkLst>
            <pc:docMk/>
            <pc:sldMk cId="2879511880" sldId="1417"/>
            <ac:spMk id="72" creationId="{4A91B35D-2A72-4006-A5A7-8E5332458CDC}"/>
          </ac:spMkLst>
        </pc:spChg>
        <pc:grpChg chg="mod">
          <ac:chgData name="Deepti Singh" userId="5a554a51-2db5-4d50-b08d-e11c4cd18690" providerId="ADAL" clId="{0A4E0452-5A42-43E9-9B44-789CB938CC29}" dt="2026-08-13T10:52:10.943" v="184"/>
          <ac:grpSpMkLst>
            <pc:docMk/>
            <pc:sldMk cId="2879511880" sldId="1417"/>
            <ac:grpSpMk id="73" creationId="{DDE83C21-6845-732E-1BAC-1F963CC82DED}"/>
          </ac:grpSpMkLst>
        </pc:grpChg>
      </pc:sldChg>
      <pc:sldChg chg="addSp modSp add">
        <pc:chgData name="Deepti Singh" userId="5a554a51-2db5-4d50-b08d-e11c4cd18690" providerId="ADAL" clId="{0A4E0452-5A42-43E9-9B44-789CB938CC29}" dt="2026-08-18T12:34:34.572" v="2637" actId="1076"/>
        <pc:sldMkLst>
          <pc:docMk/>
          <pc:sldMk cId="118666810" sldId="1418"/>
        </pc:sldMkLst>
        <pc:spChg chg="mod">
          <ac:chgData name="Deepti Singh" userId="5a554a51-2db5-4d50-b08d-e11c4cd18690" providerId="ADAL" clId="{0A4E0452-5A42-43E9-9B44-789CB938CC29}" dt="2026-08-18T12:33:05.126" v="2633" actId="14100"/>
          <ac:spMkLst>
            <pc:docMk/>
            <pc:sldMk cId="118666810" sldId="1418"/>
            <ac:spMk id="3" creationId="{2DC1B6D9-4A96-DA81-6A73-4BFC41EFD927}"/>
          </ac:spMkLst>
        </pc:spChg>
        <pc:picChg chg="add mod">
          <ac:chgData name="Deepti Singh" userId="5a554a51-2db5-4d50-b08d-e11c4cd18690" providerId="ADAL" clId="{0A4E0452-5A42-43E9-9B44-789CB938CC29}" dt="2026-08-18T12:34:34.572" v="2637" actId="1076"/>
          <ac:picMkLst>
            <pc:docMk/>
            <pc:sldMk cId="118666810" sldId="1418"/>
            <ac:picMk id="4" creationId="{93C29083-6331-4A51-9D47-BAE1EEECBDBD}"/>
          </ac:picMkLst>
        </pc:picChg>
      </pc:sldChg>
      <pc:sldChg chg="addSp delSp modSp add">
        <pc:chgData name="Deepti Singh" userId="5a554a51-2db5-4d50-b08d-e11c4cd18690" providerId="ADAL" clId="{0A4E0452-5A42-43E9-9B44-789CB938CC29}" dt="2026-08-17T13:08:11.003" v="2160" actId="1076"/>
        <pc:sldMkLst>
          <pc:docMk/>
          <pc:sldMk cId="1872161307" sldId="1419"/>
        </pc:sldMkLst>
        <pc:spChg chg="mod">
          <ac:chgData name="Deepti Singh" userId="5a554a51-2db5-4d50-b08d-e11c4cd18690" providerId="ADAL" clId="{0A4E0452-5A42-43E9-9B44-789CB938CC29}" dt="2026-08-14T06:00:04.707" v="245"/>
          <ac:spMkLst>
            <pc:docMk/>
            <pc:sldMk cId="1872161307" sldId="1419"/>
            <ac:spMk id="3" creationId="{2DC1B6D9-4A96-DA81-6A73-4BFC41EFD927}"/>
          </ac:spMkLst>
        </pc:spChg>
        <pc:spChg chg="add del mod">
          <ac:chgData name="Deepti Singh" userId="5a554a51-2db5-4d50-b08d-e11c4cd18690" providerId="ADAL" clId="{0A4E0452-5A42-43E9-9B44-789CB938CC29}" dt="2026-08-17T13:05:29.257" v="2145" actId="478"/>
          <ac:spMkLst>
            <pc:docMk/>
            <pc:sldMk cId="1872161307" sldId="1419"/>
            <ac:spMk id="4" creationId="{2D89066A-DD21-480F-A8BC-B2D04F00C68F}"/>
          </ac:spMkLst>
        </pc:spChg>
        <pc:picChg chg="add del mod modCrop">
          <ac:chgData name="Deepti Singh" userId="5a554a51-2db5-4d50-b08d-e11c4cd18690" providerId="ADAL" clId="{0A4E0452-5A42-43E9-9B44-789CB938CC29}" dt="2026-08-17T13:07:47.401" v="2152" actId="478"/>
          <ac:picMkLst>
            <pc:docMk/>
            <pc:sldMk cId="1872161307" sldId="1419"/>
            <ac:picMk id="5" creationId="{8399DCD4-71C6-47B3-AD86-DD950077E43B}"/>
          </ac:picMkLst>
        </pc:picChg>
        <pc:picChg chg="add mod modCrop">
          <ac:chgData name="Deepti Singh" userId="5a554a51-2db5-4d50-b08d-e11c4cd18690" providerId="ADAL" clId="{0A4E0452-5A42-43E9-9B44-789CB938CC29}" dt="2026-08-17T13:08:11.003" v="2160" actId="1076"/>
          <ac:picMkLst>
            <pc:docMk/>
            <pc:sldMk cId="1872161307" sldId="1419"/>
            <ac:picMk id="6" creationId="{67368F95-03DA-4E06-AE54-CC607157346F}"/>
          </ac:picMkLst>
        </pc:picChg>
      </pc:sldChg>
      <pc:sldChg chg="modSp add ord">
        <pc:chgData name="Deepti Singh" userId="5a554a51-2db5-4d50-b08d-e11c4cd18690" providerId="ADAL" clId="{0A4E0452-5A42-43E9-9B44-789CB938CC29}" dt="2026-08-14T06:05:08.702" v="263" actId="20577"/>
        <pc:sldMkLst>
          <pc:docMk/>
          <pc:sldMk cId="2982648282" sldId="1420"/>
        </pc:sldMkLst>
        <pc:spChg chg="mod">
          <ac:chgData name="Deepti Singh" userId="5a554a51-2db5-4d50-b08d-e11c4cd18690" providerId="ADAL" clId="{0A4E0452-5A42-43E9-9B44-789CB938CC29}" dt="2026-08-14T06:05:08.702" v="263" actId="20577"/>
          <ac:spMkLst>
            <pc:docMk/>
            <pc:sldMk cId="2982648282" sldId="1420"/>
            <ac:spMk id="3" creationId="{2DC1B6D9-4A96-DA81-6A73-4BFC41EFD927}"/>
          </ac:spMkLst>
        </pc:spChg>
      </pc:sldChg>
      <pc:sldChg chg="modSp add">
        <pc:chgData name="Deepti Singh" userId="5a554a51-2db5-4d50-b08d-e11c4cd18690" providerId="ADAL" clId="{0A4E0452-5A42-43E9-9B44-789CB938CC29}" dt="2026-08-14T06:05:49.749" v="279" actId="20577"/>
        <pc:sldMkLst>
          <pc:docMk/>
          <pc:sldMk cId="2443515358" sldId="1421"/>
        </pc:sldMkLst>
        <pc:spChg chg="mod">
          <ac:chgData name="Deepti Singh" userId="5a554a51-2db5-4d50-b08d-e11c4cd18690" providerId="ADAL" clId="{0A4E0452-5A42-43E9-9B44-789CB938CC29}" dt="2026-08-14T06:05:23.952" v="265"/>
          <ac:spMkLst>
            <pc:docMk/>
            <pc:sldMk cId="2443515358" sldId="1421"/>
            <ac:spMk id="2" creationId="{6E1C52BF-FF0C-5EBE-CF7C-99BFC394F34E}"/>
          </ac:spMkLst>
        </pc:spChg>
        <pc:spChg chg="mod">
          <ac:chgData name="Deepti Singh" userId="5a554a51-2db5-4d50-b08d-e11c4cd18690" providerId="ADAL" clId="{0A4E0452-5A42-43E9-9B44-789CB938CC29}" dt="2026-08-14T06:05:49.749" v="279" actId="20577"/>
          <ac:spMkLst>
            <pc:docMk/>
            <pc:sldMk cId="2443515358" sldId="1421"/>
            <ac:spMk id="3" creationId="{2DC1B6D9-4A96-DA81-6A73-4BFC41EFD927}"/>
          </ac:spMkLst>
        </pc:spChg>
      </pc:sldChg>
      <pc:sldChg chg="addSp delSp modSp add">
        <pc:chgData name="Deepti Singh" userId="5a554a51-2db5-4d50-b08d-e11c4cd18690" providerId="ADAL" clId="{0A4E0452-5A42-43E9-9B44-789CB938CC29}" dt="2026-08-17T13:14:30.829" v="2167" actId="1076"/>
        <pc:sldMkLst>
          <pc:docMk/>
          <pc:sldMk cId="640278975" sldId="1422"/>
        </pc:sldMkLst>
        <pc:spChg chg="mod">
          <ac:chgData name="Deepti Singh" userId="5a554a51-2db5-4d50-b08d-e11c4cd18690" providerId="ADAL" clId="{0A4E0452-5A42-43E9-9B44-789CB938CC29}" dt="2026-08-14T06:07:33.884" v="281"/>
          <ac:spMkLst>
            <pc:docMk/>
            <pc:sldMk cId="640278975" sldId="1422"/>
            <ac:spMk id="3" creationId="{2DC1B6D9-4A96-DA81-6A73-4BFC41EFD927}"/>
          </ac:spMkLst>
        </pc:spChg>
        <pc:spChg chg="add del mod">
          <ac:chgData name="Deepti Singh" userId="5a554a51-2db5-4d50-b08d-e11c4cd18690" providerId="ADAL" clId="{0A4E0452-5A42-43E9-9B44-789CB938CC29}" dt="2026-08-17T13:14:08.861" v="2161" actId="478"/>
          <ac:spMkLst>
            <pc:docMk/>
            <pc:sldMk cId="640278975" sldId="1422"/>
            <ac:spMk id="4" creationId="{BFFAACB6-E921-49D8-B158-55BD75D5A18F}"/>
          </ac:spMkLst>
        </pc:spChg>
        <pc:picChg chg="add mod modCrop">
          <ac:chgData name="Deepti Singh" userId="5a554a51-2db5-4d50-b08d-e11c4cd18690" providerId="ADAL" clId="{0A4E0452-5A42-43E9-9B44-789CB938CC29}" dt="2026-08-17T13:14:30.829" v="2167" actId="1076"/>
          <ac:picMkLst>
            <pc:docMk/>
            <pc:sldMk cId="640278975" sldId="1422"/>
            <ac:picMk id="5" creationId="{272B5A65-32A2-4EFD-BDA6-E057EA041053}"/>
          </ac:picMkLst>
        </pc:picChg>
      </pc:sldChg>
      <pc:sldChg chg="delSp modSp add">
        <pc:chgData name="Deepti Singh" userId="5a554a51-2db5-4d50-b08d-e11c4cd18690" providerId="ADAL" clId="{0A4E0452-5A42-43E9-9B44-789CB938CC29}" dt="2026-08-14T06:08:50.368" v="303" actId="20577"/>
        <pc:sldMkLst>
          <pc:docMk/>
          <pc:sldMk cId="3935983492" sldId="1423"/>
        </pc:sldMkLst>
        <pc:spChg chg="mod">
          <ac:chgData name="Deepti Singh" userId="5a554a51-2db5-4d50-b08d-e11c4cd18690" providerId="ADAL" clId="{0A4E0452-5A42-43E9-9B44-789CB938CC29}" dt="2026-08-14T06:08:50.368" v="303" actId="20577"/>
          <ac:spMkLst>
            <pc:docMk/>
            <pc:sldMk cId="3935983492" sldId="1423"/>
            <ac:spMk id="3" creationId="{2DC1B6D9-4A96-DA81-6A73-4BFC41EFD927}"/>
          </ac:spMkLst>
        </pc:spChg>
        <pc:spChg chg="del">
          <ac:chgData name="Deepti Singh" userId="5a554a51-2db5-4d50-b08d-e11c4cd18690" providerId="ADAL" clId="{0A4E0452-5A42-43E9-9B44-789CB938CC29}" dt="2026-08-14T06:08:09.264" v="287" actId="478"/>
          <ac:spMkLst>
            <pc:docMk/>
            <pc:sldMk cId="3935983492" sldId="1423"/>
            <ac:spMk id="4" creationId="{BFFAACB6-E921-49D8-B158-55BD75D5A18F}"/>
          </ac:spMkLst>
        </pc:spChg>
      </pc:sldChg>
      <pc:sldChg chg="modSp add">
        <pc:chgData name="Deepti Singh" userId="5a554a51-2db5-4d50-b08d-e11c4cd18690" providerId="ADAL" clId="{0A4E0452-5A42-43E9-9B44-789CB938CC29}" dt="2026-08-14T06:09:27.032" v="318" actId="20577"/>
        <pc:sldMkLst>
          <pc:docMk/>
          <pc:sldMk cId="2166325135" sldId="1424"/>
        </pc:sldMkLst>
        <pc:spChg chg="mod">
          <ac:chgData name="Deepti Singh" userId="5a554a51-2db5-4d50-b08d-e11c4cd18690" providerId="ADAL" clId="{0A4E0452-5A42-43E9-9B44-789CB938CC29}" dt="2026-08-14T06:09:27.032" v="318" actId="20577"/>
          <ac:spMkLst>
            <pc:docMk/>
            <pc:sldMk cId="2166325135" sldId="1424"/>
            <ac:spMk id="3" creationId="{2DC1B6D9-4A96-DA81-6A73-4BFC41EFD927}"/>
          </ac:spMkLst>
        </pc:spChg>
      </pc:sldChg>
      <pc:sldChg chg="addSp delSp modSp add">
        <pc:chgData name="Deepti Singh" userId="5a554a51-2db5-4d50-b08d-e11c4cd18690" providerId="ADAL" clId="{0A4E0452-5A42-43E9-9B44-789CB938CC29}" dt="2026-08-17T13:19:47.921" v="2172" actId="1076"/>
        <pc:sldMkLst>
          <pc:docMk/>
          <pc:sldMk cId="4186534237" sldId="1425"/>
        </pc:sldMkLst>
        <pc:spChg chg="mod">
          <ac:chgData name="Deepti Singh" userId="5a554a51-2db5-4d50-b08d-e11c4cd18690" providerId="ADAL" clId="{0A4E0452-5A42-43E9-9B44-789CB938CC29}" dt="2026-08-14T06:10:04.208" v="324" actId="12"/>
          <ac:spMkLst>
            <pc:docMk/>
            <pc:sldMk cId="4186534237" sldId="1425"/>
            <ac:spMk id="3" creationId="{2DC1B6D9-4A96-DA81-6A73-4BFC41EFD927}"/>
          </ac:spMkLst>
        </pc:spChg>
        <pc:spChg chg="add del mod">
          <ac:chgData name="Deepti Singh" userId="5a554a51-2db5-4d50-b08d-e11c4cd18690" providerId="ADAL" clId="{0A4E0452-5A42-43E9-9B44-789CB938CC29}" dt="2026-08-17T13:19:36.205" v="2168" actId="478"/>
          <ac:spMkLst>
            <pc:docMk/>
            <pc:sldMk cId="4186534237" sldId="1425"/>
            <ac:spMk id="4" creationId="{925901EA-32C1-45F5-859A-5147C6443F3F}"/>
          </ac:spMkLst>
        </pc:spChg>
        <pc:picChg chg="add mod modCrop">
          <ac:chgData name="Deepti Singh" userId="5a554a51-2db5-4d50-b08d-e11c4cd18690" providerId="ADAL" clId="{0A4E0452-5A42-43E9-9B44-789CB938CC29}" dt="2026-08-17T13:19:47.921" v="2172" actId="1076"/>
          <ac:picMkLst>
            <pc:docMk/>
            <pc:sldMk cId="4186534237" sldId="1425"/>
            <ac:picMk id="5" creationId="{BD7AFB4E-06BE-4768-8965-E76A4C4BBBC0}"/>
          </ac:picMkLst>
        </pc:picChg>
      </pc:sldChg>
      <pc:sldChg chg="modSp add ord">
        <pc:chgData name="Deepti Singh" userId="5a554a51-2db5-4d50-b08d-e11c4cd18690" providerId="ADAL" clId="{0A4E0452-5A42-43E9-9B44-789CB938CC29}" dt="2026-08-14T08:26:14.693" v="345" actId="20577"/>
        <pc:sldMkLst>
          <pc:docMk/>
          <pc:sldMk cId="1781899763" sldId="1426"/>
        </pc:sldMkLst>
        <pc:spChg chg="mod">
          <ac:chgData name="Deepti Singh" userId="5a554a51-2db5-4d50-b08d-e11c4cd18690" providerId="ADAL" clId="{0A4E0452-5A42-43E9-9B44-789CB938CC29}" dt="2026-08-14T08:22:28.581" v="331"/>
          <ac:spMkLst>
            <pc:docMk/>
            <pc:sldMk cId="1781899763" sldId="1426"/>
            <ac:spMk id="2" creationId="{6E1C52BF-FF0C-5EBE-CF7C-99BFC394F34E}"/>
          </ac:spMkLst>
        </pc:spChg>
        <pc:spChg chg="mod">
          <ac:chgData name="Deepti Singh" userId="5a554a51-2db5-4d50-b08d-e11c4cd18690" providerId="ADAL" clId="{0A4E0452-5A42-43E9-9B44-789CB938CC29}" dt="2026-08-14T08:26:14.693" v="345" actId="20577"/>
          <ac:spMkLst>
            <pc:docMk/>
            <pc:sldMk cId="1781899763" sldId="1426"/>
            <ac:spMk id="3" creationId="{2DC1B6D9-4A96-DA81-6A73-4BFC41EFD927}"/>
          </ac:spMkLst>
        </pc:spChg>
      </pc:sldChg>
      <pc:sldChg chg="addSp delSp modSp add modNotesTx">
        <pc:chgData name="Deepti Singh" userId="5a554a51-2db5-4d50-b08d-e11c4cd18690" providerId="ADAL" clId="{0A4E0452-5A42-43E9-9B44-789CB938CC29}" dt="2026-08-17T13:24:58.999" v="2181" actId="20577"/>
        <pc:sldMkLst>
          <pc:docMk/>
          <pc:sldMk cId="1491732825" sldId="1427"/>
        </pc:sldMkLst>
        <pc:spChg chg="mod">
          <ac:chgData name="Deepti Singh" userId="5a554a51-2db5-4d50-b08d-e11c4cd18690" providerId="ADAL" clId="{0A4E0452-5A42-43E9-9B44-789CB938CC29}" dt="2026-08-14T08:26:57.509" v="347"/>
          <ac:spMkLst>
            <pc:docMk/>
            <pc:sldMk cId="1491732825" sldId="1427"/>
            <ac:spMk id="3" creationId="{2DC1B6D9-4A96-DA81-6A73-4BFC41EFD927}"/>
          </ac:spMkLst>
        </pc:spChg>
        <pc:spChg chg="add del mod">
          <ac:chgData name="Deepti Singh" userId="5a554a51-2db5-4d50-b08d-e11c4cd18690" providerId="ADAL" clId="{0A4E0452-5A42-43E9-9B44-789CB938CC29}" dt="2026-08-17T13:24:03.569" v="2173" actId="478"/>
          <ac:spMkLst>
            <pc:docMk/>
            <pc:sldMk cId="1491732825" sldId="1427"/>
            <ac:spMk id="4" creationId="{BF3959D3-E23A-4AEA-A75E-1D2ECEEBDCDD}"/>
          </ac:spMkLst>
        </pc:spChg>
        <pc:picChg chg="add mod modCrop">
          <ac:chgData name="Deepti Singh" userId="5a554a51-2db5-4d50-b08d-e11c4cd18690" providerId="ADAL" clId="{0A4E0452-5A42-43E9-9B44-789CB938CC29}" dt="2026-08-17T13:24:31.805" v="2179" actId="1076"/>
          <ac:picMkLst>
            <pc:docMk/>
            <pc:sldMk cId="1491732825" sldId="1427"/>
            <ac:picMk id="5" creationId="{1FE583A0-ADB1-4E42-B679-ED86CA48895E}"/>
          </ac:picMkLst>
        </pc:picChg>
      </pc:sldChg>
      <pc:sldChg chg="modSp add ord">
        <pc:chgData name="Deepti Singh" userId="5a554a51-2db5-4d50-b08d-e11c4cd18690" providerId="ADAL" clId="{0A4E0452-5A42-43E9-9B44-789CB938CC29}" dt="2026-08-14T09:31:51.073" v="366" actId="20577"/>
        <pc:sldMkLst>
          <pc:docMk/>
          <pc:sldMk cId="49770600" sldId="1428"/>
        </pc:sldMkLst>
        <pc:spChg chg="mod">
          <ac:chgData name="Deepti Singh" userId="5a554a51-2db5-4d50-b08d-e11c4cd18690" providerId="ADAL" clId="{0A4E0452-5A42-43E9-9B44-789CB938CC29}" dt="2026-08-14T09:31:51.073" v="366" actId="20577"/>
          <ac:spMkLst>
            <pc:docMk/>
            <pc:sldMk cId="49770600" sldId="1428"/>
            <ac:spMk id="3" creationId="{2DC1B6D9-4A96-DA81-6A73-4BFC41EFD927}"/>
          </ac:spMkLst>
        </pc:spChg>
      </pc:sldChg>
      <pc:sldChg chg="modSp add modNotesTx">
        <pc:chgData name="Deepti Singh" userId="5a554a51-2db5-4d50-b08d-e11c4cd18690" providerId="ADAL" clId="{0A4E0452-5A42-43E9-9B44-789CB938CC29}" dt="2026-08-14T09:33:13.160" v="380" actId="20577"/>
        <pc:sldMkLst>
          <pc:docMk/>
          <pc:sldMk cId="1969645651" sldId="1429"/>
        </pc:sldMkLst>
        <pc:spChg chg="mod">
          <ac:chgData name="Deepti Singh" userId="5a554a51-2db5-4d50-b08d-e11c4cd18690" providerId="ADAL" clId="{0A4E0452-5A42-43E9-9B44-789CB938CC29}" dt="2026-08-14T09:33:13.160" v="380" actId="20577"/>
          <ac:spMkLst>
            <pc:docMk/>
            <pc:sldMk cId="1969645651" sldId="1429"/>
            <ac:spMk id="3" creationId="{2DC1B6D9-4A96-DA81-6A73-4BFC41EFD927}"/>
          </ac:spMkLst>
        </pc:spChg>
      </pc:sldChg>
      <pc:sldChg chg="addSp delSp modSp add">
        <pc:chgData name="Deepti Singh" userId="5a554a51-2db5-4d50-b08d-e11c4cd18690" providerId="ADAL" clId="{0A4E0452-5A42-43E9-9B44-789CB938CC29}" dt="2026-08-17T13:27:26.730" v="2192" actId="1076"/>
        <pc:sldMkLst>
          <pc:docMk/>
          <pc:sldMk cId="2743086157" sldId="1430"/>
        </pc:sldMkLst>
        <pc:spChg chg="mod">
          <ac:chgData name="Deepti Singh" userId="5a554a51-2db5-4d50-b08d-e11c4cd18690" providerId="ADAL" clId="{0A4E0452-5A42-43E9-9B44-789CB938CC29}" dt="2026-08-14T09:33:54.954" v="382"/>
          <ac:spMkLst>
            <pc:docMk/>
            <pc:sldMk cId="2743086157" sldId="1430"/>
            <ac:spMk id="3" creationId="{2DC1B6D9-4A96-DA81-6A73-4BFC41EFD927}"/>
          </ac:spMkLst>
        </pc:spChg>
        <pc:spChg chg="add del mod">
          <ac:chgData name="Deepti Singh" userId="5a554a51-2db5-4d50-b08d-e11c4cd18690" providerId="ADAL" clId="{0A4E0452-5A42-43E9-9B44-789CB938CC29}" dt="2026-08-17T13:27:07.699" v="2186" actId="478"/>
          <ac:spMkLst>
            <pc:docMk/>
            <pc:sldMk cId="2743086157" sldId="1430"/>
            <ac:spMk id="4" creationId="{BD3B78A1-FBF7-4519-A92C-0060E005BB80}"/>
          </ac:spMkLst>
        </pc:spChg>
        <pc:picChg chg="add mod modCrop">
          <ac:chgData name="Deepti Singh" userId="5a554a51-2db5-4d50-b08d-e11c4cd18690" providerId="ADAL" clId="{0A4E0452-5A42-43E9-9B44-789CB938CC29}" dt="2026-08-17T13:27:26.730" v="2192" actId="1076"/>
          <ac:picMkLst>
            <pc:docMk/>
            <pc:sldMk cId="2743086157" sldId="1430"/>
            <ac:picMk id="5" creationId="{A3DED1F8-F1AD-466B-A4B6-7593D5F5C22E}"/>
          </ac:picMkLst>
        </pc:picChg>
        <pc:picChg chg="add del">
          <ac:chgData name="Deepti Singh" userId="5a554a51-2db5-4d50-b08d-e11c4cd18690" providerId="ADAL" clId="{0A4E0452-5A42-43E9-9B44-789CB938CC29}" dt="2026-08-17T13:26:06.809" v="2185"/>
          <ac:picMkLst>
            <pc:docMk/>
            <pc:sldMk cId="2743086157" sldId="1430"/>
            <ac:picMk id="5122" creationId="{993A4D2E-9E5B-4A0C-B5E2-95CA84F704C1}"/>
          </ac:picMkLst>
        </pc:picChg>
      </pc:sldChg>
      <pc:sldChg chg="modSp add ord">
        <pc:chgData name="Deepti Singh" userId="5a554a51-2db5-4d50-b08d-e11c4cd18690" providerId="ADAL" clId="{0A4E0452-5A42-43E9-9B44-789CB938CC29}" dt="2026-08-18T12:43:20.552" v="2638" actId="14100"/>
        <pc:sldMkLst>
          <pc:docMk/>
          <pc:sldMk cId="1533232751" sldId="1431"/>
        </pc:sldMkLst>
        <pc:spChg chg="mod">
          <ac:chgData name="Deepti Singh" userId="5a554a51-2db5-4d50-b08d-e11c4cd18690" providerId="ADAL" clId="{0A4E0452-5A42-43E9-9B44-789CB938CC29}" dt="2026-08-14T09:36:52.034" v="396"/>
          <ac:spMkLst>
            <pc:docMk/>
            <pc:sldMk cId="1533232751" sldId="1431"/>
            <ac:spMk id="2" creationId="{6E1C52BF-FF0C-5EBE-CF7C-99BFC394F34E}"/>
          </ac:spMkLst>
        </pc:spChg>
        <pc:spChg chg="mod">
          <ac:chgData name="Deepti Singh" userId="5a554a51-2db5-4d50-b08d-e11c4cd18690" providerId="ADAL" clId="{0A4E0452-5A42-43E9-9B44-789CB938CC29}" dt="2026-08-18T12:43:20.552" v="2638" actId="14100"/>
          <ac:spMkLst>
            <pc:docMk/>
            <pc:sldMk cId="1533232751" sldId="1431"/>
            <ac:spMk id="3" creationId="{2DC1B6D9-4A96-DA81-6A73-4BFC41EFD927}"/>
          </ac:spMkLst>
        </pc:spChg>
      </pc:sldChg>
      <pc:sldChg chg="modSp add">
        <pc:chgData name="Deepti Singh" userId="5a554a51-2db5-4d50-b08d-e11c4cd18690" providerId="ADAL" clId="{0A4E0452-5A42-43E9-9B44-789CB938CC29}" dt="2026-08-14T09:40:34.094" v="418" actId="20577"/>
        <pc:sldMkLst>
          <pc:docMk/>
          <pc:sldMk cId="3695720668" sldId="1432"/>
        </pc:sldMkLst>
        <pc:spChg chg="mod">
          <ac:chgData name="Deepti Singh" userId="5a554a51-2db5-4d50-b08d-e11c4cd18690" providerId="ADAL" clId="{0A4E0452-5A42-43E9-9B44-789CB938CC29}" dt="2026-08-14T09:40:34.094" v="418" actId="20577"/>
          <ac:spMkLst>
            <pc:docMk/>
            <pc:sldMk cId="3695720668" sldId="1432"/>
            <ac:spMk id="3" creationId="{2DC1B6D9-4A96-DA81-6A73-4BFC41EFD927}"/>
          </ac:spMkLst>
        </pc:spChg>
      </pc:sldChg>
      <pc:sldChg chg="addSp modSp add">
        <pc:chgData name="Deepti Singh" userId="5a554a51-2db5-4d50-b08d-e11c4cd18690" providerId="ADAL" clId="{0A4E0452-5A42-43E9-9B44-789CB938CC29}" dt="2026-08-14T09:46:04.085" v="430" actId="1076"/>
        <pc:sldMkLst>
          <pc:docMk/>
          <pc:sldMk cId="3615988329" sldId="1433"/>
        </pc:sldMkLst>
        <pc:spChg chg="mod">
          <ac:chgData name="Deepti Singh" userId="5a554a51-2db5-4d50-b08d-e11c4cd18690" providerId="ADAL" clId="{0A4E0452-5A42-43E9-9B44-789CB938CC29}" dt="2026-08-14T09:44:23.907" v="420"/>
          <ac:spMkLst>
            <pc:docMk/>
            <pc:sldMk cId="3615988329" sldId="1433"/>
            <ac:spMk id="3" creationId="{2DC1B6D9-4A96-DA81-6A73-4BFC41EFD927}"/>
          </ac:spMkLst>
        </pc:spChg>
        <pc:spChg chg="add mod">
          <ac:chgData name="Deepti Singh" userId="5a554a51-2db5-4d50-b08d-e11c4cd18690" providerId="ADAL" clId="{0A4E0452-5A42-43E9-9B44-789CB938CC29}" dt="2026-08-14T09:46:04.085" v="430" actId="1076"/>
          <ac:spMkLst>
            <pc:docMk/>
            <pc:sldMk cId="3615988329" sldId="1433"/>
            <ac:spMk id="5" creationId="{9A864C1D-9959-42C1-97C1-019E64D1B60E}"/>
          </ac:spMkLst>
        </pc:spChg>
        <pc:graphicFrameChg chg="add mod modGraphic">
          <ac:chgData name="Deepti Singh" userId="5a554a51-2db5-4d50-b08d-e11c4cd18690" providerId="ADAL" clId="{0A4E0452-5A42-43E9-9B44-789CB938CC29}" dt="2026-08-14T09:45:50.590" v="428" actId="1076"/>
          <ac:graphicFrameMkLst>
            <pc:docMk/>
            <pc:sldMk cId="3615988329" sldId="1433"/>
            <ac:graphicFrameMk id="4" creationId="{2AF465A9-3DB6-4CFF-87F5-57E3E8E193D6}"/>
          </ac:graphicFrameMkLst>
        </pc:graphicFrameChg>
      </pc:sldChg>
      <pc:sldChg chg="modSp add">
        <pc:chgData name="Deepti Singh" userId="5a554a51-2db5-4d50-b08d-e11c4cd18690" providerId="ADAL" clId="{0A4E0452-5A42-43E9-9B44-789CB938CC29}" dt="2026-08-14T09:51:30.074" v="479" actId="20577"/>
        <pc:sldMkLst>
          <pc:docMk/>
          <pc:sldMk cId="1164929655" sldId="1434"/>
        </pc:sldMkLst>
        <pc:spChg chg="mod">
          <ac:chgData name="Deepti Singh" userId="5a554a51-2db5-4d50-b08d-e11c4cd18690" providerId="ADAL" clId="{0A4E0452-5A42-43E9-9B44-789CB938CC29}" dt="2026-08-14T09:51:30.074" v="479" actId="20577"/>
          <ac:spMkLst>
            <pc:docMk/>
            <pc:sldMk cId="1164929655" sldId="1434"/>
            <ac:spMk id="71" creationId="{62B7A3AF-869F-B740-76EA-A4B404051BF4}"/>
          </ac:spMkLst>
        </pc:spChg>
        <pc:spChg chg="mod">
          <ac:chgData name="Deepti Singh" userId="5a554a51-2db5-4d50-b08d-e11c4cd18690" providerId="ADAL" clId="{0A4E0452-5A42-43E9-9B44-789CB938CC29}" dt="2026-08-14T09:49:34.017" v="462" actId="20577"/>
          <ac:spMkLst>
            <pc:docMk/>
            <pc:sldMk cId="1164929655" sldId="1434"/>
            <ac:spMk id="72" creationId="{4A91B35D-2A72-4006-A5A7-8E5332458CDC}"/>
          </ac:spMkLst>
        </pc:spChg>
        <pc:grpChg chg="mod">
          <ac:chgData name="Deepti Singh" userId="5a554a51-2db5-4d50-b08d-e11c4cd18690" providerId="ADAL" clId="{0A4E0452-5A42-43E9-9B44-789CB938CC29}" dt="2026-08-14T09:51:10.899" v="464"/>
          <ac:grpSpMkLst>
            <pc:docMk/>
            <pc:sldMk cId="1164929655" sldId="1434"/>
            <ac:grpSpMk id="73" creationId="{DDE83C21-6845-732E-1BAC-1F963CC82DED}"/>
          </ac:grpSpMkLst>
        </pc:grpChg>
      </pc:sldChg>
      <pc:sldChg chg="addSp modSp add">
        <pc:chgData name="Deepti Singh" userId="5a554a51-2db5-4d50-b08d-e11c4cd18690" providerId="ADAL" clId="{0A4E0452-5A42-43E9-9B44-789CB938CC29}" dt="2026-08-18T12:44:26.126" v="2644" actId="1076"/>
        <pc:sldMkLst>
          <pc:docMk/>
          <pc:sldMk cId="3810023221" sldId="1435"/>
        </pc:sldMkLst>
        <pc:spChg chg="mod">
          <ac:chgData name="Deepti Singh" userId="5a554a51-2db5-4d50-b08d-e11c4cd18690" providerId="ADAL" clId="{0A4E0452-5A42-43E9-9B44-789CB938CC29}" dt="2026-08-18T12:44:13.064" v="2640" actId="14100"/>
          <ac:spMkLst>
            <pc:docMk/>
            <pc:sldMk cId="3810023221" sldId="1435"/>
            <ac:spMk id="3" creationId="{2DC1B6D9-4A96-DA81-6A73-4BFC41EFD927}"/>
          </ac:spMkLst>
        </pc:spChg>
        <pc:picChg chg="add mod">
          <ac:chgData name="Deepti Singh" userId="5a554a51-2db5-4d50-b08d-e11c4cd18690" providerId="ADAL" clId="{0A4E0452-5A42-43E9-9B44-789CB938CC29}" dt="2026-08-18T12:44:26.126" v="2644" actId="1076"/>
          <ac:picMkLst>
            <pc:docMk/>
            <pc:sldMk cId="3810023221" sldId="1435"/>
            <ac:picMk id="4" creationId="{4A950217-70A9-4E1B-B704-4849B5731A59}"/>
          </ac:picMkLst>
        </pc:picChg>
      </pc:sldChg>
      <pc:sldChg chg="add">
        <pc:chgData name="Deepti Singh" userId="5a554a51-2db5-4d50-b08d-e11c4cd18690" providerId="ADAL" clId="{0A4E0452-5A42-43E9-9B44-789CB938CC29}" dt="2026-08-14T10:11:58.146" v="537"/>
        <pc:sldMkLst>
          <pc:docMk/>
          <pc:sldMk cId="2056431612" sldId="1437"/>
        </pc:sldMkLst>
      </pc:sldChg>
      <pc:sldChg chg="modSp add ord">
        <pc:chgData name="Deepti Singh" userId="5a554a51-2db5-4d50-b08d-e11c4cd18690" providerId="ADAL" clId="{0A4E0452-5A42-43E9-9B44-789CB938CC29}" dt="2026-08-14T10:17:43.704" v="552" actId="20577"/>
        <pc:sldMkLst>
          <pc:docMk/>
          <pc:sldMk cId="2538854933" sldId="1438"/>
        </pc:sldMkLst>
        <pc:spChg chg="mod">
          <ac:chgData name="Deepti Singh" userId="5a554a51-2db5-4d50-b08d-e11c4cd18690" providerId="ADAL" clId="{0A4E0452-5A42-43E9-9B44-789CB938CC29}" dt="2026-08-14T10:17:43.704" v="552" actId="20577"/>
          <ac:spMkLst>
            <pc:docMk/>
            <pc:sldMk cId="2538854933" sldId="1438"/>
            <ac:spMk id="3" creationId="{2DC1B6D9-4A96-DA81-6A73-4BFC41EFD927}"/>
          </ac:spMkLst>
        </pc:spChg>
      </pc:sldChg>
      <pc:sldChg chg="addSp modSp add">
        <pc:chgData name="Deepti Singh" userId="5a554a51-2db5-4d50-b08d-e11c4cd18690" providerId="ADAL" clId="{0A4E0452-5A42-43E9-9B44-789CB938CC29}" dt="2026-08-18T12:45:27.541" v="2654" actId="1076"/>
        <pc:sldMkLst>
          <pc:docMk/>
          <pc:sldMk cId="3290645908" sldId="1439"/>
        </pc:sldMkLst>
        <pc:spChg chg="mod">
          <ac:chgData name="Deepti Singh" userId="5a554a51-2db5-4d50-b08d-e11c4cd18690" providerId="ADAL" clId="{0A4E0452-5A42-43E9-9B44-789CB938CC29}" dt="2026-08-14T10:30:40.447" v="606"/>
          <ac:spMkLst>
            <pc:docMk/>
            <pc:sldMk cId="3290645908" sldId="1439"/>
            <ac:spMk id="2" creationId="{6E1C52BF-FF0C-5EBE-CF7C-99BFC394F34E}"/>
          </ac:spMkLst>
        </pc:spChg>
        <pc:spChg chg="mod">
          <ac:chgData name="Deepti Singh" userId="5a554a51-2db5-4d50-b08d-e11c4cd18690" providerId="ADAL" clId="{0A4E0452-5A42-43E9-9B44-789CB938CC29}" dt="2026-08-18T12:45:09.560" v="2648" actId="14100"/>
          <ac:spMkLst>
            <pc:docMk/>
            <pc:sldMk cId="3290645908" sldId="1439"/>
            <ac:spMk id="3" creationId="{2DC1B6D9-4A96-DA81-6A73-4BFC41EFD927}"/>
          </ac:spMkLst>
        </pc:spChg>
        <pc:picChg chg="add mod">
          <ac:chgData name="Deepti Singh" userId="5a554a51-2db5-4d50-b08d-e11c4cd18690" providerId="ADAL" clId="{0A4E0452-5A42-43E9-9B44-789CB938CC29}" dt="2026-08-18T12:45:27.541" v="2654" actId="1076"/>
          <ac:picMkLst>
            <pc:docMk/>
            <pc:sldMk cId="3290645908" sldId="1439"/>
            <ac:picMk id="4" creationId="{C589CC99-94CE-46FC-96CB-B0E8C6EFF21A}"/>
          </ac:picMkLst>
        </pc:picChg>
      </pc:sldChg>
      <pc:sldChg chg="modSp add">
        <pc:chgData name="Deepti Singh" userId="5a554a51-2db5-4d50-b08d-e11c4cd18690" providerId="ADAL" clId="{0A4E0452-5A42-43E9-9B44-789CB938CC29}" dt="2026-08-14T10:30:44.345" v="607"/>
        <pc:sldMkLst>
          <pc:docMk/>
          <pc:sldMk cId="1912599171" sldId="1440"/>
        </pc:sldMkLst>
        <pc:spChg chg="mod">
          <ac:chgData name="Deepti Singh" userId="5a554a51-2db5-4d50-b08d-e11c4cd18690" providerId="ADAL" clId="{0A4E0452-5A42-43E9-9B44-789CB938CC29}" dt="2026-08-14T10:30:44.345" v="607"/>
          <ac:spMkLst>
            <pc:docMk/>
            <pc:sldMk cId="1912599171" sldId="1440"/>
            <ac:spMk id="2" creationId="{6E1C52BF-FF0C-5EBE-CF7C-99BFC394F34E}"/>
          </ac:spMkLst>
        </pc:spChg>
        <pc:spChg chg="mod">
          <ac:chgData name="Deepti Singh" userId="5a554a51-2db5-4d50-b08d-e11c4cd18690" providerId="ADAL" clId="{0A4E0452-5A42-43E9-9B44-789CB938CC29}" dt="2026-08-14T10:20:51.459" v="578" actId="20577"/>
          <ac:spMkLst>
            <pc:docMk/>
            <pc:sldMk cId="1912599171" sldId="1440"/>
            <ac:spMk id="3" creationId="{2DC1B6D9-4A96-DA81-6A73-4BFC41EFD927}"/>
          </ac:spMkLst>
        </pc:spChg>
      </pc:sldChg>
      <pc:sldChg chg="addSp delSp modSp add">
        <pc:chgData name="Deepti Singh" userId="5a554a51-2db5-4d50-b08d-e11c4cd18690" providerId="ADAL" clId="{0A4E0452-5A42-43E9-9B44-789CB938CC29}" dt="2026-08-17T13:49:17.546" v="2202" actId="1076"/>
        <pc:sldMkLst>
          <pc:docMk/>
          <pc:sldMk cId="202544248" sldId="1441"/>
        </pc:sldMkLst>
        <pc:spChg chg="mod">
          <ac:chgData name="Deepti Singh" userId="5a554a51-2db5-4d50-b08d-e11c4cd18690" providerId="ADAL" clId="{0A4E0452-5A42-43E9-9B44-789CB938CC29}" dt="2026-08-14T10:30:48.323" v="608"/>
          <ac:spMkLst>
            <pc:docMk/>
            <pc:sldMk cId="202544248" sldId="1441"/>
            <ac:spMk id="2" creationId="{6E1C52BF-FF0C-5EBE-CF7C-99BFC394F34E}"/>
          </ac:spMkLst>
        </pc:spChg>
        <pc:spChg chg="mod">
          <ac:chgData name="Deepti Singh" userId="5a554a51-2db5-4d50-b08d-e11c4cd18690" providerId="ADAL" clId="{0A4E0452-5A42-43E9-9B44-789CB938CC29}" dt="2026-08-14T10:22:58.867" v="580"/>
          <ac:spMkLst>
            <pc:docMk/>
            <pc:sldMk cId="202544248" sldId="1441"/>
            <ac:spMk id="3" creationId="{2DC1B6D9-4A96-DA81-6A73-4BFC41EFD927}"/>
          </ac:spMkLst>
        </pc:spChg>
        <pc:spChg chg="add del mod">
          <ac:chgData name="Deepti Singh" userId="5a554a51-2db5-4d50-b08d-e11c4cd18690" providerId="ADAL" clId="{0A4E0452-5A42-43E9-9B44-789CB938CC29}" dt="2026-08-17T13:48:52.881" v="2197" actId="478"/>
          <ac:spMkLst>
            <pc:docMk/>
            <pc:sldMk cId="202544248" sldId="1441"/>
            <ac:spMk id="4" creationId="{DE55E7FF-DC88-4BAB-BB37-1F9C2E2046B1}"/>
          </ac:spMkLst>
        </pc:spChg>
        <pc:picChg chg="add mod modCrop">
          <ac:chgData name="Deepti Singh" userId="5a554a51-2db5-4d50-b08d-e11c4cd18690" providerId="ADAL" clId="{0A4E0452-5A42-43E9-9B44-789CB938CC29}" dt="2026-08-17T13:49:17.546" v="2202" actId="1076"/>
          <ac:picMkLst>
            <pc:docMk/>
            <pc:sldMk cId="202544248" sldId="1441"/>
            <ac:picMk id="5" creationId="{D423173F-8010-4D0A-A1F3-BA619BA5E64A}"/>
          </ac:picMkLst>
        </pc:picChg>
      </pc:sldChg>
      <pc:sldChg chg="modSp add ord">
        <pc:chgData name="Deepti Singh" userId="5a554a51-2db5-4d50-b08d-e11c4cd18690" providerId="ADAL" clId="{0A4E0452-5A42-43E9-9B44-789CB938CC29}" dt="2026-08-14T10:31:01.123" v="609"/>
        <pc:sldMkLst>
          <pc:docMk/>
          <pc:sldMk cId="202394295" sldId="1442"/>
        </pc:sldMkLst>
        <pc:spChg chg="mod">
          <ac:chgData name="Deepti Singh" userId="5a554a51-2db5-4d50-b08d-e11c4cd18690" providerId="ADAL" clId="{0A4E0452-5A42-43E9-9B44-789CB938CC29}" dt="2026-08-14T10:31:01.123" v="609"/>
          <ac:spMkLst>
            <pc:docMk/>
            <pc:sldMk cId="202394295" sldId="1442"/>
            <ac:spMk id="2" creationId="{6E1C52BF-FF0C-5EBE-CF7C-99BFC394F34E}"/>
          </ac:spMkLst>
        </pc:spChg>
        <pc:spChg chg="mod">
          <ac:chgData name="Deepti Singh" userId="5a554a51-2db5-4d50-b08d-e11c4cd18690" providerId="ADAL" clId="{0A4E0452-5A42-43E9-9B44-789CB938CC29}" dt="2026-08-14T10:29:25.798" v="598" actId="20577"/>
          <ac:spMkLst>
            <pc:docMk/>
            <pc:sldMk cId="202394295" sldId="1442"/>
            <ac:spMk id="3" creationId="{2DC1B6D9-4A96-DA81-6A73-4BFC41EFD927}"/>
          </ac:spMkLst>
        </pc:spChg>
      </pc:sldChg>
      <pc:sldChg chg="modSp add">
        <pc:chgData name="Deepti Singh" userId="5a554a51-2db5-4d50-b08d-e11c4cd18690" providerId="ADAL" clId="{0A4E0452-5A42-43E9-9B44-789CB938CC29}" dt="2026-08-14T10:35:20.291" v="622" actId="20577"/>
        <pc:sldMkLst>
          <pc:docMk/>
          <pc:sldMk cId="1695518018" sldId="1443"/>
        </pc:sldMkLst>
        <pc:spChg chg="mod">
          <ac:chgData name="Deepti Singh" userId="5a554a51-2db5-4d50-b08d-e11c4cd18690" providerId="ADAL" clId="{0A4E0452-5A42-43E9-9B44-789CB938CC29}" dt="2026-08-14T10:33:19.730" v="610"/>
          <ac:spMkLst>
            <pc:docMk/>
            <pc:sldMk cId="1695518018" sldId="1443"/>
            <ac:spMk id="2" creationId="{6E1C52BF-FF0C-5EBE-CF7C-99BFC394F34E}"/>
          </ac:spMkLst>
        </pc:spChg>
        <pc:spChg chg="mod">
          <ac:chgData name="Deepti Singh" userId="5a554a51-2db5-4d50-b08d-e11c4cd18690" providerId="ADAL" clId="{0A4E0452-5A42-43E9-9B44-789CB938CC29}" dt="2026-08-14T10:35:20.291" v="622" actId="20577"/>
          <ac:spMkLst>
            <pc:docMk/>
            <pc:sldMk cId="1695518018" sldId="1443"/>
            <ac:spMk id="3" creationId="{2DC1B6D9-4A96-DA81-6A73-4BFC41EFD927}"/>
          </ac:spMkLst>
        </pc:spChg>
      </pc:sldChg>
      <pc:sldChg chg="addSp modSp add">
        <pc:chgData name="Deepti Singh" userId="5a554a51-2db5-4d50-b08d-e11c4cd18690" providerId="ADAL" clId="{0A4E0452-5A42-43E9-9B44-789CB938CC29}" dt="2026-08-18T12:46:54.108" v="2661" actId="1076"/>
        <pc:sldMkLst>
          <pc:docMk/>
          <pc:sldMk cId="124977175" sldId="1444"/>
        </pc:sldMkLst>
        <pc:spChg chg="mod">
          <ac:chgData name="Deepti Singh" userId="5a554a51-2db5-4d50-b08d-e11c4cd18690" providerId="ADAL" clId="{0A4E0452-5A42-43E9-9B44-789CB938CC29}" dt="2026-08-18T12:46:41.215" v="2657" actId="14100"/>
          <ac:spMkLst>
            <pc:docMk/>
            <pc:sldMk cId="124977175" sldId="1444"/>
            <ac:spMk id="3" creationId="{2DC1B6D9-4A96-DA81-6A73-4BFC41EFD927}"/>
          </ac:spMkLst>
        </pc:spChg>
        <pc:picChg chg="add mod">
          <ac:chgData name="Deepti Singh" userId="5a554a51-2db5-4d50-b08d-e11c4cd18690" providerId="ADAL" clId="{0A4E0452-5A42-43E9-9B44-789CB938CC29}" dt="2026-08-18T12:46:54.108" v="2661" actId="1076"/>
          <ac:picMkLst>
            <pc:docMk/>
            <pc:sldMk cId="124977175" sldId="1444"/>
            <ac:picMk id="4" creationId="{B270B794-1362-49AE-AC58-CFC0F88599E2}"/>
          </ac:picMkLst>
        </pc:picChg>
      </pc:sldChg>
      <pc:sldChg chg="modSp add">
        <pc:chgData name="Deepti Singh" userId="5a554a51-2db5-4d50-b08d-e11c4cd18690" providerId="ADAL" clId="{0A4E0452-5A42-43E9-9B44-789CB938CC29}" dt="2026-08-17T05:58:36.865" v="646" actId="20577"/>
        <pc:sldMkLst>
          <pc:docMk/>
          <pc:sldMk cId="1606668577" sldId="1445"/>
        </pc:sldMkLst>
        <pc:spChg chg="mod">
          <ac:chgData name="Deepti Singh" userId="5a554a51-2db5-4d50-b08d-e11c4cd18690" providerId="ADAL" clId="{0A4E0452-5A42-43E9-9B44-789CB938CC29}" dt="2026-08-17T05:58:36.865" v="646" actId="20577"/>
          <ac:spMkLst>
            <pc:docMk/>
            <pc:sldMk cId="1606668577" sldId="1445"/>
            <ac:spMk id="3" creationId="{2DC1B6D9-4A96-DA81-6A73-4BFC41EFD927}"/>
          </ac:spMkLst>
        </pc:spChg>
      </pc:sldChg>
      <pc:sldChg chg="addSp delSp modSp add">
        <pc:chgData name="Deepti Singh" userId="5a554a51-2db5-4d50-b08d-e11c4cd18690" providerId="ADAL" clId="{0A4E0452-5A42-43E9-9B44-789CB938CC29}" dt="2026-08-18T12:02:55.625" v="2548" actId="164"/>
        <pc:sldMkLst>
          <pc:docMk/>
          <pc:sldMk cId="3567176801" sldId="1446"/>
        </pc:sldMkLst>
        <pc:spChg chg="mod">
          <ac:chgData name="Deepti Singh" userId="5a554a51-2db5-4d50-b08d-e11c4cd18690" providerId="ADAL" clId="{0A4E0452-5A42-43E9-9B44-789CB938CC29}" dt="2026-08-17T06:01:03.115" v="650" actId="404"/>
          <ac:spMkLst>
            <pc:docMk/>
            <pc:sldMk cId="3567176801" sldId="1446"/>
            <ac:spMk id="2" creationId="{6E1C52BF-FF0C-5EBE-CF7C-99BFC394F34E}"/>
          </ac:spMkLst>
        </pc:spChg>
        <pc:spChg chg="add del mod">
          <ac:chgData name="Deepti Singh" userId="5a554a51-2db5-4d50-b08d-e11c4cd18690" providerId="ADAL" clId="{0A4E0452-5A42-43E9-9B44-789CB938CC29}" dt="2026-08-18T11:06:01.558" v="2450" actId="114"/>
          <ac:spMkLst>
            <pc:docMk/>
            <pc:sldMk cId="3567176801" sldId="1446"/>
            <ac:spMk id="3" creationId="{2DC1B6D9-4A96-DA81-6A73-4BFC41EFD927}"/>
          </ac:spMkLst>
        </pc:spChg>
        <pc:spChg chg="add mod">
          <ac:chgData name="Deepti Singh" userId="5a554a51-2db5-4d50-b08d-e11c4cd18690" providerId="ADAL" clId="{0A4E0452-5A42-43E9-9B44-789CB938CC29}" dt="2026-08-18T12:02:55.625" v="2548" actId="164"/>
          <ac:spMkLst>
            <pc:docMk/>
            <pc:sldMk cId="3567176801" sldId="1446"/>
            <ac:spMk id="5" creationId="{1D90E3A5-1AF8-440F-A7B9-6EAF6A5B882C}"/>
          </ac:spMkLst>
        </pc:spChg>
        <pc:grpChg chg="add mod">
          <ac:chgData name="Deepti Singh" userId="5a554a51-2db5-4d50-b08d-e11c4cd18690" providerId="ADAL" clId="{0A4E0452-5A42-43E9-9B44-789CB938CC29}" dt="2026-08-18T12:02:55.625" v="2548" actId="164"/>
          <ac:grpSpMkLst>
            <pc:docMk/>
            <pc:sldMk cId="3567176801" sldId="1446"/>
            <ac:grpSpMk id="6" creationId="{B95846B1-68DF-48DA-B1DA-66F10DBFE764}"/>
          </ac:grpSpMkLst>
        </pc:grpChg>
        <pc:picChg chg="add mod">
          <ac:chgData name="Deepti Singh" userId="5a554a51-2db5-4d50-b08d-e11c4cd18690" providerId="ADAL" clId="{0A4E0452-5A42-43E9-9B44-789CB938CC29}" dt="2026-08-18T12:02:55.625" v="2548" actId="164"/>
          <ac:picMkLst>
            <pc:docMk/>
            <pc:sldMk cId="3567176801" sldId="1446"/>
            <ac:picMk id="4" creationId="{F2C330EB-F570-4E69-B88E-5B245424B695}"/>
          </ac:picMkLst>
        </pc:picChg>
        <pc:cxnChg chg="add del mod">
          <ac:chgData name="Deepti Singh" userId="5a554a51-2db5-4d50-b08d-e11c4cd18690" providerId="ADAL" clId="{0A4E0452-5A42-43E9-9B44-789CB938CC29}" dt="2026-08-18T11:05:12.203" v="2431" actId="478"/>
          <ac:cxnSpMkLst>
            <pc:docMk/>
            <pc:sldMk cId="3567176801" sldId="1446"/>
            <ac:cxnSpMk id="5" creationId="{5191E864-FED3-422F-80D8-17118C3EEFFE}"/>
          </ac:cxnSpMkLst>
        </pc:cxnChg>
        <pc:cxnChg chg="add mod">
          <ac:chgData name="Deepti Singh" userId="5a554a51-2db5-4d50-b08d-e11c4cd18690" providerId="ADAL" clId="{0A4E0452-5A42-43E9-9B44-789CB938CC29}" dt="2026-08-18T11:05:33.236" v="2435" actId="208"/>
          <ac:cxnSpMkLst>
            <pc:docMk/>
            <pc:sldMk cId="3567176801" sldId="1446"/>
            <ac:cxnSpMk id="7" creationId="{BF585E25-0105-45B4-9142-F40CFE1CB5C1}"/>
          </ac:cxnSpMkLst>
        </pc:cxnChg>
        <pc:cxnChg chg="add mod">
          <ac:chgData name="Deepti Singh" userId="5a554a51-2db5-4d50-b08d-e11c4cd18690" providerId="ADAL" clId="{0A4E0452-5A42-43E9-9B44-789CB938CC29}" dt="2026-08-18T12:02:00.242" v="2540" actId="1076"/>
          <ac:cxnSpMkLst>
            <pc:docMk/>
            <pc:sldMk cId="3567176801" sldId="1446"/>
            <ac:cxnSpMk id="8" creationId="{F69DF4F9-1539-4E2A-A7ED-A22AF6783D8E}"/>
          </ac:cxnSpMkLst>
        </pc:cxnChg>
      </pc:sldChg>
      <pc:sldChg chg="modSp add">
        <pc:chgData name="Deepti Singh" userId="5a554a51-2db5-4d50-b08d-e11c4cd18690" providerId="ADAL" clId="{0A4E0452-5A42-43E9-9B44-789CB938CC29}" dt="2026-08-17T06:02:58.795" v="700" actId="20577"/>
        <pc:sldMkLst>
          <pc:docMk/>
          <pc:sldMk cId="893629361" sldId="1447"/>
        </pc:sldMkLst>
        <pc:spChg chg="mod">
          <ac:chgData name="Deepti Singh" userId="5a554a51-2db5-4d50-b08d-e11c4cd18690" providerId="ADAL" clId="{0A4E0452-5A42-43E9-9B44-789CB938CC29}" dt="2026-08-17T06:02:58.795" v="700" actId="20577"/>
          <ac:spMkLst>
            <pc:docMk/>
            <pc:sldMk cId="893629361" sldId="1447"/>
            <ac:spMk id="71" creationId="{62B7A3AF-869F-B740-76EA-A4B404051BF4}"/>
          </ac:spMkLst>
        </pc:spChg>
        <pc:spChg chg="mod">
          <ac:chgData name="Deepti Singh" userId="5a554a51-2db5-4d50-b08d-e11c4cd18690" providerId="ADAL" clId="{0A4E0452-5A42-43E9-9B44-789CB938CC29}" dt="2026-08-17T06:02:41.208" v="681" actId="20577"/>
          <ac:spMkLst>
            <pc:docMk/>
            <pc:sldMk cId="893629361" sldId="1447"/>
            <ac:spMk id="72" creationId="{4A91B35D-2A72-4006-A5A7-8E5332458CDC}"/>
          </ac:spMkLst>
        </pc:spChg>
        <pc:grpChg chg="mod">
          <ac:chgData name="Deepti Singh" userId="5a554a51-2db5-4d50-b08d-e11c4cd18690" providerId="ADAL" clId="{0A4E0452-5A42-43E9-9B44-789CB938CC29}" dt="2026-08-17T06:02:44.566" v="682"/>
          <ac:grpSpMkLst>
            <pc:docMk/>
            <pc:sldMk cId="893629361" sldId="1447"/>
            <ac:grpSpMk id="73" creationId="{DDE83C21-6845-732E-1BAC-1F963CC82DED}"/>
          </ac:grpSpMkLst>
        </pc:grpChg>
      </pc:sldChg>
      <pc:sldChg chg="addSp modSp add">
        <pc:chgData name="Deepti Singh" userId="5a554a51-2db5-4d50-b08d-e11c4cd18690" providerId="ADAL" clId="{0A4E0452-5A42-43E9-9B44-789CB938CC29}" dt="2026-08-18T12:48:30.035" v="2669" actId="14100"/>
        <pc:sldMkLst>
          <pc:docMk/>
          <pc:sldMk cId="908729232" sldId="1448"/>
        </pc:sldMkLst>
        <pc:spChg chg="mod">
          <ac:chgData name="Deepti Singh" userId="5a554a51-2db5-4d50-b08d-e11c4cd18690" providerId="ADAL" clId="{0A4E0452-5A42-43E9-9B44-789CB938CC29}" dt="2026-08-18T12:48:27.024" v="2668" actId="14100"/>
          <ac:spMkLst>
            <pc:docMk/>
            <pc:sldMk cId="908729232" sldId="1448"/>
            <ac:spMk id="3" creationId="{2DC1B6D9-4A96-DA81-6A73-4BFC41EFD927}"/>
          </ac:spMkLst>
        </pc:spChg>
        <pc:picChg chg="add mod">
          <ac:chgData name="Deepti Singh" userId="5a554a51-2db5-4d50-b08d-e11c4cd18690" providerId="ADAL" clId="{0A4E0452-5A42-43E9-9B44-789CB938CC29}" dt="2026-08-18T12:48:30.035" v="2669" actId="14100"/>
          <ac:picMkLst>
            <pc:docMk/>
            <pc:sldMk cId="908729232" sldId="1448"/>
            <ac:picMk id="4" creationId="{BC59AC29-1CCD-4E75-A509-78A8114D218E}"/>
          </ac:picMkLst>
        </pc:picChg>
      </pc:sldChg>
      <pc:sldChg chg="modSp add">
        <pc:chgData name="Deepti Singh" userId="5a554a51-2db5-4d50-b08d-e11c4cd18690" providerId="ADAL" clId="{0A4E0452-5A42-43E9-9B44-789CB938CC29}" dt="2026-08-17T06:11:06.906" v="762" actId="114"/>
        <pc:sldMkLst>
          <pc:docMk/>
          <pc:sldMk cId="160120963" sldId="1449"/>
        </pc:sldMkLst>
        <pc:spChg chg="mod">
          <ac:chgData name="Deepti Singh" userId="5a554a51-2db5-4d50-b08d-e11c4cd18690" providerId="ADAL" clId="{0A4E0452-5A42-43E9-9B44-789CB938CC29}" dt="2026-08-17T06:11:06.906" v="762" actId="114"/>
          <ac:spMkLst>
            <pc:docMk/>
            <pc:sldMk cId="160120963" sldId="1449"/>
            <ac:spMk id="3" creationId="{2DC1B6D9-4A96-DA81-6A73-4BFC41EFD927}"/>
          </ac:spMkLst>
        </pc:spChg>
      </pc:sldChg>
      <pc:sldChg chg="addSp delSp modSp add">
        <pc:chgData name="Deepti Singh" userId="5a554a51-2db5-4d50-b08d-e11c4cd18690" providerId="ADAL" clId="{0A4E0452-5A42-43E9-9B44-789CB938CC29}" dt="2026-08-17T14:00:58.783" v="2212" actId="1076"/>
        <pc:sldMkLst>
          <pc:docMk/>
          <pc:sldMk cId="1768759499" sldId="1450"/>
        </pc:sldMkLst>
        <pc:spChg chg="mod">
          <ac:chgData name="Deepti Singh" userId="5a554a51-2db5-4d50-b08d-e11c4cd18690" providerId="ADAL" clId="{0A4E0452-5A42-43E9-9B44-789CB938CC29}" dt="2026-08-17T06:15:58.057" v="767" actId="12"/>
          <ac:spMkLst>
            <pc:docMk/>
            <pc:sldMk cId="1768759499" sldId="1450"/>
            <ac:spMk id="3" creationId="{2DC1B6D9-4A96-DA81-6A73-4BFC41EFD927}"/>
          </ac:spMkLst>
        </pc:spChg>
        <pc:spChg chg="add del mod">
          <ac:chgData name="Deepti Singh" userId="5a554a51-2db5-4d50-b08d-e11c4cd18690" providerId="ADAL" clId="{0A4E0452-5A42-43E9-9B44-789CB938CC29}" dt="2026-08-17T14:00:27.234" v="2203" actId="478"/>
          <ac:spMkLst>
            <pc:docMk/>
            <pc:sldMk cId="1768759499" sldId="1450"/>
            <ac:spMk id="4" creationId="{4134ED30-856E-496F-B2C8-37D2E2F31F6D}"/>
          </ac:spMkLst>
        </pc:spChg>
        <pc:picChg chg="add mod modCrop">
          <ac:chgData name="Deepti Singh" userId="5a554a51-2db5-4d50-b08d-e11c4cd18690" providerId="ADAL" clId="{0A4E0452-5A42-43E9-9B44-789CB938CC29}" dt="2026-08-17T14:00:58.783" v="2212" actId="1076"/>
          <ac:picMkLst>
            <pc:docMk/>
            <pc:sldMk cId="1768759499" sldId="1450"/>
            <ac:picMk id="5" creationId="{748AEAC3-F069-47CA-90F4-CA75A3ED0BC8}"/>
          </ac:picMkLst>
        </pc:picChg>
      </pc:sldChg>
      <pc:sldChg chg="modSp add ord">
        <pc:chgData name="Deepti Singh" userId="5a554a51-2db5-4d50-b08d-e11c4cd18690" providerId="ADAL" clId="{0A4E0452-5A42-43E9-9B44-789CB938CC29}" dt="2026-08-17T06:16:56.705" v="785" actId="20577"/>
        <pc:sldMkLst>
          <pc:docMk/>
          <pc:sldMk cId="3632980799" sldId="1451"/>
        </pc:sldMkLst>
        <pc:spChg chg="mod">
          <ac:chgData name="Deepti Singh" userId="5a554a51-2db5-4d50-b08d-e11c4cd18690" providerId="ADAL" clId="{0A4E0452-5A42-43E9-9B44-789CB938CC29}" dt="2026-08-17T06:16:29.542" v="773"/>
          <ac:spMkLst>
            <pc:docMk/>
            <pc:sldMk cId="3632980799" sldId="1451"/>
            <ac:spMk id="2" creationId="{6E1C52BF-FF0C-5EBE-CF7C-99BFC394F34E}"/>
          </ac:spMkLst>
        </pc:spChg>
        <pc:spChg chg="mod">
          <ac:chgData name="Deepti Singh" userId="5a554a51-2db5-4d50-b08d-e11c4cd18690" providerId="ADAL" clId="{0A4E0452-5A42-43E9-9B44-789CB938CC29}" dt="2026-08-17T06:16:56.705" v="785" actId="20577"/>
          <ac:spMkLst>
            <pc:docMk/>
            <pc:sldMk cId="3632980799" sldId="1451"/>
            <ac:spMk id="3" creationId="{2DC1B6D9-4A96-DA81-6A73-4BFC41EFD927}"/>
          </ac:spMkLst>
        </pc:spChg>
      </pc:sldChg>
      <pc:sldChg chg="addSp modSp add">
        <pc:chgData name="Deepti Singh" userId="5a554a51-2db5-4d50-b08d-e11c4cd18690" providerId="ADAL" clId="{0A4E0452-5A42-43E9-9B44-789CB938CC29}" dt="2026-08-18T12:49:31.059" v="2675" actId="1076"/>
        <pc:sldMkLst>
          <pc:docMk/>
          <pc:sldMk cId="4085232284" sldId="1452"/>
        </pc:sldMkLst>
        <pc:spChg chg="mod">
          <ac:chgData name="Deepti Singh" userId="5a554a51-2db5-4d50-b08d-e11c4cd18690" providerId="ADAL" clId="{0A4E0452-5A42-43E9-9B44-789CB938CC29}" dt="2026-08-17T06:17:56.019" v="805" actId="12"/>
          <ac:spMkLst>
            <pc:docMk/>
            <pc:sldMk cId="4085232284" sldId="1452"/>
            <ac:spMk id="3" creationId="{2DC1B6D9-4A96-DA81-6A73-4BFC41EFD927}"/>
          </ac:spMkLst>
        </pc:spChg>
        <pc:picChg chg="add mod">
          <ac:chgData name="Deepti Singh" userId="5a554a51-2db5-4d50-b08d-e11c4cd18690" providerId="ADAL" clId="{0A4E0452-5A42-43E9-9B44-789CB938CC29}" dt="2026-08-18T12:49:31.059" v="2675" actId="1076"/>
          <ac:picMkLst>
            <pc:docMk/>
            <pc:sldMk cId="4085232284" sldId="1452"/>
            <ac:picMk id="4" creationId="{B186FF96-2995-4014-A131-AB0D4439ECFD}"/>
          </ac:picMkLst>
        </pc:picChg>
      </pc:sldChg>
      <pc:sldChg chg="modSp add">
        <pc:chgData name="Deepti Singh" userId="5a554a51-2db5-4d50-b08d-e11c4cd18690" providerId="ADAL" clId="{0A4E0452-5A42-43E9-9B44-789CB938CC29}" dt="2026-08-17T06:18:44.501" v="822" actId="114"/>
        <pc:sldMkLst>
          <pc:docMk/>
          <pc:sldMk cId="1710480087" sldId="1453"/>
        </pc:sldMkLst>
        <pc:spChg chg="mod">
          <ac:chgData name="Deepti Singh" userId="5a554a51-2db5-4d50-b08d-e11c4cd18690" providerId="ADAL" clId="{0A4E0452-5A42-43E9-9B44-789CB938CC29}" dt="2026-08-17T06:18:44.501" v="822" actId="114"/>
          <ac:spMkLst>
            <pc:docMk/>
            <pc:sldMk cId="1710480087" sldId="1453"/>
            <ac:spMk id="3" creationId="{2DC1B6D9-4A96-DA81-6A73-4BFC41EFD927}"/>
          </ac:spMkLst>
        </pc:spChg>
      </pc:sldChg>
      <pc:sldChg chg="add">
        <pc:chgData name="Deepti Singh" userId="5a554a51-2db5-4d50-b08d-e11c4cd18690" providerId="ADAL" clId="{0A4E0452-5A42-43E9-9B44-789CB938CC29}" dt="2026-08-17T06:19:00.760" v="823"/>
        <pc:sldMkLst>
          <pc:docMk/>
          <pc:sldMk cId="1145332328" sldId="1454"/>
        </pc:sldMkLst>
      </pc:sldChg>
      <pc:sldChg chg="addSp delSp modSp add">
        <pc:chgData name="Deepti Singh" userId="5a554a51-2db5-4d50-b08d-e11c4cd18690" providerId="ADAL" clId="{0A4E0452-5A42-43E9-9B44-789CB938CC29}" dt="2026-08-17T14:06:24.115" v="2219" actId="14100"/>
        <pc:sldMkLst>
          <pc:docMk/>
          <pc:sldMk cId="1769439559" sldId="1455"/>
        </pc:sldMkLst>
        <pc:spChg chg="mod">
          <ac:chgData name="Deepti Singh" userId="5a554a51-2db5-4d50-b08d-e11c4cd18690" providerId="ADAL" clId="{0A4E0452-5A42-43E9-9B44-789CB938CC29}" dt="2026-08-17T06:21:52.265" v="830"/>
          <ac:spMkLst>
            <pc:docMk/>
            <pc:sldMk cId="1769439559" sldId="1455"/>
            <ac:spMk id="3" creationId="{2DC1B6D9-4A96-DA81-6A73-4BFC41EFD927}"/>
          </ac:spMkLst>
        </pc:spChg>
        <pc:spChg chg="add del mod">
          <ac:chgData name="Deepti Singh" userId="5a554a51-2db5-4d50-b08d-e11c4cd18690" providerId="ADAL" clId="{0A4E0452-5A42-43E9-9B44-789CB938CC29}" dt="2026-08-17T14:06:03.236" v="2213" actId="478"/>
          <ac:spMkLst>
            <pc:docMk/>
            <pc:sldMk cId="1769439559" sldId="1455"/>
            <ac:spMk id="4" creationId="{E6C016E5-CBAC-4CE6-9BB2-5C2508025473}"/>
          </ac:spMkLst>
        </pc:spChg>
        <pc:picChg chg="add mod modCrop">
          <ac:chgData name="Deepti Singh" userId="5a554a51-2db5-4d50-b08d-e11c4cd18690" providerId="ADAL" clId="{0A4E0452-5A42-43E9-9B44-789CB938CC29}" dt="2026-08-17T14:06:24.115" v="2219" actId="14100"/>
          <ac:picMkLst>
            <pc:docMk/>
            <pc:sldMk cId="1769439559" sldId="1455"/>
            <ac:picMk id="5" creationId="{3E0A82BD-F8A9-46C0-B30B-1FE3761DDA58}"/>
          </ac:picMkLst>
        </pc:picChg>
      </pc:sldChg>
      <pc:sldChg chg="delSp modSp add">
        <pc:chgData name="Deepti Singh" userId="5a554a51-2db5-4d50-b08d-e11c4cd18690" providerId="ADAL" clId="{0A4E0452-5A42-43E9-9B44-789CB938CC29}" dt="2026-08-17T06:22:51.281" v="849" actId="20577"/>
        <pc:sldMkLst>
          <pc:docMk/>
          <pc:sldMk cId="3661146389" sldId="1456"/>
        </pc:sldMkLst>
        <pc:spChg chg="mod">
          <ac:chgData name="Deepti Singh" userId="5a554a51-2db5-4d50-b08d-e11c4cd18690" providerId="ADAL" clId="{0A4E0452-5A42-43E9-9B44-789CB938CC29}" dt="2026-08-17T06:22:23.974" v="835"/>
          <ac:spMkLst>
            <pc:docMk/>
            <pc:sldMk cId="3661146389" sldId="1456"/>
            <ac:spMk id="2" creationId="{6E1C52BF-FF0C-5EBE-CF7C-99BFC394F34E}"/>
          </ac:spMkLst>
        </pc:spChg>
        <pc:spChg chg="mod">
          <ac:chgData name="Deepti Singh" userId="5a554a51-2db5-4d50-b08d-e11c4cd18690" providerId="ADAL" clId="{0A4E0452-5A42-43E9-9B44-789CB938CC29}" dt="2026-08-17T06:22:51.281" v="849" actId="20577"/>
          <ac:spMkLst>
            <pc:docMk/>
            <pc:sldMk cId="3661146389" sldId="1456"/>
            <ac:spMk id="3" creationId="{2DC1B6D9-4A96-DA81-6A73-4BFC41EFD927}"/>
          </ac:spMkLst>
        </pc:spChg>
        <pc:spChg chg="del">
          <ac:chgData name="Deepti Singh" userId="5a554a51-2db5-4d50-b08d-e11c4cd18690" providerId="ADAL" clId="{0A4E0452-5A42-43E9-9B44-789CB938CC29}" dt="2026-08-17T06:22:08.433" v="834" actId="478"/>
          <ac:spMkLst>
            <pc:docMk/>
            <pc:sldMk cId="3661146389" sldId="1456"/>
            <ac:spMk id="4" creationId="{E6C016E5-CBAC-4CE6-9BB2-5C2508025473}"/>
          </ac:spMkLst>
        </pc:spChg>
      </pc:sldChg>
      <pc:sldChg chg="modSp add">
        <pc:chgData name="Deepti Singh" userId="5a554a51-2db5-4d50-b08d-e11c4cd18690" providerId="ADAL" clId="{0A4E0452-5A42-43E9-9B44-789CB938CC29}" dt="2026-08-17T06:23:23.998" v="865" actId="20577"/>
        <pc:sldMkLst>
          <pc:docMk/>
          <pc:sldMk cId="2268386802" sldId="1457"/>
        </pc:sldMkLst>
        <pc:spChg chg="mod">
          <ac:chgData name="Deepti Singh" userId="5a554a51-2db5-4d50-b08d-e11c4cd18690" providerId="ADAL" clId="{0A4E0452-5A42-43E9-9B44-789CB938CC29}" dt="2026-08-17T06:23:23.998" v="865" actId="20577"/>
          <ac:spMkLst>
            <pc:docMk/>
            <pc:sldMk cId="2268386802" sldId="1457"/>
            <ac:spMk id="3" creationId="{2DC1B6D9-4A96-DA81-6A73-4BFC41EFD927}"/>
          </ac:spMkLst>
        </pc:spChg>
      </pc:sldChg>
      <pc:sldChg chg="modSp add">
        <pc:chgData name="Deepti Singh" userId="5a554a51-2db5-4d50-b08d-e11c4cd18690" providerId="ADAL" clId="{0A4E0452-5A42-43E9-9B44-789CB938CC29}" dt="2026-08-17T06:25:23.063" v="915" actId="20577"/>
        <pc:sldMkLst>
          <pc:docMk/>
          <pc:sldMk cId="1218780560" sldId="1459"/>
        </pc:sldMkLst>
        <pc:spChg chg="mod">
          <ac:chgData name="Deepti Singh" userId="5a554a51-2db5-4d50-b08d-e11c4cd18690" providerId="ADAL" clId="{0A4E0452-5A42-43E9-9B44-789CB938CC29}" dt="2026-08-17T06:25:23.063" v="915" actId="20577"/>
          <ac:spMkLst>
            <pc:docMk/>
            <pc:sldMk cId="1218780560" sldId="1459"/>
            <ac:spMk id="71" creationId="{62B7A3AF-869F-B740-76EA-A4B404051BF4}"/>
          </ac:spMkLst>
        </pc:spChg>
        <pc:spChg chg="mod">
          <ac:chgData name="Deepti Singh" userId="5a554a51-2db5-4d50-b08d-e11c4cd18690" providerId="ADAL" clId="{0A4E0452-5A42-43E9-9B44-789CB938CC29}" dt="2026-08-17T06:24:52.863" v="895"/>
          <ac:spMkLst>
            <pc:docMk/>
            <pc:sldMk cId="1218780560" sldId="1459"/>
            <ac:spMk id="72" creationId="{4A91B35D-2A72-4006-A5A7-8E5332458CDC}"/>
          </ac:spMkLst>
        </pc:spChg>
        <pc:grpChg chg="mod">
          <ac:chgData name="Deepti Singh" userId="5a554a51-2db5-4d50-b08d-e11c4cd18690" providerId="ADAL" clId="{0A4E0452-5A42-43E9-9B44-789CB938CC29}" dt="2026-08-17T06:25:03.429" v="897"/>
          <ac:grpSpMkLst>
            <pc:docMk/>
            <pc:sldMk cId="1218780560" sldId="1459"/>
            <ac:grpSpMk id="73" creationId="{DDE83C21-6845-732E-1BAC-1F963CC82DED}"/>
          </ac:grpSpMkLst>
        </pc:grpChg>
      </pc:sldChg>
      <pc:sldChg chg="modSp add">
        <pc:chgData name="Deepti Singh" userId="5a554a51-2db5-4d50-b08d-e11c4cd18690" providerId="ADAL" clId="{0A4E0452-5A42-43E9-9B44-789CB938CC29}" dt="2026-08-17T06:29:05.461" v="953" actId="12"/>
        <pc:sldMkLst>
          <pc:docMk/>
          <pc:sldMk cId="854603238" sldId="1460"/>
        </pc:sldMkLst>
        <pc:spChg chg="mod">
          <ac:chgData name="Deepti Singh" userId="5a554a51-2db5-4d50-b08d-e11c4cd18690" providerId="ADAL" clId="{0A4E0452-5A42-43E9-9B44-789CB938CC29}" dt="2026-08-17T06:29:05.461" v="953" actId="12"/>
          <ac:spMkLst>
            <pc:docMk/>
            <pc:sldMk cId="854603238" sldId="1460"/>
            <ac:spMk id="3" creationId="{2DC1B6D9-4A96-DA81-6A73-4BFC41EFD927}"/>
          </ac:spMkLst>
        </pc:spChg>
      </pc:sldChg>
      <pc:sldChg chg="addSp delSp modSp add">
        <pc:chgData name="Deepti Singh" userId="5a554a51-2db5-4d50-b08d-e11c4cd18690" providerId="ADAL" clId="{0A4E0452-5A42-43E9-9B44-789CB938CC29}" dt="2026-08-17T14:08:59.308" v="2233" actId="1076"/>
        <pc:sldMkLst>
          <pc:docMk/>
          <pc:sldMk cId="547006133" sldId="1461"/>
        </pc:sldMkLst>
        <pc:spChg chg="mod">
          <ac:chgData name="Deepti Singh" userId="5a554a51-2db5-4d50-b08d-e11c4cd18690" providerId="ADAL" clId="{0A4E0452-5A42-43E9-9B44-789CB938CC29}" dt="2026-08-17T06:29:28.017" v="955"/>
          <ac:spMkLst>
            <pc:docMk/>
            <pc:sldMk cId="547006133" sldId="1461"/>
            <ac:spMk id="3" creationId="{2DC1B6D9-4A96-DA81-6A73-4BFC41EFD927}"/>
          </ac:spMkLst>
        </pc:spChg>
        <pc:spChg chg="add del mod">
          <ac:chgData name="Deepti Singh" userId="5a554a51-2db5-4d50-b08d-e11c4cd18690" providerId="ADAL" clId="{0A4E0452-5A42-43E9-9B44-789CB938CC29}" dt="2026-08-17T14:08:50.440" v="2228" actId="478"/>
          <ac:spMkLst>
            <pc:docMk/>
            <pc:sldMk cId="547006133" sldId="1461"/>
            <ac:spMk id="4" creationId="{2D5C7352-8A95-4B2C-9525-1D31F141302A}"/>
          </ac:spMkLst>
        </pc:spChg>
        <pc:picChg chg="add mod modCrop">
          <ac:chgData name="Deepti Singh" userId="5a554a51-2db5-4d50-b08d-e11c4cd18690" providerId="ADAL" clId="{0A4E0452-5A42-43E9-9B44-789CB938CC29}" dt="2026-08-17T14:08:59.308" v="2233" actId="1076"/>
          <ac:picMkLst>
            <pc:docMk/>
            <pc:sldMk cId="547006133" sldId="1461"/>
            <ac:picMk id="5" creationId="{DE9BDA93-E694-4CDA-B401-4E2018BF7AAE}"/>
          </ac:picMkLst>
        </pc:picChg>
      </pc:sldChg>
      <pc:sldChg chg="delSp modSp add">
        <pc:chgData name="Deepti Singh" userId="5a554a51-2db5-4d50-b08d-e11c4cd18690" providerId="ADAL" clId="{0A4E0452-5A42-43E9-9B44-789CB938CC29}" dt="2026-08-17T06:30:20.702" v="971" actId="20577"/>
        <pc:sldMkLst>
          <pc:docMk/>
          <pc:sldMk cId="254425721" sldId="1462"/>
        </pc:sldMkLst>
        <pc:spChg chg="mod">
          <ac:chgData name="Deepti Singh" userId="5a554a51-2db5-4d50-b08d-e11c4cd18690" providerId="ADAL" clId="{0A4E0452-5A42-43E9-9B44-789CB938CC29}" dt="2026-08-17T06:30:20.702" v="971" actId="20577"/>
          <ac:spMkLst>
            <pc:docMk/>
            <pc:sldMk cId="254425721" sldId="1462"/>
            <ac:spMk id="3" creationId="{2DC1B6D9-4A96-DA81-6A73-4BFC41EFD927}"/>
          </ac:spMkLst>
        </pc:spChg>
        <pc:spChg chg="del">
          <ac:chgData name="Deepti Singh" userId="5a554a51-2db5-4d50-b08d-e11c4cd18690" providerId="ADAL" clId="{0A4E0452-5A42-43E9-9B44-789CB938CC29}" dt="2026-08-17T06:29:44.284" v="959" actId="478"/>
          <ac:spMkLst>
            <pc:docMk/>
            <pc:sldMk cId="254425721" sldId="1462"/>
            <ac:spMk id="4" creationId="{2D5C7352-8A95-4B2C-9525-1D31F141302A}"/>
          </ac:spMkLst>
        </pc:spChg>
      </pc:sldChg>
      <pc:sldChg chg="modSp add">
        <pc:chgData name="Deepti Singh" userId="5a554a51-2db5-4d50-b08d-e11c4cd18690" providerId="ADAL" clId="{0A4E0452-5A42-43E9-9B44-789CB938CC29}" dt="2026-08-17T06:55:34.596" v="987" actId="114"/>
        <pc:sldMkLst>
          <pc:docMk/>
          <pc:sldMk cId="4104096234" sldId="1463"/>
        </pc:sldMkLst>
        <pc:spChg chg="mod">
          <ac:chgData name="Deepti Singh" userId="5a554a51-2db5-4d50-b08d-e11c4cd18690" providerId="ADAL" clId="{0A4E0452-5A42-43E9-9B44-789CB938CC29}" dt="2026-08-17T06:30:43.689" v="973"/>
          <ac:spMkLst>
            <pc:docMk/>
            <pc:sldMk cId="4104096234" sldId="1463"/>
            <ac:spMk id="2" creationId="{6E1C52BF-FF0C-5EBE-CF7C-99BFC394F34E}"/>
          </ac:spMkLst>
        </pc:spChg>
        <pc:spChg chg="mod">
          <ac:chgData name="Deepti Singh" userId="5a554a51-2db5-4d50-b08d-e11c4cd18690" providerId="ADAL" clId="{0A4E0452-5A42-43E9-9B44-789CB938CC29}" dt="2026-08-17T06:55:34.596" v="987" actId="114"/>
          <ac:spMkLst>
            <pc:docMk/>
            <pc:sldMk cId="4104096234" sldId="1463"/>
            <ac:spMk id="3" creationId="{2DC1B6D9-4A96-DA81-6A73-4BFC41EFD927}"/>
          </ac:spMkLst>
        </pc:spChg>
      </pc:sldChg>
      <pc:sldChg chg="addSp modSp add">
        <pc:chgData name="Deepti Singh" userId="5a554a51-2db5-4d50-b08d-e11c4cd18690" providerId="ADAL" clId="{0A4E0452-5A42-43E9-9B44-789CB938CC29}" dt="2026-08-18T12:50:48.850" v="2681" actId="14100"/>
        <pc:sldMkLst>
          <pc:docMk/>
          <pc:sldMk cId="3517570177" sldId="1464"/>
        </pc:sldMkLst>
        <pc:spChg chg="mod">
          <ac:chgData name="Deepti Singh" userId="5a554a51-2db5-4d50-b08d-e11c4cd18690" providerId="ADAL" clId="{0A4E0452-5A42-43E9-9B44-789CB938CC29}" dt="2026-08-17T07:57:53.289" v="1009" actId="12"/>
          <ac:spMkLst>
            <pc:docMk/>
            <pc:sldMk cId="3517570177" sldId="1464"/>
            <ac:spMk id="3" creationId="{2DC1B6D9-4A96-DA81-6A73-4BFC41EFD927}"/>
          </ac:spMkLst>
        </pc:spChg>
        <pc:picChg chg="add mod">
          <ac:chgData name="Deepti Singh" userId="5a554a51-2db5-4d50-b08d-e11c4cd18690" providerId="ADAL" clId="{0A4E0452-5A42-43E9-9B44-789CB938CC29}" dt="2026-08-18T12:50:48.850" v="2681" actId="14100"/>
          <ac:picMkLst>
            <pc:docMk/>
            <pc:sldMk cId="3517570177" sldId="1464"/>
            <ac:picMk id="4" creationId="{88008869-1479-4575-9DC2-8B802B9A91EC}"/>
          </ac:picMkLst>
        </pc:picChg>
      </pc:sldChg>
      <pc:sldChg chg="modSp add">
        <pc:chgData name="Deepti Singh" userId="5a554a51-2db5-4d50-b08d-e11c4cd18690" providerId="ADAL" clId="{0A4E0452-5A42-43E9-9B44-789CB938CC29}" dt="2026-08-17T08:04:31.309" v="1027" actId="20577"/>
        <pc:sldMkLst>
          <pc:docMk/>
          <pc:sldMk cId="3879134826" sldId="1465"/>
        </pc:sldMkLst>
        <pc:spChg chg="mod">
          <ac:chgData name="Deepti Singh" userId="5a554a51-2db5-4d50-b08d-e11c4cd18690" providerId="ADAL" clId="{0A4E0452-5A42-43E9-9B44-789CB938CC29}" dt="2026-08-17T08:04:31.309" v="1027" actId="20577"/>
          <ac:spMkLst>
            <pc:docMk/>
            <pc:sldMk cId="3879134826" sldId="1465"/>
            <ac:spMk id="3" creationId="{2DC1B6D9-4A96-DA81-6A73-4BFC41EFD927}"/>
          </ac:spMkLst>
        </pc:spChg>
      </pc:sldChg>
      <pc:sldChg chg="addSp modSp add modNotesTx">
        <pc:chgData name="Deepti Singh" userId="5a554a51-2db5-4d50-b08d-e11c4cd18690" providerId="ADAL" clId="{0A4E0452-5A42-43E9-9B44-789CB938CC29}" dt="2026-08-18T12:52:13.985" v="2688" actId="1076"/>
        <pc:sldMkLst>
          <pc:docMk/>
          <pc:sldMk cId="2879171911" sldId="1466"/>
        </pc:sldMkLst>
        <pc:spChg chg="mod">
          <ac:chgData name="Deepti Singh" userId="5a554a51-2db5-4d50-b08d-e11c4cd18690" providerId="ADAL" clId="{0A4E0452-5A42-43E9-9B44-789CB938CC29}" dt="2026-08-17T08:05:06.849" v="1030"/>
          <ac:spMkLst>
            <pc:docMk/>
            <pc:sldMk cId="2879171911" sldId="1466"/>
            <ac:spMk id="2" creationId="{6E1C52BF-FF0C-5EBE-CF7C-99BFC394F34E}"/>
          </ac:spMkLst>
        </pc:spChg>
        <pc:spChg chg="mod">
          <ac:chgData name="Deepti Singh" userId="5a554a51-2db5-4d50-b08d-e11c4cd18690" providerId="ADAL" clId="{0A4E0452-5A42-43E9-9B44-789CB938CC29}" dt="2026-08-18T12:50:58.645" v="2682" actId="14100"/>
          <ac:spMkLst>
            <pc:docMk/>
            <pc:sldMk cId="2879171911" sldId="1466"/>
            <ac:spMk id="3" creationId="{2DC1B6D9-4A96-DA81-6A73-4BFC41EFD927}"/>
          </ac:spMkLst>
        </pc:spChg>
        <pc:picChg chg="add mod">
          <ac:chgData name="Deepti Singh" userId="5a554a51-2db5-4d50-b08d-e11c4cd18690" providerId="ADAL" clId="{0A4E0452-5A42-43E9-9B44-789CB938CC29}" dt="2026-08-18T12:52:13.985" v="2688" actId="1076"/>
          <ac:picMkLst>
            <pc:docMk/>
            <pc:sldMk cId="2879171911" sldId="1466"/>
            <ac:picMk id="4" creationId="{ECA9EB7C-565C-44E2-9F52-E6A5BF00D518}"/>
          </ac:picMkLst>
        </pc:picChg>
      </pc:sldChg>
      <pc:sldChg chg="modSp add">
        <pc:chgData name="Deepti Singh" userId="5a554a51-2db5-4d50-b08d-e11c4cd18690" providerId="ADAL" clId="{0A4E0452-5A42-43E9-9B44-789CB938CC29}" dt="2026-08-17T08:06:26.348" v="1055" actId="20577"/>
        <pc:sldMkLst>
          <pc:docMk/>
          <pc:sldMk cId="1646982702" sldId="1467"/>
        </pc:sldMkLst>
        <pc:spChg chg="mod">
          <ac:chgData name="Deepti Singh" userId="5a554a51-2db5-4d50-b08d-e11c4cd18690" providerId="ADAL" clId="{0A4E0452-5A42-43E9-9B44-789CB938CC29}" dt="2026-08-17T08:06:26.348" v="1055" actId="20577"/>
          <ac:spMkLst>
            <pc:docMk/>
            <pc:sldMk cId="1646982702" sldId="1467"/>
            <ac:spMk id="3" creationId="{2DC1B6D9-4A96-DA81-6A73-4BFC41EFD927}"/>
          </ac:spMkLst>
        </pc:spChg>
      </pc:sldChg>
      <pc:sldChg chg="modSp add">
        <pc:chgData name="Deepti Singh" userId="5a554a51-2db5-4d50-b08d-e11c4cd18690" providerId="ADAL" clId="{0A4E0452-5A42-43E9-9B44-789CB938CC29}" dt="2026-08-17T08:06:59.714" v="1070" actId="20577"/>
        <pc:sldMkLst>
          <pc:docMk/>
          <pc:sldMk cId="2778061962" sldId="1468"/>
        </pc:sldMkLst>
        <pc:spChg chg="mod">
          <ac:chgData name="Deepti Singh" userId="5a554a51-2db5-4d50-b08d-e11c4cd18690" providerId="ADAL" clId="{0A4E0452-5A42-43E9-9B44-789CB938CC29}" dt="2026-08-17T08:06:59.714" v="1070" actId="20577"/>
          <ac:spMkLst>
            <pc:docMk/>
            <pc:sldMk cId="2778061962" sldId="1468"/>
            <ac:spMk id="3" creationId="{2DC1B6D9-4A96-DA81-6A73-4BFC41EFD927}"/>
          </ac:spMkLst>
        </pc:spChg>
      </pc:sldChg>
      <pc:sldChg chg="modSp add">
        <pc:chgData name="Deepti Singh" userId="5a554a51-2db5-4d50-b08d-e11c4cd18690" providerId="ADAL" clId="{0A4E0452-5A42-43E9-9B44-789CB938CC29}" dt="2026-08-17T08:09:07.185" v="1114" actId="20577"/>
        <pc:sldMkLst>
          <pc:docMk/>
          <pc:sldMk cId="285251698" sldId="1469"/>
        </pc:sldMkLst>
        <pc:spChg chg="mod">
          <ac:chgData name="Deepti Singh" userId="5a554a51-2db5-4d50-b08d-e11c4cd18690" providerId="ADAL" clId="{0A4E0452-5A42-43E9-9B44-789CB938CC29}" dt="2026-08-17T08:09:07.185" v="1114" actId="20577"/>
          <ac:spMkLst>
            <pc:docMk/>
            <pc:sldMk cId="285251698" sldId="1469"/>
            <ac:spMk id="71" creationId="{62B7A3AF-869F-B740-76EA-A4B404051BF4}"/>
          </ac:spMkLst>
        </pc:spChg>
        <pc:spChg chg="mod">
          <ac:chgData name="Deepti Singh" userId="5a554a51-2db5-4d50-b08d-e11c4cd18690" providerId="ADAL" clId="{0A4E0452-5A42-43E9-9B44-789CB938CC29}" dt="2026-08-17T08:08:34.932" v="1094"/>
          <ac:spMkLst>
            <pc:docMk/>
            <pc:sldMk cId="285251698" sldId="1469"/>
            <ac:spMk id="72" creationId="{4A91B35D-2A72-4006-A5A7-8E5332458CDC}"/>
          </ac:spMkLst>
        </pc:spChg>
        <pc:grpChg chg="mod">
          <ac:chgData name="Deepti Singh" userId="5a554a51-2db5-4d50-b08d-e11c4cd18690" providerId="ADAL" clId="{0A4E0452-5A42-43E9-9B44-789CB938CC29}" dt="2026-08-17T08:08:48.903" v="1096"/>
          <ac:grpSpMkLst>
            <pc:docMk/>
            <pc:sldMk cId="285251698" sldId="1469"/>
            <ac:grpSpMk id="73" creationId="{DDE83C21-6845-732E-1BAC-1F963CC82DED}"/>
          </ac:grpSpMkLst>
        </pc:grpChg>
      </pc:sldChg>
      <pc:sldChg chg="modSp add">
        <pc:chgData name="Deepti Singh" userId="5a554a51-2db5-4d50-b08d-e11c4cd18690" providerId="ADAL" clId="{0A4E0452-5A42-43E9-9B44-789CB938CC29}" dt="2026-08-17T08:16:06.132" v="1154" actId="12"/>
        <pc:sldMkLst>
          <pc:docMk/>
          <pc:sldMk cId="3949850810" sldId="1470"/>
        </pc:sldMkLst>
        <pc:spChg chg="mod">
          <ac:chgData name="Deepti Singh" userId="5a554a51-2db5-4d50-b08d-e11c4cd18690" providerId="ADAL" clId="{0A4E0452-5A42-43E9-9B44-789CB938CC29}" dt="2026-08-17T08:16:06.132" v="1154" actId="12"/>
          <ac:spMkLst>
            <pc:docMk/>
            <pc:sldMk cId="3949850810" sldId="1470"/>
            <ac:spMk id="3" creationId="{2DC1B6D9-4A96-DA81-6A73-4BFC41EFD927}"/>
          </ac:spMkLst>
        </pc:spChg>
      </pc:sldChg>
      <pc:sldChg chg="addSp delSp modSp add">
        <pc:chgData name="Deepti Singh" userId="5a554a51-2db5-4d50-b08d-e11c4cd18690" providerId="ADAL" clId="{0A4E0452-5A42-43E9-9B44-789CB938CC29}" dt="2026-08-17T14:10:52.870" v="2245" actId="1076"/>
        <pc:sldMkLst>
          <pc:docMk/>
          <pc:sldMk cId="37534723" sldId="1471"/>
        </pc:sldMkLst>
        <pc:spChg chg="mod">
          <ac:chgData name="Deepti Singh" userId="5a554a51-2db5-4d50-b08d-e11c4cd18690" providerId="ADAL" clId="{0A4E0452-5A42-43E9-9B44-789CB938CC29}" dt="2026-08-17T08:16:18.832" v="1156"/>
          <ac:spMkLst>
            <pc:docMk/>
            <pc:sldMk cId="37534723" sldId="1471"/>
            <ac:spMk id="3" creationId="{2DC1B6D9-4A96-DA81-6A73-4BFC41EFD927}"/>
          </ac:spMkLst>
        </pc:spChg>
        <pc:spChg chg="add del mod">
          <ac:chgData name="Deepti Singh" userId="5a554a51-2db5-4d50-b08d-e11c4cd18690" providerId="ADAL" clId="{0A4E0452-5A42-43E9-9B44-789CB938CC29}" dt="2026-08-17T14:10:42.964" v="2239" actId="478"/>
          <ac:spMkLst>
            <pc:docMk/>
            <pc:sldMk cId="37534723" sldId="1471"/>
            <ac:spMk id="4" creationId="{DC3EFE2B-D100-4D5F-95F8-81AE8883FA17}"/>
          </ac:spMkLst>
        </pc:spChg>
        <pc:picChg chg="add mod">
          <ac:chgData name="Deepti Singh" userId="5a554a51-2db5-4d50-b08d-e11c4cd18690" providerId="ADAL" clId="{0A4E0452-5A42-43E9-9B44-789CB938CC29}" dt="2026-08-17T14:10:52.870" v="2245" actId="1076"/>
          <ac:picMkLst>
            <pc:docMk/>
            <pc:sldMk cId="37534723" sldId="1471"/>
            <ac:picMk id="5" creationId="{C4A3A911-D200-4B1E-B568-06C7EDCD6C90}"/>
          </ac:picMkLst>
        </pc:picChg>
      </pc:sldChg>
      <pc:sldChg chg="modSp add ord">
        <pc:chgData name="Deepti Singh" userId="5a554a51-2db5-4d50-b08d-e11c4cd18690" providerId="ADAL" clId="{0A4E0452-5A42-43E9-9B44-789CB938CC29}" dt="2026-08-17T08:17:12.501" v="1172" actId="20577"/>
        <pc:sldMkLst>
          <pc:docMk/>
          <pc:sldMk cId="1338476022" sldId="1472"/>
        </pc:sldMkLst>
        <pc:spChg chg="mod">
          <ac:chgData name="Deepti Singh" userId="5a554a51-2db5-4d50-b08d-e11c4cd18690" providerId="ADAL" clId="{0A4E0452-5A42-43E9-9B44-789CB938CC29}" dt="2026-08-17T08:17:12.501" v="1172" actId="20577"/>
          <ac:spMkLst>
            <pc:docMk/>
            <pc:sldMk cId="1338476022" sldId="1472"/>
            <ac:spMk id="3" creationId="{2DC1B6D9-4A96-DA81-6A73-4BFC41EFD927}"/>
          </ac:spMkLst>
        </pc:spChg>
      </pc:sldChg>
      <pc:sldChg chg="modSp add">
        <pc:chgData name="Deepti Singh" userId="5a554a51-2db5-4d50-b08d-e11c4cd18690" providerId="ADAL" clId="{0A4E0452-5A42-43E9-9B44-789CB938CC29}" dt="2026-08-17T08:17:51.148" v="1187" actId="20577"/>
        <pc:sldMkLst>
          <pc:docMk/>
          <pc:sldMk cId="2026413994" sldId="1473"/>
        </pc:sldMkLst>
        <pc:spChg chg="mod">
          <ac:chgData name="Deepti Singh" userId="5a554a51-2db5-4d50-b08d-e11c4cd18690" providerId="ADAL" clId="{0A4E0452-5A42-43E9-9B44-789CB938CC29}" dt="2026-08-17T08:17:25.879" v="1174"/>
          <ac:spMkLst>
            <pc:docMk/>
            <pc:sldMk cId="2026413994" sldId="1473"/>
            <ac:spMk id="2" creationId="{6E1C52BF-FF0C-5EBE-CF7C-99BFC394F34E}"/>
          </ac:spMkLst>
        </pc:spChg>
        <pc:spChg chg="mod">
          <ac:chgData name="Deepti Singh" userId="5a554a51-2db5-4d50-b08d-e11c4cd18690" providerId="ADAL" clId="{0A4E0452-5A42-43E9-9B44-789CB938CC29}" dt="2026-08-17T08:17:51.148" v="1187" actId="20577"/>
          <ac:spMkLst>
            <pc:docMk/>
            <pc:sldMk cId="2026413994" sldId="1473"/>
            <ac:spMk id="3" creationId="{2DC1B6D9-4A96-DA81-6A73-4BFC41EFD927}"/>
          </ac:spMkLst>
        </pc:spChg>
      </pc:sldChg>
      <pc:sldChg chg="addSp modSp add">
        <pc:chgData name="Deepti Singh" userId="5a554a51-2db5-4d50-b08d-e11c4cd18690" providerId="ADAL" clId="{0A4E0452-5A42-43E9-9B44-789CB938CC29}" dt="2026-08-18T12:53:38.200" v="2696" actId="1076"/>
        <pc:sldMkLst>
          <pc:docMk/>
          <pc:sldMk cId="1774137996" sldId="1474"/>
        </pc:sldMkLst>
        <pc:spChg chg="mod">
          <ac:chgData name="Deepti Singh" userId="5a554a51-2db5-4d50-b08d-e11c4cd18690" providerId="ADAL" clId="{0A4E0452-5A42-43E9-9B44-789CB938CC29}" dt="2026-08-18T12:53:11.111" v="2690" actId="20577"/>
          <ac:spMkLst>
            <pc:docMk/>
            <pc:sldMk cId="1774137996" sldId="1474"/>
            <ac:spMk id="3" creationId="{2DC1B6D9-4A96-DA81-6A73-4BFC41EFD927}"/>
          </ac:spMkLst>
        </pc:spChg>
        <pc:picChg chg="add mod modCrop">
          <ac:chgData name="Deepti Singh" userId="5a554a51-2db5-4d50-b08d-e11c4cd18690" providerId="ADAL" clId="{0A4E0452-5A42-43E9-9B44-789CB938CC29}" dt="2026-08-18T12:53:38.200" v="2696" actId="1076"/>
          <ac:picMkLst>
            <pc:docMk/>
            <pc:sldMk cId="1774137996" sldId="1474"/>
            <ac:picMk id="4" creationId="{B023F70A-77CB-43A5-A53C-BB8A82E8EEFA}"/>
          </ac:picMkLst>
        </pc:picChg>
      </pc:sldChg>
      <pc:sldChg chg="modSp add">
        <pc:chgData name="Deepti Singh" userId="5a554a51-2db5-4d50-b08d-e11c4cd18690" providerId="ADAL" clId="{0A4E0452-5A42-43E9-9B44-789CB938CC29}" dt="2026-08-17T08:20:13.890" v="1236" actId="20577"/>
        <pc:sldMkLst>
          <pc:docMk/>
          <pc:sldMk cId="3754928686" sldId="1475"/>
        </pc:sldMkLst>
        <pc:spChg chg="mod">
          <ac:chgData name="Deepti Singh" userId="5a554a51-2db5-4d50-b08d-e11c4cd18690" providerId="ADAL" clId="{0A4E0452-5A42-43E9-9B44-789CB938CC29}" dt="2026-08-17T08:20:13.890" v="1236" actId="20577"/>
          <ac:spMkLst>
            <pc:docMk/>
            <pc:sldMk cId="3754928686" sldId="1475"/>
            <ac:spMk id="3" creationId="{2DC1B6D9-4A96-DA81-6A73-4BFC41EFD927}"/>
          </ac:spMkLst>
        </pc:spChg>
      </pc:sldChg>
      <pc:sldChg chg="modSp add">
        <pc:chgData name="Deepti Singh" userId="5a554a51-2db5-4d50-b08d-e11c4cd18690" providerId="ADAL" clId="{0A4E0452-5A42-43E9-9B44-789CB938CC29}" dt="2026-08-17T08:21:42.162" v="1250" actId="20577"/>
        <pc:sldMkLst>
          <pc:docMk/>
          <pc:sldMk cId="4108026732" sldId="1476"/>
        </pc:sldMkLst>
        <pc:spChg chg="mod">
          <ac:chgData name="Deepti Singh" userId="5a554a51-2db5-4d50-b08d-e11c4cd18690" providerId="ADAL" clId="{0A4E0452-5A42-43E9-9B44-789CB938CC29}" dt="2026-08-17T08:21:18.284" v="1238"/>
          <ac:spMkLst>
            <pc:docMk/>
            <pc:sldMk cId="4108026732" sldId="1476"/>
            <ac:spMk id="2" creationId="{6E1C52BF-FF0C-5EBE-CF7C-99BFC394F34E}"/>
          </ac:spMkLst>
        </pc:spChg>
        <pc:spChg chg="mod">
          <ac:chgData name="Deepti Singh" userId="5a554a51-2db5-4d50-b08d-e11c4cd18690" providerId="ADAL" clId="{0A4E0452-5A42-43E9-9B44-789CB938CC29}" dt="2026-08-17T08:21:42.162" v="1250" actId="20577"/>
          <ac:spMkLst>
            <pc:docMk/>
            <pc:sldMk cId="4108026732" sldId="1476"/>
            <ac:spMk id="3" creationId="{2DC1B6D9-4A96-DA81-6A73-4BFC41EFD927}"/>
          </ac:spMkLst>
        </pc:spChg>
      </pc:sldChg>
      <pc:sldChg chg="modSp add">
        <pc:chgData name="Deepti Singh" userId="5a554a51-2db5-4d50-b08d-e11c4cd18690" providerId="ADAL" clId="{0A4E0452-5A42-43E9-9B44-789CB938CC29}" dt="2026-08-17T08:22:17.770" v="1265" actId="20577"/>
        <pc:sldMkLst>
          <pc:docMk/>
          <pc:sldMk cId="1259295390" sldId="1477"/>
        </pc:sldMkLst>
        <pc:spChg chg="mod">
          <ac:chgData name="Deepti Singh" userId="5a554a51-2db5-4d50-b08d-e11c4cd18690" providerId="ADAL" clId="{0A4E0452-5A42-43E9-9B44-789CB938CC29}" dt="2026-08-17T08:22:17.770" v="1265" actId="20577"/>
          <ac:spMkLst>
            <pc:docMk/>
            <pc:sldMk cId="1259295390" sldId="1477"/>
            <ac:spMk id="3" creationId="{2DC1B6D9-4A96-DA81-6A73-4BFC41EFD927}"/>
          </ac:spMkLst>
        </pc:spChg>
      </pc:sldChg>
      <pc:sldChg chg="addSp delSp modSp add">
        <pc:chgData name="Deepti Singh" userId="5a554a51-2db5-4d50-b08d-e11c4cd18690" providerId="ADAL" clId="{0A4E0452-5A42-43E9-9B44-789CB938CC29}" dt="2026-08-17T14:12:53.038" v="2249" actId="1076"/>
        <pc:sldMkLst>
          <pc:docMk/>
          <pc:sldMk cId="1123725715" sldId="1478"/>
        </pc:sldMkLst>
        <pc:spChg chg="mod">
          <ac:chgData name="Deepti Singh" userId="5a554a51-2db5-4d50-b08d-e11c4cd18690" providerId="ADAL" clId="{0A4E0452-5A42-43E9-9B44-789CB938CC29}" dt="2026-08-17T08:23:09.783" v="1269" actId="20577"/>
          <ac:spMkLst>
            <pc:docMk/>
            <pc:sldMk cId="1123725715" sldId="1478"/>
            <ac:spMk id="3" creationId="{2DC1B6D9-4A96-DA81-6A73-4BFC41EFD927}"/>
          </ac:spMkLst>
        </pc:spChg>
        <pc:spChg chg="add del mod">
          <ac:chgData name="Deepti Singh" userId="5a554a51-2db5-4d50-b08d-e11c4cd18690" providerId="ADAL" clId="{0A4E0452-5A42-43E9-9B44-789CB938CC29}" dt="2026-08-17T14:12:44.439" v="2246" actId="478"/>
          <ac:spMkLst>
            <pc:docMk/>
            <pc:sldMk cId="1123725715" sldId="1478"/>
            <ac:spMk id="4" creationId="{13FE2C0C-16E4-479F-84D1-1B64806539F9}"/>
          </ac:spMkLst>
        </pc:spChg>
        <pc:picChg chg="add mod">
          <ac:chgData name="Deepti Singh" userId="5a554a51-2db5-4d50-b08d-e11c4cd18690" providerId="ADAL" clId="{0A4E0452-5A42-43E9-9B44-789CB938CC29}" dt="2026-08-17T14:12:53.038" v="2249" actId="1076"/>
          <ac:picMkLst>
            <pc:docMk/>
            <pc:sldMk cId="1123725715" sldId="1478"/>
            <ac:picMk id="5" creationId="{211BDCA1-8FDE-48BF-9A12-E54558EC4ED1}"/>
          </ac:picMkLst>
        </pc:picChg>
      </pc:sldChg>
      <pc:sldChg chg="delSp modSp add">
        <pc:chgData name="Deepti Singh" userId="5a554a51-2db5-4d50-b08d-e11c4cd18690" providerId="ADAL" clId="{0A4E0452-5A42-43E9-9B44-789CB938CC29}" dt="2026-08-17T08:23:40.793" v="1277" actId="404"/>
        <pc:sldMkLst>
          <pc:docMk/>
          <pc:sldMk cId="2496267679" sldId="1479"/>
        </pc:sldMkLst>
        <pc:spChg chg="mod">
          <ac:chgData name="Deepti Singh" userId="5a554a51-2db5-4d50-b08d-e11c4cd18690" providerId="ADAL" clId="{0A4E0452-5A42-43E9-9B44-789CB938CC29}" dt="2026-08-17T08:23:40.793" v="1277" actId="404"/>
          <ac:spMkLst>
            <pc:docMk/>
            <pc:sldMk cId="2496267679" sldId="1479"/>
            <ac:spMk id="2" creationId="{6E1C52BF-FF0C-5EBE-CF7C-99BFC394F34E}"/>
          </ac:spMkLst>
        </pc:spChg>
        <pc:spChg chg="del">
          <ac:chgData name="Deepti Singh" userId="5a554a51-2db5-4d50-b08d-e11c4cd18690" providerId="ADAL" clId="{0A4E0452-5A42-43E9-9B44-789CB938CC29}" dt="2026-08-17T08:23:32.145" v="1275" actId="478"/>
          <ac:spMkLst>
            <pc:docMk/>
            <pc:sldMk cId="2496267679" sldId="1479"/>
            <ac:spMk id="4" creationId="{13FE2C0C-16E4-479F-84D1-1B64806539F9}"/>
          </ac:spMkLst>
        </pc:spChg>
      </pc:sldChg>
      <pc:sldChg chg="modSp add">
        <pc:chgData name="Deepti Singh" userId="5a554a51-2db5-4d50-b08d-e11c4cd18690" providerId="ADAL" clId="{0A4E0452-5A42-43E9-9B44-789CB938CC29}" dt="2026-08-17T08:25:12.654" v="1324" actId="20577"/>
        <pc:sldMkLst>
          <pc:docMk/>
          <pc:sldMk cId="965127055" sldId="1480"/>
        </pc:sldMkLst>
        <pc:spChg chg="mod">
          <ac:chgData name="Deepti Singh" userId="5a554a51-2db5-4d50-b08d-e11c4cd18690" providerId="ADAL" clId="{0A4E0452-5A42-43E9-9B44-789CB938CC29}" dt="2026-08-17T08:25:12.654" v="1324" actId="20577"/>
          <ac:spMkLst>
            <pc:docMk/>
            <pc:sldMk cId="965127055" sldId="1480"/>
            <ac:spMk id="71" creationId="{62B7A3AF-869F-B740-76EA-A4B404051BF4}"/>
          </ac:spMkLst>
        </pc:spChg>
        <pc:spChg chg="mod">
          <ac:chgData name="Deepti Singh" userId="5a554a51-2db5-4d50-b08d-e11c4cd18690" providerId="ADAL" clId="{0A4E0452-5A42-43E9-9B44-789CB938CC29}" dt="2026-08-17T08:24:47.862" v="1304"/>
          <ac:spMkLst>
            <pc:docMk/>
            <pc:sldMk cId="965127055" sldId="1480"/>
            <ac:spMk id="72" creationId="{4A91B35D-2A72-4006-A5A7-8E5332458CDC}"/>
          </ac:spMkLst>
        </pc:spChg>
        <pc:grpChg chg="mod">
          <ac:chgData name="Deepti Singh" userId="5a554a51-2db5-4d50-b08d-e11c4cd18690" providerId="ADAL" clId="{0A4E0452-5A42-43E9-9B44-789CB938CC29}" dt="2026-08-17T08:24:57.719" v="1306"/>
          <ac:grpSpMkLst>
            <pc:docMk/>
            <pc:sldMk cId="965127055" sldId="1480"/>
            <ac:grpSpMk id="73" creationId="{DDE83C21-6845-732E-1BAC-1F963CC82DED}"/>
          </ac:grpSpMkLst>
        </pc:grpChg>
      </pc:sldChg>
      <pc:sldChg chg="addSp modSp add">
        <pc:chgData name="Deepti Singh" userId="5a554a51-2db5-4d50-b08d-e11c4cd18690" providerId="ADAL" clId="{0A4E0452-5A42-43E9-9B44-789CB938CC29}" dt="2026-08-18T12:54:39.176" v="2702" actId="14100"/>
        <pc:sldMkLst>
          <pc:docMk/>
          <pc:sldMk cId="1568898628" sldId="1481"/>
        </pc:sldMkLst>
        <pc:spChg chg="mod">
          <ac:chgData name="Deepti Singh" userId="5a554a51-2db5-4d50-b08d-e11c4cd18690" providerId="ADAL" clId="{0A4E0452-5A42-43E9-9B44-789CB938CC29}" dt="2026-08-17T09:37:22.868" v="1366" actId="6549"/>
          <ac:spMkLst>
            <pc:docMk/>
            <pc:sldMk cId="1568898628" sldId="1481"/>
            <ac:spMk id="3" creationId="{2DC1B6D9-4A96-DA81-6A73-4BFC41EFD927}"/>
          </ac:spMkLst>
        </pc:spChg>
        <pc:picChg chg="add mod">
          <ac:chgData name="Deepti Singh" userId="5a554a51-2db5-4d50-b08d-e11c4cd18690" providerId="ADAL" clId="{0A4E0452-5A42-43E9-9B44-789CB938CC29}" dt="2026-08-18T12:54:39.176" v="2702" actId="14100"/>
          <ac:picMkLst>
            <pc:docMk/>
            <pc:sldMk cId="1568898628" sldId="1481"/>
            <ac:picMk id="4" creationId="{618A3D0D-1EB9-461C-B40D-F127C26B83B5}"/>
          </ac:picMkLst>
        </pc:picChg>
      </pc:sldChg>
      <pc:sldChg chg="delSp modSp add">
        <pc:chgData name="Deepti Singh" userId="5a554a51-2db5-4d50-b08d-e11c4cd18690" providerId="ADAL" clId="{0A4E0452-5A42-43E9-9B44-789CB938CC29}" dt="2026-08-17T09:39:00.367" v="1387" actId="20577"/>
        <pc:sldMkLst>
          <pc:docMk/>
          <pc:sldMk cId="2598931979" sldId="1483"/>
        </pc:sldMkLst>
        <pc:spChg chg="mod">
          <ac:chgData name="Deepti Singh" userId="5a554a51-2db5-4d50-b08d-e11c4cd18690" providerId="ADAL" clId="{0A4E0452-5A42-43E9-9B44-789CB938CC29}" dt="2026-08-17T09:38:15.683" v="1375" actId="404"/>
          <ac:spMkLst>
            <pc:docMk/>
            <pc:sldMk cId="2598931979" sldId="1483"/>
            <ac:spMk id="2" creationId="{6E1C52BF-FF0C-5EBE-CF7C-99BFC394F34E}"/>
          </ac:spMkLst>
        </pc:spChg>
        <pc:spChg chg="mod">
          <ac:chgData name="Deepti Singh" userId="5a554a51-2db5-4d50-b08d-e11c4cd18690" providerId="ADAL" clId="{0A4E0452-5A42-43E9-9B44-789CB938CC29}" dt="2026-08-17T09:39:00.367" v="1387" actId="20577"/>
          <ac:spMkLst>
            <pc:docMk/>
            <pc:sldMk cId="2598931979" sldId="1483"/>
            <ac:spMk id="3" creationId="{2DC1B6D9-4A96-DA81-6A73-4BFC41EFD927}"/>
          </ac:spMkLst>
        </pc:spChg>
        <pc:spChg chg="del">
          <ac:chgData name="Deepti Singh" userId="5a554a51-2db5-4d50-b08d-e11c4cd18690" providerId="ADAL" clId="{0A4E0452-5A42-43E9-9B44-789CB938CC29}" dt="2026-08-17T09:38:05.774" v="1373" actId="478"/>
          <ac:spMkLst>
            <pc:docMk/>
            <pc:sldMk cId="2598931979" sldId="1483"/>
            <ac:spMk id="4" creationId="{D61E60B9-B75D-4F0F-84E0-879E75E55E96}"/>
          </ac:spMkLst>
        </pc:spChg>
      </pc:sldChg>
      <pc:sldChg chg="modSp add">
        <pc:chgData name="Deepti Singh" userId="5a554a51-2db5-4d50-b08d-e11c4cd18690" providerId="ADAL" clId="{0A4E0452-5A42-43E9-9B44-789CB938CC29}" dt="2026-08-17T09:44:45.114" v="1411"/>
        <pc:sldMkLst>
          <pc:docMk/>
          <pc:sldMk cId="3308558757" sldId="1484"/>
        </pc:sldMkLst>
        <pc:spChg chg="mod">
          <ac:chgData name="Deepti Singh" userId="5a554a51-2db5-4d50-b08d-e11c4cd18690" providerId="ADAL" clId="{0A4E0452-5A42-43E9-9B44-789CB938CC29}" dt="2026-08-17T09:44:45.114" v="1411"/>
          <ac:spMkLst>
            <pc:docMk/>
            <pc:sldMk cId="3308558757" sldId="1484"/>
            <ac:spMk id="3" creationId="{2DC1B6D9-4A96-DA81-6A73-4BFC41EFD927}"/>
          </ac:spMkLst>
        </pc:spChg>
      </pc:sldChg>
      <pc:sldChg chg="addSp delSp modSp add">
        <pc:chgData name="Deepti Singh" userId="5a554a51-2db5-4d50-b08d-e11c4cd18690" providerId="ADAL" clId="{0A4E0452-5A42-43E9-9B44-789CB938CC29}" dt="2026-08-18T12:55:18.399" v="2708" actId="1076"/>
        <pc:sldMkLst>
          <pc:docMk/>
          <pc:sldMk cId="2094480088" sldId="1485"/>
        </pc:sldMkLst>
        <pc:spChg chg="mod">
          <ac:chgData name="Deepti Singh" userId="5a554a51-2db5-4d50-b08d-e11c4cd18690" providerId="ADAL" clId="{0A4E0452-5A42-43E9-9B44-789CB938CC29}" dt="2026-08-17T09:44:57.298" v="1413"/>
          <ac:spMkLst>
            <pc:docMk/>
            <pc:sldMk cId="2094480088" sldId="1485"/>
            <ac:spMk id="3" creationId="{2DC1B6D9-4A96-DA81-6A73-4BFC41EFD927}"/>
          </ac:spMkLst>
        </pc:spChg>
        <pc:spChg chg="add del">
          <ac:chgData name="Deepti Singh" userId="5a554a51-2db5-4d50-b08d-e11c4cd18690" providerId="ADAL" clId="{0A4E0452-5A42-43E9-9B44-789CB938CC29}" dt="2026-08-17T09:45:21.517" v="1418"/>
          <ac:spMkLst>
            <pc:docMk/>
            <pc:sldMk cId="2094480088" sldId="1485"/>
            <ac:spMk id="5" creationId="{1E388528-9317-4ABD-B32A-3434D43C6C6B}"/>
          </ac:spMkLst>
        </pc:spChg>
        <pc:spChg chg="add mod">
          <ac:chgData name="Deepti Singh" userId="5a554a51-2db5-4d50-b08d-e11c4cd18690" providerId="ADAL" clId="{0A4E0452-5A42-43E9-9B44-789CB938CC29}" dt="2026-08-18T12:55:18.399" v="2708" actId="1076"/>
          <ac:spMkLst>
            <pc:docMk/>
            <pc:sldMk cId="2094480088" sldId="1485"/>
            <ac:spMk id="6" creationId="{B109F334-D515-49EF-863D-9F637595F734}"/>
          </ac:spMkLst>
        </pc:spChg>
        <pc:graphicFrameChg chg="add mod modGraphic">
          <ac:chgData name="Deepti Singh" userId="5a554a51-2db5-4d50-b08d-e11c4cd18690" providerId="ADAL" clId="{0A4E0452-5A42-43E9-9B44-789CB938CC29}" dt="2026-08-18T12:55:14.912" v="2707" actId="1076"/>
          <ac:graphicFrameMkLst>
            <pc:docMk/>
            <pc:sldMk cId="2094480088" sldId="1485"/>
            <ac:graphicFrameMk id="4" creationId="{F8E6ADDA-EB77-4CF5-A6B2-11AB3ECE8E46}"/>
          </ac:graphicFrameMkLst>
        </pc:graphicFrameChg>
      </pc:sldChg>
      <pc:sldChg chg="modSp add ord">
        <pc:chgData name="Deepti Singh" userId="5a554a51-2db5-4d50-b08d-e11c4cd18690" providerId="ADAL" clId="{0A4E0452-5A42-43E9-9B44-789CB938CC29}" dt="2026-08-17T09:46:29.695" v="1435" actId="20577"/>
        <pc:sldMkLst>
          <pc:docMk/>
          <pc:sldMk cId="877783930" sldId="1486"/>
        </pc:sldMkLst>
        <pc:spChg chg="mod">
          <ac:chgData name="Deepti Singh" userId="5a554a51-2db5-4d50-b08d-e11c4cd18690" providerId="ADAL" clId="{0A4E0452-5A42-43E9-9B44-789CB938CC29}" dt="2026-08-17T09:45:58.947" v="1423"/>
          <ac:spMkLst>
            <pc:docMk/>
            <pc:sldMk cId="877783930" sldId="1486"/>
            <ac:spMk id="2" creationId="{6E1C52BF-FF0C-5EBE-CF7C-99BFC394F34E}"/>
          </ac:spMkLst>
        </pc:spChg>
        <pc:spChg chg="mod">
          <ac:chgData name="Deepti Singh" userId="5a554a51-2db5-4d50-b08d-e11c4cd18690" providerId="ADAL" clId="{0A4E0452-5A42-43E9-9B44-789CB938CC29}" dt="2026-08-17T09:46:29.695" v="1435" actId="20577"/>
          <ac:spMkLst>
            <pc:docMk/>
            <pc:sldMk cId="877783930" sldId="1486"/>
            <ac:spMk id="3" creationId="{2DC1B6D9-4A96-DA81-6A73-4BFC41EFD927}"/>
          </ac:spMkLst>
        </pc:spChg>
      </pc:sldChg>
      <pc:sldChg chg="modSp add">
        <pc:chgData name="Deepti Singh" userId="5a554a51-2db5-4d50-b08d-e11c4cd18690" providerId="ADAL" clId="{0A4E0452-5A42-43E9-9B44-789CB938CC29}" dt="2026-08-17T09:47:05.314" v="1448" actId="20577"/>
        <pc:sldMkLst>
          <pc:docMk/>
          <pc:sldMk cId="3458094079" sldId="1487"/>
        </pc:sldMkLst>
        <pc:spChg chg="mod">
          <ac:chgData name="Deepti Singh" userId="5a554a51-2db5-4d50-b08d-e11c4cd18690" providerId="ADAL" clId="{0A4E0452-5A42-43E9-9B44-789CB938CC29}" dt="2026-08-17T09:47:05.314" v="1448" actId="20577"/>
          <ac:spMkLst>
            <pc:docMk/>
            <pc:sldMk cId="3458094079" sldId="1487"/>
            <ac:spMk id="3" creationId="{2DC1B6D9-4A96-DA81-6A73-4BFC41EFD927}"/>
          </ac:spMkLst>
        </pc:spChg>
      </pc:sldChg>
      <pc:sldChg chg="addSp delSp modSp add">
        <pc:chgData name="Deepti Singh" userId="5a554a51-2db5-4d50-b08d-e11c4cd18690" providerId="ADAL" clId="{0A4E0452-5A42-43E9-9B44-789CB938CC29}" dt="2026-08-17T14:15:17.941" v="2259" actId="1076"/>
        <pc:sldMkLst>
          <pc:docMk/>
          <pc:sldMk cId="954916459" sldId="1488"/>
        </pc:sldMkLst>
        <pc:spChg chg="mod">
          <ac:chgData name="Deepti Singh" userId="5a554a51-2db5-4d50-b08d-e11c4cd18690" providerId="ADAL" clId="{0A4E0452-5A42-43E9-9B44-789CB938CC29}" dt="2026-08-17T09:47:20.882" v="1450"/>
          <ac:spMkLst>
            <pc:docMk/>
            <pc:sldMk cId="954916459" sldId="1488"/>
            <ac:spMk id="3" creationId="{2DC1B6D9-4A96-DA81-6A73-4BFC41EFD927}"/>
          </ac:spMkLst>
        </pc:spChg>
        <pc:spChg chg="add del mod">
          <ac:chgData name="Deepti Singh" userId="5a554a51-2db5-4d50-b08d-e11c4cd18690" providerId="ADAL" clId="{0A4E0452-5A42-43E9-9B44-789CB938CC29}" dt="2026-08-17T14:15:12.634" v="2256" actId="478"/>
          <ac:spMkLst>
            <pc:docMk/>
            <pc:sldMk cId="954916459" sldId="1488"/>
            <ac:spMk id="4" creationId="{7778F7C0-4F7F-4862-9DCE-1F9691C522AA}"/>
          </ac:spMkLst>
        </pc:spChg>
        <pc:picChg chg="add mod">
          <ac:chgData name="Deepti Singh" userId="5a554a51-2db5-4d50-b08d-e11c4cd18690" providerId="ADAL" clId="{0A4E0452-5A42-43E9-9B44-789CB938CC29}" dt="2026-08-17T14:15:17.941" v="2259" actId="1076"/>
          <ac:picMkLst>
            <pc:docMk/>
            <pc:sldMk cId="954916459" sldId="1488"/>
            <ac:picMk id="5" creationId="{457C33CA-4709-4B82-9A93-C9A76E4F5112}"/>
          </ac:picMkLst>
        </pc:picChg>
      </pc:sldChg>
      <pc:sldChg chg="delSp modSp add">
        <pc:chgData name="Deepti Singh" userId="5a554a51-2db5-4d50-b08d-e11c4cd18690" providerId="ADAL" clId="{0A4E0452-5A42-43E9-9B44-789CB938CC29}" dt="2026-08-17T09:48:40.296" v="1467" actId="20577"/>
        <pc:sldMkLst>
          <pc:docMk/>
          <pc:sldMk cId="3350235780" sldId="1489"/>
        </pc:sldMkLst>
        <pc:spChg chg="mod">
          <ac:chgData name="Deepti Singh" userId="5a554a51-2db5-4d50-b08d-e11c4cd18690" providerId="ADAL" clId="{0A4E0452-5A42-43E9-9B44-789CB938CC29}" dt="2026-08-17T09:48:40.296" v="1467" actId="20577"/>
          <ac:spMkLst>
            <pc:docMk/>
            <pc:sldMk cId="3350235780" sldId="1489"/>
            <ac:spMk id="3" creationId="{2DC1B6D9-4A96-DA81-6A73-4BFC41EFD927}"/>
          </ac:spMkLst>
        </pc:spChg>
        <pc:spChg chg="del">
          <ac:chgData name="Deepti Singh" userId="5a554a51-2db5-4d50-b08d-e11c4cd18690" providerId="ADAL" clId="{0A4E0452-5A42-43E9-9B44-789CB938CC29}" dt="2026-08-17T09:47:46.815" v="1455" actId="478"/>
          <ac:spMkLst>
            <pc:docMk/>
            <pc:sldMk cId="3350235780" sldId="1489"/>
            <ac:spMk id="4" creationId="{7778F7C0-4F7F-4862-9DCE-1F9691C522AA}"/>
          </ac:spMkLst>
        </pc:spChg>
      </pc:sldChg>
      <pc:sldChg chg="modSp add modNotesTx">
        <pc:chgData name="Deepti Singh" userId="5a554a51-2db5-4d50-b08d-e11c4cd18690" providerId="ADAL" clId="{0A4E0452-5A42-43E9-9B44-789CB938CC29}" dt="2026-08-17T09:50:13.578" v="1511" actId="20577"/>
        <pc:sldMkLst>
          <pc:docMk/>
          <pc:sldMk cId="2516567147" sldId="1490"/>
        </pc:sldMkLst>
        <pc:spChg chg="mod">
          <ac:chgData name="Deepti Singh" userId="5a554a51-2db5-4d50-b08d-e11c4cd18690" providerId="ADAL" clId="{0A4E0452-5A42-43E9-9B44-789CB938CC29}" dt="2026-08-17T09:50:08.279" v="1508" actId="20577"/>
          <ac:spMkLst>
            <pc:docMk/>
            <pc:sldMk cId="2516567147" sldId="1490"/>
            <ac:spMk id="71" creationId="{62B7A3AF-869F-B740-76EA-A4B404051BF4}"/>
          </ac:spMkLst>
        </pc:spChg>
        <pc:spChg chg="mod">
          <ac:chgData name="Deepti Singh" userId="5a554a51-2db5-4d50-b08d-e11c4cd18690" providerId="ADAL" clId="{0A4E0452-5A42-43E9-9B44-789CB938CC29}" dt="2026-08-17T09:49:49.362" v="1492"/>
          <ac:spMkLst>
            <pc:docMk/>
            <pc:sldMk cId="2516567147" sldId="1490"/>
            <ac:spMk id="72" creationId="{4A91B35D-2A72-4006-A5A7-8E5332458CDC}"/>
          </ac:spMkLst>
        </pc:spChg>
        <pc:grpChg chg="mod">
          <ac:chgData name="Deepti Singh" userId="5a554a51-2db5-4d50-b08d-e11c4cd18690" providerId="ADAL" clId="{0A4E0452-5A42-43E9-9B44-789CB938CC29}" dt="2026-08-17T09:49:55.836" v="1493"/>
          <ac:grpSpMkLst>
            <pc:docMk/>
            <pc:sldMk cId="2516567147" sldId="1490"/>
            <ac:grpSpMk id="73" creationId="{DDE83C21-6845-732E-1BAC-1F963CC82DED}"/>
          </ac:grpSpMkLst>
        </pc:grpChg>
      </pc:sldChg>
      <pc:sldChg chg="modSp add">
        <pc:chgData name="Deepti Singh" userId="5a554a51-2db5-4d50-b08d-e11c4cd18690" providerId="ADAL" clId="{0A4E0452-5A42-43E9-9B44-789CB938CC29}" dt="2026-08-17T10:02:28.988" v="1556"/>
        <pc:sldMkLst>
          <pc:docMk/>
          <pc:sldMk cId="2950854057" sldId="1491"/>
        </pc:sldMkLst>
        <pc:spChg chg="mod">
          <ac:chgData name="Deepti Singh" userId="5a554a51-2db5-4d50-b08d-e11c4cd18690" providerId="ADAL" clId="{0A4E0452-5A42-43E9-9B44-789CB938CC29}" dt="2026-08-17T10:02:28.988" v="1556"/>
          <ac:spMkLst>
            <pc:docMk/>
            <pc:sldMk cId="2950854057" sldId="1491"/>
            <ac:spMk id="3" creationId="{2DC1B6D9-4A96-DA81-6A73-4BFC41EFD927}"/>
          </ac:spMkLst>
        </pc:spChg>
      </pc:sldChg>
      <pc:sldChg chg="addSp delSp modSp add">
        <pc:chgData name="Deepti Singh" userId="5a554a51-2db5-4d50-b08d-e11c4cd18690" providerId="ADAL" clId="{0A4E0452-5A42-43E9-9B44-789CB938CC29}" dt="2026-08-18T05:27:10.077" v="2274" actId="1076"/>
        <pc:sldMkLst>
          <pc:docMk/>
          <pc:sldMk cId="538646051" sldId="1492"/>
        </pc:sldMkLst>
        <pc:spChg chg="mod">
          <ac:chgData name="Deepti Singh" userId="5a554a51-2db5-4d50-b08d-e11c4cd18690" providerId="ADAL" clId="{0A4E0452-5A42-43E9-9B44-789CB938CC29}" dt="2026-08-17T10:02:52.794" v="1558"/>
          <ac:spMkLst>
            <pc:docMk/>
            <pc:sldMk cId="538646051" sldId="1492"/>
            <ac:spMk id="3" creationId="{2DC1B6D9-4A96-DA81-6A73-4BFC41EFD927}"/>
          </ac:spMkLst>
        </pc:spChg>
        <pc:spChg chg="add del">
          <ac:chgData name="Deepti Singh" userId="5a554a51-2db5-4d50-b08d-e11c4cd18690" providerId="ADAL" clId="{0A4E0452-5A42-43E9-9B44-789CB938CC29}" dt="2026-08-17T10:03:03.674" v="1560"/>
          <ac:spMkLst>
            <pc:docMk/>
            <pc:sldMk cId="538646051" sldId="1492"/>
            <ac:spMk id="4" creationId="{D16EFD5B-C8E1-404A-B7D7-10C571653A9D}"/>
          </ac:spMkLst>
        </pc:spChg>
        <pc:spChg chg="add del">
          <ac:chgData name="Deepti Singh" userId="5a554a51-2db5-4d50-b08d-e11c4cd18690" providerId="ADAL" clId="{0A4E0452-5A42-43E9-9B44-789CB938CC29}" dt="2026-08-17T10:03:03.674" v="1560"/>
          <ac:spMkLst>
            <pc:docMk/>
            <pc:sldMk cId="538646051" sldId="1492"/>
            <ac:spMk id="5" creationId="{C134854B-D3FB-424C-8482-23B1F278B230}"/>
          </ac:spMkLst>
        </pc:spChg>
        <pc:spChg chg="add del">
          <ac:chgData name="Deepti Singh" userId="5a554a51-2db5-4d50-b08d-e11c4cd18690" providerId="ADAL" clId="{0A4E0452-5A42-43E9-9B44-789CB938CC29}" dt="2026-08-17T10:03:03.674" v="1560"/>
          <ac:spMkLst>
            <pc:docMk/>
            <pc:sldMk cId="538646051" sldId="1492"/>
            <ac:spMk id="6" creationId="{B1CC6AC9-8186-4771-9E29-490C751F2EAE}"/>
          </ac:spMkLst>
        </pc:spChg>
        <pc:spChg chg="add del mod">
          <ac:chgData name="Deepti Singh" userId="5a554a51-2db5-4d50-b08d-e11c4cd18690" providerId="ADAL" clId="{0A4E0452-5A42-43E9-9B44-789CB938CC29}" dt="2026-08-17T10:04:11.163" v="1570" actId="478"/>
          <ac:spMkLst>
            <pc:docMk/>
            <pc:sldMk cId="538646051" sldId="1492"/>
            <ac:spMk id="7" creationId="{FADCF31E-7762-47FB-83DA-5E99DC46C17D}"/>
          </ac:spMkLst>
        </pc:spChg>
        <pc:spChg chg="add del mod">
          <ac:chgData name="Deepti Singh" userId="5a554a51-2db5-4d50-b08d-e11c4cd18690" providerId="ADAL" clId="{0A4E0452-5A42-43E9-9B44-789CB938CC29}" dt="2026-08-17T10:03:58.045" v="1566" actId="478"/>
          <ac:spMkLst>
            <pc:docMk/>
            <pc:sldMk cId="538646051" sldId="1492"/>
            <ac:spMk id="8" creationId="{383B1702-CA17-490E-AFE0-081C4DA0109C}"/>
          </ac:spMkLst>
        </pc:spChg>
        <pc:spChg chg="add del mod">
          <ac:chgData name="Deepti Singh" userId="5a554a51-2db5-4d50-b08d-e11c4cd18690" providerId="ADAL" clId="{0A4E0452-5A42-43E9-9B44-789CB938CC29}" dt="2026-08-17T10:04:09.805" v="1569" actId="478"/>
          <ac:spMkLst>
            <pc:docMk/>
            <pc:sldMk cId="538646051" sldId="1492"/>
            <ac:spMk id="9" creationId="{33C2515F-71DB-4BF5-BB19-796AA6703380}"/>
          </ac:spMkLst>
        </pc:spChg>
        <pc:picChg chg="add del mod">
          <ac:chgData name="Deepti Singh" userId="5a554a51-2db5-4d50-b08d-e11c4cd18690" providerId="ADAL" clId="{0A4E0452-5A42-43E9-9B44-789CB938CC29}" dt="2026-08-18T05:25:18.241" v="2260" actId="478"/>
          <ac:picMkLst>
            <pc:docMk/>
            <pc:sldMk cId="538646051" sldId="1492"/>
            <ac:picMk id="10" creationId="{45DF75D0-C53C-4952-85FA-5F5BEEB22DCC}"/>
          </ac:picMkLst>
        </pc:picChg>
        <pc:picChg chg="add del mod modCrop">
          <ac:chgData name="Deepti Singh" userId="5a554a51-2db5-4d50-b08d-e11c4cd18690" providerId="ADAL" clId="{0A4E0452-5A42-43E9-9B44-789CB938CC29}" dt="2026-08-18T05:26:54.842" v="2270" actId="478"/>
          <ac:picMkLst>
            <pc:docMk/>
            <pc:sldMk cId="538646051" sldId="1492"/>
            <ac:picMk id="11" creationId="{D70D8795-CA10-4423-9B86-048DF2DA8A48}"/>
          </ac:picMkLst>
        </pc:picChg>
        <pc:picChg chg="add mod">
          <ac:chgData name="Deepti Singh" userId="5a554a51-2db5-4d50-b08d-e11c4cd18690" providerId="ADAL" clId="{0A4E0452-5A42-43E9-9B44-789CB938CC29}" dt="2026-08-18T05:27:10.077" v="2274" actId="1076"/>
          <ac:picMkLst>
            <pc:docMk/>
            <pc:sldMk cId="538646051" sldId="1492"/>
            <ac:picMk id="12" creationId="{FAAC09F5-D5FC-416E-AB74-55D6E4DEFC36}"/>
          </ac:picMkLst>
        </pc:picChg>
      </pc:sldChg>
      <pc:sldChg chg="modSp add ord">
        <pc:chgData name="Deepti Singh" userId="5a554a51-2db5-4d50-b08d-e11c4cd18690" providerId="ADAL" clId="{0A4E0452-5A42-43E9-9B44-789CB938CC29}" dt="2026-08-17T10:16:11.072" v="1594" actId="114"/>
        <pc:sldMkLst>
          <pc:docMk/>
          <pc:sldMk cId="2377963876" sldId="1493"/>
        </pc:sldMkLst>
        <pc:spChg chg="mod">
          <ac:chgData name="Deepti Singh" userId="5a554a51-2db5-4d50-b08d-e11c4cd18690" providerId="ADAL" clId="{0A4E0452-5A42-43E9-9B44-789CB938CC29}" dt="2026-08-17T10:05:01.487" v="1578"/>
          <ac:spMkLst>
            <pc:docMk/>
            <pc:sldMk cId="2377963876" sldId="1493"/>
            <ac:spMk id="2" creationId="{6E1C52BF-FF0C-5EBE-CF7C-99BFC394F34E}"/>
          </ac:spMkLst>
        </pc:spChg>
        <pc:spChg chg="mod">
          <ac:chgData name="Deepti Singh" userId="5a554a51-2db5-4d50-b08d-e11c4cd18690" providerId="ADAL" clId="{0A4E0452-5A42-43E9-9B44-789CB938CC29}" dt="2026-08-17T10:16:11.072" v="1594" actId="114"/>
          <ac:spMkLst>
            <pc:docMk/>
            <pc:sldMk cId="2377963876" sldId="1493"/>
            <ac:spMk id="3" creationId="{2DC1B6D9-4A96-DA81-6A73-4BFC41EFD927}"/>
          </ac:spMkLst>
        </pc:spChg>
      </pc:sldChg>
      <pc:sldChg chg="modSp add">
        <pc:chgData name="Deepti Singh" userId="5a554a51-2db5-4d50-b08d-e11c4cd18690" providerId="ADAL" clId="{0A4E0452-5A42-43E9-9B44-789CB938CC29}" dt="2026-08-17T10:20:27.400" v="1609" actId="20577"/>
        <pc:sldMkLst>
          <pc:docMk/>
          <pc:sldMk cId="2915760909" sldId="1494"/>
        </pc:sldMkLst>
        <pc:spChg chg="mod">
          <ac:chgData name="Deepti Singh" userId="5a554a51-2db5-4d50-b08d-e11c4cd18690" providerId="ADAL" clId="{0A4E0452-5A42-43E9-9B44-789CB938CC29}" dt="2026-08-17T10:20:27.400" v="1609" actId="20577"/>
          <ac:spMkLst>
            <pc:docMk/>
            <pc:sldMk cId="2915760909" sldId="1494"/>
            <ac:spMk id="3" creationId="{2DC1B6D9-4A96-DA81-6A73-4BFC41EFD927}"/>
          </ac:spMkLst>
        </pc:spChg>
      </pc:sldChg>
      <pc:sldChg chg="addSp modSp add">
        <pc:chgData name="Deepti Singh" userId="5a554a51-2db5-4d50-b08d-e11c4cd18690" providerId="ADAL" clId="{0A4E0452-5A42-43E9-9B44-789CB938CC29}" dt="2026-08-18T05:48:31.364" v="2283" actId="12"/>
        <pc:sldMkLst>
          <pc:docMk/>
          <pc:sldMk cId="3564433580" sldId="1495"/>
        </pc:sldMkLst>
        <pc:spChg chg="mod">
          <ac:chgData name="Deepti Singh" userId="5a554a51-2db5-4d50-b08d-e11c4cd18690" providerId="ADAL" clId="{0A4E0452-5A42-43E9-9B44-789CB938CC29}" dt="2026-08-17T10:20:53.030" v="1611"/>
          <ac:spMkLst>
            <pc:docMk/>
            <pc:sldMk cId="3564433580" sldId="1495"/>
            <ac:spMk id="3" creationId="{2DC1B6D9-4A96-DA81-6A73-4BFC41EFD927}"/>
          </ac:spMkLst>
        </pc:spChg>
        <pc:spChg chg="add mod">
          <ac:chgData name="Deepti Singh" userId="5a554a51-2db5-4d50-b08d-e11c4cd18690" providerId="ADAL" clId="{0A4E0452-5A42-43E9-9B44-789CB938CC29}" dt="2026-08-18T05:48:31.364" v="2283" actId="12"/>
          <ac:spMkLst>
            <pc:docMk/>
            <pc:sldMk cId="3564433580" sldId="1495"/>
            <ac:spMk id="5" creationId="{42E58280-9275-466C-98C4-C145C4EA9DC5}"/>
          </ac:spMkLst>
        </pc:spChg>
        <pc:graphicFrameChg chg="add mod modGraphic">
          <ac:chgData name="Deepti Singh" userId="5a554a51-2db5-4d50-b08d-e11c4cd18690" providerId="ADAL" clId="{0A4E0452-5A42-43E9-9B44-789CB938CC29}" dt="2026-08-18T05:48:03.127" v="2282" actId="122"/>
          <ac:graphicFrameMkLst>
            <pc:docMk/>
            <pc:sldMk cId="3564433580" sldId="1495"/>
            <ac:graphicFrameMk id="4" creationId="{BDB3E2CD-4B3C-4BE0-B133-58381A3BF43D}"/>
          </ac:graphicFrameMkLst>
        </pc:graphicFrameChg>
      </pc:sldChg>
      <pc:sldChg chg="modSp add ord">
        <pc:chgData name="Deepti Singh" userId="5a554a51-2db5-4d50-b08d-e11c4cd18690" providerId="ADAL" clId="{0A4E0452-5A42-43E9-9B44-789CB938CC29}" dt="2026-08-17T10:42:26.885" v="1632" actId="114"/>
        <pc:sldMkLst>
          <pc:docMk/>
          <pc:sldMk cId="3051401236" sldId="1496"/>
        </pc:sldMkLst>
        <pc:spChg chg="mod">
          <ac:chgData name="Deepti Singh" userId="5a554a51-2db5-4d50-b08d-e11c4cd18690" providerId="ADAL" clId="{0A4E0452-5A42-43E9-9B44-789CB938CC29}" dt="2026-08-17T10:42:26.885" v="1632" actId="114"/>
          <ac:spMkLst>
            <pc:docMk/>
            <pc:sldMk cId="3051401236" sldId="1496"/>
            <ac:spMk id="3" creationId="{2DC1B6D9-4A96-DA81-6A73-4BFC41EFD927}"/>
          </ac:spMkLst>
        </pc:spChg>
      </pc:sldChg>
      <pc:sldChg chg="modSp add">
        <pc:chgData name="Deepti Singh" userId="5a554a51-2db5-4d50-b08d-e11c4cd18690" providerId="ADAL" clId="{0A4E0452-5A42-43E9-9B44-789CB938CC29}" dt="2026-08-17T10:43:22.033" v="1651" actId="6549"/>
        <pc:sldMkLst>
          <pc:docMk/>
          <pc:sldMk cId="3513997809" sldId="1497"/>
        </pc:sldMkLst>
        <pc:spChg chg="mod">
          <ac:chgData name="Deepti Singh" userId="5a554a51-2db5-4d50-b08d-e11c4cd18690" providerId="ADAL" clId="{0A4E0452-5A42-43E9-9B44-789CB938CC29}" dt="2026-08-17T10:42:50.319" v="1634"/>
          <ac:spMkLst>
            <pc:docMk/>
            <pc:sldMk cId="3513997809" sldId="1497"/>
            <ac:spMk id="2" creationId="{6E1C52BF-FF0C-5EBE-CF7C-99BFC394F34E}"/>
          </ac:spMkLst>
        </pc:spChg>
        <pc:spChg chg="mod">
          <ac:chgData name="Deepti Singh" userId="5a554a51-2db5-4d50-b08d-e11c4cd18690" providerId="ADAL" clId="{0A4E0452-5A42-43E9-9B44-789CB938CC29}" dt="2026-08-17T10:43:22.033" v="1651" actId="6549"/>
          <ac:spMkLst>
            <pc:docMk/>
            <pc:sldMk cId="3513997809" sldId="1497"/>
            <ac:spMk id="3" creationId="{2DC1B6D9-4A96-DA81-6A73-4BFC41EFD927}"/>
          </ac:spMkLst>
        </pc:spChg>
      </pc:sldChg>
      <pc:sldChg chg="modSp add">
        <pc:chgData name="Deepti Singh" userId="5a554a51-2db5-4d50-b08d-e11c4cd18690" providerId="ADAL" clId="{0A4E0452-5A42-43E9-9B44-789CB938CC29}" dt="2026-08-17T10:47:20.868" v="1701" actId="1076"/>
        <pc:sldMkLst>
          <pc:docMk/>
          <pc:sldMk cId="4282842294" sldId="1499"/>
        </pc:sldMkLst>
        <pc:spChg chg="mod">
          <ac:chgData name="Deepti Singh" userId="5a554a51-2db5-4d50-b08d-e11c4cd18690" providerId="ADAL" clId="{0A4E0452-5A42-43E9-9B44-789CB938CC29}" dt="2026-08-17T10:47:20.868" v="1701" actId="1076"/>
          <ac:spMkLst>
            <pc:docMk/>
            <pc:sldMk cId="4282842294" sldId="1499"/>
            <ac:spMk id="68" creationId="{0D23A2C5-6464-5858-8D50-4763EBF4F2B1}"/>
          </ac:spMkLst>
        </pc:spChg>
        <pc:spChg chg="mod">
          <ac:chgData name="Deepti Singh" userId="5a554a51-2db5-4d50-b08d-e11c4cd18690" providerId="ADAL" clId="{0A4E0452-5A42-43E9-9B44-789CB938CC29}" dt="2026-08-17T10:47:17.931" v="1699" actId="20577"/>
          <ac:spMkLst>
            <pc:docMk/>
            <pc:sldMk cId="4282842294" sldId="1499"/>
            <ac:spMk id="71" creationId="{62B7A3AF-869F-B740-76EA-A4B404051BF4}"/>
          </ac:spMkLst>
        </pc:spChg>
        <pc:spChg chg="mod">
          <ac:chgData name="Deepti Singh" userId="5a554a51-2db5-4d50-b08d-e11c4cd18690" providerId="ADAL" clId="{0A4E0452-5A42-43E9-9B44-789CB938CC29}" dt="2026-08-17T10:46:56.291" v="1683"/>
          <ac:spMkLst>
            <pc:docMk/>
            <pc:sldMk cId="4282842294" sldId="1499"/>
            <ac:spMk id="72" creationId="{4A91B35D-2A72-4006-A5A7-8E5332458CDC}"/>
          </ac:spMkLst>
        </pc:spChg>
        <pc:grpChg chg="mod">
          <ac:chgData name="Deepti Singh" userId="5a554a51-2db5-4d50-b08d-e11c4cd18690" providerId="ADAL" clId="{0A4E0452-5A42-43E9-9B44-789CB938CC29}" dt="2026-08-17T10:47:05.167" v="1684"/>
          <ac:grpSpMkLst>
            <pc:docMk/>
            <pc:sldMk cId="4282842294" sldId="1499"/>
            <ac:grpSpMk id="73" creationId="{DDE83C21-6845-732E-1BAC-1F963CC82DED}"/>
          </ac:grpSpMkLst>
        </pc:grpChg>
      </pc:sldChg>
      <pc:sldChg chg="modSp add modNotesTx">
        <pc:chgData name="Deepti Singh" userId="5a554a51-2db5-4d50-b08d-e11c4cd18690" providerId="ADAL" clId="{0A4E0452-5A42-43E9-9B44-789CB938CC29}" dt="2026-08-17T10:52:42.819" v="1750" actId="12"/>
        <pc:sldMkLst>
          <pc:docMk/>
          <pc:sldMk cId="566994383" sldId="1500"/>
        </pc:sldMkLst>
        <pc:spChg chg="mod">
          <ac:chgData name="Deepti Singh" userId="5a554a51-2db5-4d50-b08d-e11c4cd18690" providerId="ADAL" clId="{0A4E0452-5A42-43E9-9B44-789CB938CC29}" dt="2026-08-17T10:52:42.819" v="1750" actId="12"/>
          <ac:spMkLst>
            <pc:docMk/>
            <pc:sldMk cId="566994383" sldId="1500"/>
            <ac:spMk id="3" creationId="{2DC1B6D9-4A96-DA81-6A73-4BFC41EFD927}"/>
          </ac:spMkLst>
        </pc:spChg>
      </pc:sldChg>
      <pc:sldChg chg="addSp delSp modSp add">
        <pc:chgData name="Deepti Singh" userId="5a554a51-2db5-4d50-b08d-e11c4cd18690" providerId="ADAL" clId="{0A4E0452-5A42-43E9-9B44-789CB938CC29}" dt="2026-08-18T06:04:02.693" v="2298" actId="1076"/>
        <pc:sldMkLst>
          <pc:docMk/>
          <pc:sldMk cId="759619351" sldId="1501"/>
        </pc:sldMkLst>
        <pc:spChg chg="mod">
          <ac:chgData name="Deepti Singh" userId="5a554a51-2db5-4d50-b08d-e11c4cd18690" providerId="ADAL" clId="{0A4E0452-5A42-43E9-9B44-789CB938CC29}" dt="2026-08-17T11:03:00.742" v="1752"/>
          <ac:spMkLst>
            <pc:docMk/>
            <pc:sldMk cId="759619351" sldId="1501"/>
            <ac:spMk id="3" creationId="{2DC1B6D9-4A96-DA81-6A73-4BFC41EFD927}"/>
          </ac:spMkLst>
        </pc:spChg>
        <pc:spChg chg="add del mod">
          <ac:chgData name="Deepti Singh" userId="5a554a51-2db5-4d50-b08d-e11c4cd18690" providerId="ADAL" clId="{0A4E0452-5A42-43E9-9B44-789CB938CC29}" dt="2026-08-18T06:02:23.828" v="2284" actId="478"/>
          <ac:spMkLst>
            <pc:docMk/>
            <pc:sldMk cId="759619351" sldId="1501"/>
            <ac:spMk id="4" creationId="{3DBD6A12-2EDC-437A-81DE-C975934FAFDE}"/>
          </ac:spMkLst>
        </pc:spChg>
        <pc:picChg chg="add del mod modCrop">
          <ac:chgData name="Deepti Singh" userId="5a554a51-2db5-4d50-b08d-e11c4cd18690" providerId="ADAL" clId="{0A4E0452-5A42-43E9-9B44-789CB938CC29}" dt="2026-08-18T06:03:19.157" v="2292" actId="478"/>
          <ac:picMkLst>
            <pc:docMk/>
            <pc:sldMk cId="759619351" sldId="1501"/>
            <ac:picMk id="5" creationId="{667F5EF3-7EFE-4B0C-B54D-9597F601E999}"/>
          </ac:picMkLst>
        </pc:picChg>
        <pc:picChg chg="add mod modCrop">
          <ac:chgData name="Deepti Singh" userId="5a554a51-2db5-4d50-b08d-e11c4cd18690" providerId="ADAL" clId="{0A4E0452-5A42-43E9-9B44-789CB938CC29}" dt="2026-08-18T06:04:02.693" v="2298" actId="1076"/>
          <ac:picMkLst>
            <pc:docMk/>
            <pc:sldMk cId="759619351" sldId="1501"/>
            <ac:picMk id="6" creationId="{F2C29D6D-6DE7-46FA-A86F-2D229F6681C8}"/>
          </ac:picMkLst>
        </pc:picChg>
      </pc:sldChg>
      <pc:sldChg chg="modSp add ord">
        <pc:chgData name="Deepti Singh" userId="5a554a51-2db5-4d50-b08d-e11c4cd18690" providerId="ADAL" clId="{0A4E0452-5A42-43E9-9B44-789CB938CC29}" dt="2026-08-17T11:06:19.310" v="1774" actId="20577"/>
        <pc:sldMkLst>
          <pc:docMk/>
          <pc:sldMk cId="677834337" sldId="1502"/>
        </pc:sldMkLst>
        <pc:spChg chg="mod">
          <ac:chgData name="Deepti Singh" userId="5a554a51-2db5-4d50-b08d-e11c4cd18690" providerId="ADAL" clId="{0A4E0452-5A42-43E9-9B44-789CB938CC29}" dt="2026-08-17T11:05:54.575" v="1763"/>
          <ac:spMkLst>
            <pc:docMk/>
            <pc:sldMk cId="677834337" sldId="1502"/>
            <ac:spMk id="2" creationId="{6E1C52BF-FF0C-5EBE-CF7C-99BFC394F34E}"/>
          </ac:spMkLst>
        </pc:spChg>
        <pc:spChg chg="mod">
          <ac:chgData name="Deepti Singh" userId="5a554a51-2db5-4d50-b08d-e11c4cd18690" providerId="ADAL" clId="{0A4E0452-5A42-43E9-9B44-789CB938CC29}" dt="2026-08-17T11:06:19.310" v="1774" actId="20577"/>
          <ac:spMkLst>
            <pc:docMk/>
            <pc:sldMk cId="677834337" sldId="1502"/>
            <ac:spMk id="3" creationId="{2DC1B6D9-4A96-DA81-6A73-4BFC41EFD927}"/>
          </ac:spMkLst>
        </pc:spChg>
      </pc:sldChg>
      <pc:sldChg chg="addSp delSp modSp add">
        <pc:chgData name="Deepti Singh" userId="5a554a51-2db5-4d50-b08d-e11c4cd18690" providerId="ADAL" clId="{0A4E0452-5A42-43E9-9B44-789CB938CC29}" dt="2026-08-18T06:22:46.633" v="2306" actId="1076"/>
        <pc:sldMkLst>
          <pc:docMk/>
          <pc:sldMk cId="2335344812" sldId="1503"/>
        </pc:sldMkLst>
        <pc:spChg chg="mod">
          <ac:chgData name="Deepti Singh" userId="5a554a51-2db5-4d50-b08d-e11c4cd18690" providerId="ADAL" clId="{0A4E0452-5A42-43E9-9B44-789CB938CC29}" dt="2026-08-17T11:08:05.406" v="1776"/>
          <ac:spMkLst>
            <pc:docMk/>
            <pc:sldMk cId="2335344812" sldId="1503"/>
            <ac:spMk id="3" creationId="{2DC1B6D9-4A96-DA81-6A73-4BFC41EFD927}"/>
          </ac:spMkLst>
        </pc:spChg>
        <pc:spChg chg="add del mod">
          <ac:chgData name="Deepti Singh" userId="5a554a51-2db5-4d50-b08d-e11c4cd18690" providerId="ADAL" clId="{0A4E0452-5A42-43E9-9B44-789CB938CC29}" dt="2026-08-18T06:22:18.039" v="2299" actId="478"/>
          <ac:spMkLst>
            <pc:docMk/>
            <pc:sldMk cId="2335344812" sldId="1503"/>
            <ac:spMk id="4" creationId="{90234DC2-BADF-4CF6-BAC4-467A26C19FE3}"/>
          </ac:spMkLst>
        </pc:spChg>
        <pc:picChg chg="add mod modCrop">
          <ac:chgData name="Deepti Singh" userId="5a554a51-2db5-4d50-b08d-e11c4cd18690" providerId="ADAL" clId="{0A4E0452-5A42-43E9-9B44-789CB938CC29}" dt="2026-08-18T06:22:46.633" v="2306" actId="1076"/>
          <ac:picMkLst>
            <pc:docMk/>
            <pc:sldMk cId="2335344812" sldId="1503"/>
            <ac:picMk id="5" creationId="{8CD0AED6-3D19-4EE3-9BAA-B503AA787408}"/>
          </ac:picMkLst>
        </pc:picChg>
      </pc:sldChg>
      <pc:sldChg chg="addSp delSp modSp add">
        <pc:chgData name="Deepti Singh" userId="5a554a51-2db5-4d50-b08d-e11c4cd18690" providerId="ADAL" clId="{0A4E0452-5A42-43E9-9B44-789CB938CC29}" dt="2026-08-17T11:12:05.298" v="1796" actId="207"/>
        <pc:sldMkLst>
          <pc:docMk/>
          <pc:sldMk cId="926848865" sldId="1504"/>
        </pc:sldMkLst>
        <pc:spChg chg="mod">
          <ac:chgData name="Deepti Singh" userId="5a554a51-2db5-4d50-b08d-e11c4cd18690" providerId="ADAL" clId="{0A4E0452-5A42-43E9-9B44-789CB938CC29}" dt="2026-08-17T11:10:45.522" v="1782"/>
          <ac:spMkLst>
            <pc:docMk/>
            <pc:sldMk cId="926848865" sldId="1504"/>
            <ac:spMk id="2" creationId="{6E1C52BF-FF0C-5EBE-CF7C-99BFC394F34E}"/>
          </ac:spMkLst>
        </pc:spChg>
        <pc:spChg chg="mod">
          <ac:chgData name="Deepti Singh" userId="5a554a51-2db5-4d50-b08d-e11c4cd18690" providerId="ADAL" clId="{0A4E0452-5A42-43E9-9B44-789CB938CC29}" dt="2026-08-17T11:12:05.298" v="1796" actId="207"/>
          <ac:spMkLst>
            <pc:docMk/>
            <pc:sldMk cId="926848865" sldId="1504"/>
            <ac:spMk id="3" creationId="{2DC1B6D9-4A96-DA81-6A73-4BFC41EFD927}"/>
          </ac:spMkLst>
        </pc:spChg>
        <pc:spChg chg="del">
          <ac:chgData name="Deepti Singh" userId="5a554a51-2db5-4d50-b08d-e11c4cd18690" providerId="ADAL" clId="{0A4E0452-5A42-43E9-9B44-789CB938CC29}" dt="2026-08-17T11:08:37.848" v="1781" actId="478"/>
          <ac:spMkLst>
            <pc:docMk/>
            <pc:sldMk cId="926848865" sldId="1504"/>
            <ac:spMk id="4" creationId="{90234DC2-BADF-4CF6-BAC4-467A26C19FE3}"/>
          </ac:spMkLst>
        </pc:spChg>
        <pc:spChg chg="add mod">
          <ac:chgData name="Deepti Singh" userId="5a554a51-2db5-4d50-b08d-e11c4cd18690" providerId="ADAL" clId="{0A4E0452-5A42-43E9-9B44-789CB938CC29}" dt="2026-08-17T11:12:00.341" v="1795" actId="17032"/>
          <ac:spMkLst>
            <pc:docMk/>
            <pc:sldMk cId="926848865" sldId="1504"/>
            <ac:spMk id="5" creationId="{D159D5F4-E060-4BA4-B0EC-FC4E190F7F47}"/>
          </ac:spMkLst>
        </pc:spChg>
      </pc:sldChg>
      <pc:sldChg chg="modSp add">
        <pc:chgData name="Deepti Singh" userId="5a554a51-2db5-4d50-b08d-e11c4cd18690" providerId="ADAL" clId="{0A4E0452-5A42-43E9-9B44-789CB938CC29}" dt="2026-08-17T11:12:31.273" v="1801" actId="1076"/>
        <pc:sldMkLst>
          <pc:docMk/>
          <pc:sldMk cId="1058805435" sldId="1505"/>
        </pc:sldMkLst>
        <pc:spChg chg="mod">
          <ac:chgData name="Deepti Singh" userId="5a554a51-2db5-4d50-b08d-e11c4cd18690" providerId="ADAL" clId="{0A4E0452-5A42-43E9-9B44-789CB938CC29}" dt="2026-08-17T11:12:20.571" v="1798"/>
          <ac:spMkLst>
            <pc:docMk/>
            <pc:sldMk cId="1058805435" sldId="1505"/>
            <ac:spMk id="3" creationId="{2DC1B6D9-4A96-DA81-6A73-4BFC41EFD927}"/>
          </ac:spMkLst>
        </pc:spChg>
        <pc:spChg chg="mod">
          <ac:chgData name="Deepti Singh" userId="5a554a51-2db5-4d50-b08d-e11c4cd18690" providerId="ADAL" clId="{0A4E0452-5A42-43E9-9B44-789CB938CC29}" dt="2026-08-17T11:12:31.273" v="1801" actId="1076"/>
          <ac:spMkLst>
            <pc:docMk/>
            <pc:sldMk cId="1058805435" sldId="1505"/>
            <ac:spMk id="5" creationId="{D159D5F4-E060-4BA4-B0EC-FC4E190F7F47}"/>
          </ac:spMkLst>
        </pc:spChg>
      </pc:sldChg>
      <pc:sldChg chg="modSp add">
        <pc:chgData name="Deepti Singh" userId="5a554a51-2db5-4d50-b08d-e11c4cd18690" providerId="ADAL" clId="{0A4E0452-5A42-43E9-9B44-789CB938CC29}" dt="2026-08-17T11:16:28.499" v="1804"/>
        <pc:sldMkLst>
          <pc:docMk/>
          <pc:sldMk cId="2464375698" sldId="1506"/>
        </pc:sldMkLst>
        <pc:spChg chg="mod">
          <ac:chgData name="Deepti Singh" userId="5a554a51-2db5-4d50-b08d-e11c4cd18690" providerId="ADAL" clId="{0A4E0452-5A42-43E9-9B44-789CB938CC29}" dt="2026-08-17T11:16:11.305" v="1803"/>
          <ac:spMkLst>
            <pc:docMk/>
            <pc:sldMk cId="2464375698" sldId="1506"/>
            <ac:spMk id="3" creationId="{2DC1B6D9-4A96-DA81-6A73-4BFC41EFD927}"/>
          </ac:spMkLst>
        </pc:spChg>
        <pc:spChg chg="mod">
          <ac:chgData name="Deepti Singh" userId="5a554a51-2db5-4d50-b08d-e11c4cd18690" providerId="ADAL" clId="{0A4E0452-5A42-43E9-9B44-789CB938CC29}" dt="2026-08-17T11:16:28.499" v="1804"/>
          <ac:spMkLst>
            <pc:docMk/>
            <pc:sldMk cId="2464375698" sldId="1506"/>
            <ac:spMk id="5" creationId="{D159D5F4-E060-4BA4-B0EC-FC4E190F7F47}"/>
          </ac:spMkLst>
        </pc:spChg>
      </pc:sldChg>
      <pc:sldChg chg="modSp add">
        <pc:chgData name="Deepti Singh" userId="5a554a51-2db5-4d50-b08d-e11c4cd18690" providerId="ADAL" clId="{0A4E0452-5A42-43E9-9B44-789CB938CC29}" dt="2026-08-17T11:19:08.601" v="1855" actId="2710"/>
        <pc:sldMkLst>
          <pc:docMk/>
          <pc:sldMk cId="1549961482" sldId="1508"/>
        </pc:sldMkLst>
        <pc:spChg chg="mod">
          <ac:chgData name="Deepti Singh" userId="5a554a51-2db5-4d50-b08d-e11c4cd18690" providerId="ADAL" clId="{0A4E0452-5A42-43E9-9B44-789CB938CC29}" dt="2026-08-17T11:19:08.601" v="1855" actId="2710"/>
          <ac:spMkLst>
            <pc:docMk/>
            <pc:sldMk cId="1549961482" sldId="1508"/>
            <ac:spMk id="71" creationId="{62B7A3AF-869F-B740-76EA-A4B404051BF4}"/>
          </ac:spMkLst>
        </pc:spChg>
        <pc:spChg chg="mod">
          <ac:chgData name="Deepti Singh" userId="5a554a51-2db5-4d50-b08d-e11c4cd18690" providerId="ADAL" clId="{0A4E0452-5A42-43E9-9B44-789CB938CC29}" dt="2026-08-17T11:18:30.007" v="1835"/>
          <ac:spMkLst>
            <pc:docMk/>
            <pc:sldMk cId="1549961482" sldId="1508"/>
            <ac:spMk id="72" creationId="{4A91B35D-2A72-4006-A5A7-8E5332458CDC}"/>
          </ac:spMkLst>
        </pc:spChg>
        <pc:grpChg chg="mod">
          <ac:chgData name="Deepti Singh" userId="5a554a51-2db5-4d50-b08d-e11c4cd18690" providerId="ADAL" clId="{0A4E0452-5A42-43E9-9B44-789CB938CC29}" dt="2026-08-17T11:18:44.501" v="1839"/>
          <ac:grpSpMkLst>
            <pc:docMk/>
            <pc:sldMk cId="1549961482" sldId="1508"/>
            <ac:grpSpMk id="73" creationId="{DDE83C21-6845-732E-1BAC-1F963CC82DED}"/>
          </ac:grpSpMkLst>
        </pc:grpChg>
      </pc:sldChg>
      <pc:sldChg chg="addSp modSp add">
        <pc:chgData name="Deepti Singh" userId="5a554a51-2db5-4d50-b08d-e11c4cd18690" providerId="ADAL" clId="{0A4E0452-5A42-43E9-9B44-789CB938CC29}" dt="2026-08-18T12:57:33.710" v="2713" actId="14100"/>
        <pc:sldMkLst>
          <pc:docMk/>
          <pc:sldMk cId="1189950831" sldId="1509"/>
        </pc:sldMkLst>
        <pc:spChg chg="mod">
          <ac:chgData name="Deepti Singh" userId="5a554a51-2db5-4d50-b08d-e11c4cd18690" providerId="ADAL" clId="{0A4E0452-5A42-43E9-9B44-789CB938CC29}" dt="2026-08-17T11:26:04.496" v="1889" actId="15"/>
          <ac:spMkLst>
            <pc:docMk/>
            <pc:sldMk cId="1189950831" sldId="1509"/>
            <ac:spMk id="3" creationId="{2DC1B6D9-4A96-DA81-6A73-4BFC41EFD927}"/>
          </ac:spMkLst>
        </pc:spChg>
        <pc:picChg chg="add mod">
          <ac:chgData name="Deepti Singh" userId="5a554a51-2db5-4d50-b08d-e11c4cd18690" providerId="ADAL" clId="{0A4E0452-5A42-43E9-9B44-789CB938CC29}" dt="2026-08-18T12:57:33.710" v="2713" actId="14100"/>
          <ac:picMkLst>
            <pc:docMk/>
            <pc:sldMk cId="1189950831" sldId="1509"/>
            <ac:picMk id="4" creationId="{FED9A817-2DD8-46A1-8856-53FC4491D60D}"/>
          </ac:picMkLst>
        </pc:picChg>
      </pc:sldChg>
      <pc:sldChg chg="addSp delSp modSp add modNotesTx">
        <pc:chgData name="Deepti Singh" userId="5a554a51-2db5-4d50-b08d-e11c4cd18690" providerId="ADAL" clId="{0A4E0452-5A42-43E9-9B44-789CB938CC29}" dt="2026-08-18T06:29:32.573" v="2312" actId="1076"/>
        <pc:sldMkLst>
          <pc:docMk/>
          <pc:sldMk cId="1737567401" sldId="1510"/>
        </pc:sldMkLst>
        <pc:spChg chg="mod">
          <ac:chgData name="Deepti Singh" userId="5a554a51-2db5-4d50-b08d-e11c4cd18690" providerId="ADAL" clId="{0A4E0452-5A42-43E9-9B44-789CB938CC29}" dt="2026-08-17T11:26:59.978" v="1892"/>
          <ac:spMkLst>
            <pc:docMk/>
            <pc:sldMk cId="1737567401" sldId="1510"/>
            <ac:spMk id="3" creationId="{2DC1B6D9-4A96-DA81-6A73-4BFC41EFD927}"/>
          </ac:spMkLst>
        </pc:spChg>
        <pc:spChg chg="add del mod">
          <ac:chgData name="Deepti Singh" userId="5a554a51-2db5-4d50-b08d-e11c4cd18690" providerId="ADAL" clId="{0A4E0452-5A42-43E9-9B44-789CB938CC29}" dt="2026-08-18T06:29:04.404" v="2307" actId="478"/>
          <ac:spMkLst>
            <pc:docMk/>
            <pc:sldMk cId="1737567401" sldId="1510"/>
            <ac:spMk id="4" creationId="{A8516440-0B99-4A21-A4B6-DD84EE2FDB47}"/>
          </ac:spMkLst>
        </pc:spChg>
        <pc:picChg chg="add mod modCrop">
          <ac:chgData name="Deepti Singh" userId="5a554a51-2db5-4d50-b08d-e11c4cd18690" providerId="ADAL" clId="{0A4E0452-5A42-43E9-9B44-789CB938CC29}" dt="2026-08-18T06:29:32.573" v="2312" actId="1076"/>
          <ac:picMkLst>
            <pc:docMk/>
            <pc:sldMk cId="1737567401" sldId="1510"/>
            <ac:picMk id="5" creationId="{0E3AA916-FEFA-4F03-961B-348C747DF2EC}"/>
          </ac:picMkLst>
        </pc:picChg>
      </pc:sldChg>
      <pc:sldChg chg="modSp add ord modNotesTx">
        <pc:chgData name="Deepti Singh" userId="5a554a51-2db5-4d50-b08d-e11c4cd18690" providerId="ADAL" clId="{0A4E0452-5A42-43E9-9B44-789CB938CC29}" dt="2026-08-17T11:30:59.721" v="1909" actId="20577"/>
        <pc:sldMkLst>
          <pc:docMk/>
          <pc:sldMk cId="2646026278" sldId="1511"/>
        </pc:sldMkLst>
        <pc:spChg chg="mod">
          <ac:chgData name="Deepti Singh" userId="5a554a51-2db5-4d50-b08d-e11c4cd18690" providerId="ADAL" clId="{0A4E0452-5A42-43E9-9B44-789CB938CC29}" dt="2026-08-17T11:30:30.376" v="1899"/>
          <ac:spMkLst>
            <pc:docMk/>
            <pc:sldMk cId="2646026278" sldId="1511"/>
            <ac:spMk id="2" creationId="{6E1C52BF-FF0C-5EBE-CF7C-99BFC394F34E}"/>
          </ac:spMkLst>
        </pc:spChg>
        <pc:spChg chg="mod">
          <ac:chgData name="Deepti Singh" userId="5a554a51-2db5-4d50-b08d-e11c4cd18690" providerId="ADAL" clId="{0A4E0452-5A42-43E9-9B44-789CB938CC29}" dt="2026-08-17T11:30:59.721" v="1909" actId="20577"/>
          <ac:spMkLst>
            <pc:docMk/>
            <pc:sldMk cId="2646026278" sldId="1511"/>
            <ac:spMk id="3" creationId="{2DC1B6D9-4A96-DA81-6A73-4BFC41EFD927}"/>
          </ac:spMkLst>
        </pc:spChg>
      </pc:sldChg>
      <pc:sldChg chg="modSp add">
        <pc:chgData name="Deepti Singh" userId="5a554a51-2db5-4d50-b08d-e11c4cd18690" providerId="ADAL" clId="{0A4E0452-5A42-43E9-9B44-789CB938CC29}" dt="2026-08-17T11:32:16.080" v="1934" actId="113"/>
        <pc:sldMkLst>
          <pc:docMk/>
          <pc:sldMk cId="2172917221" sldId="1512"/>
        </pc:sldMkLst>
        <pc:spChg chg="mod">
          <ac:chgData name="Deepti Singh" userId="5a554a51-2db5-4d50-b08d-e11c4cd18690" providerId="ADAL" clId="{0A4E0452-5A42-43E9-9B44-789CB938CC29}" dt="2026-08-17T11:32:16.080" v="1934" actId="113"/>
          <ac:spMkLst>
            <pc:docMk/>
            <pc:sldMk cId="2172917221" sldId="1512"/>
            <ac:spMk id="3" creationId="{2DC1B6D9-4A96-DA81-6A73-4BFC41EFD927}"/>
          </ac:spMkLst>
        </pc:spChg>
      </pc:sldChg>
      <pc:sldChg chg="addSp delSp modSp add modNotesTx">
        <pc:chgData name="Deepti Singh" userId="5a554a51-2db5-4d50-b08d-e11c4cd18690" providerId="ADAL" clId="{0A4E0452-5A42-43E9-9B44-789CB938CC29}" dt="2026-08-18T06:58:09.644" v="2321" actId="1076"/>
        <pc:sldMkLst>
          <pc:docMk/>
          <pc:sldMk cId="718295297" sldId="1513"/>
        </pc:sldMkLst>
        <pc:spChg chg="mod">
          <ac:chgData name="Deepti Singh" userId="5a554a51-2db5-4d50-b08d-e11c4cd18690" providerId="ADAL" clId="{0A4E0452-5A42-43E9-9B44-789CB938CC29}" dt="2026-08-17T11:32:46.035" v="1938" actId="20577"/>
          <ac:spMkLst>
            <pc:docMk/>
            <pc:sldMk cId="718295297" sldId="1513"/>
            <ac:spMk id="3" creationId="{2DC1B6D9-4A96-DA81-6A73-4BFC41EFD927}"/>
          </ac:spMkLst>
        </pc:spChg>
        <pc:spChg chg="add del">
          <ac:chgData name="Deepti Singh" userId="5a554a51-2db5-4d50-b08d-e11c4cd18690" providerId="ADAL" clId="{0A4E0452-5A42-43E9-9B44-789CB938CC29}" dt="2026-08-17T11:33:30.351" v="1940" actId="478"/>
          <ac:spMkLst>
            <pc:docMk/>
            <pc:sldMk cId="718295297" sldId="1513"/>
            <ac:spMk id="4" creationId="{984D345B-2EFA-46C3-BE0A-4AFD12FC7FA9}"/>
          </ac:spMkLst>
        </pc:spChg>
        <pc:spChg chg="add del mod">
          <ac:chgData name="Deepti Singh" userId="5a554a51-2db5-4d50-b08d-e11c4cd18690" providerId="ADAL" clId="{0A4E0452-5A42-43E9-9B44-789CB938CC29}" dt="2026-08-18T06:35:45.401" v="2317" actId="478"/>
          <ac:spMkLst>
            <pc:docMk/>
            <pc:sldMk cId="718295297" sldId="1513"/>
            <ac:spMk id="5" creationId="{CAFD7AB7-6B4E-4D22-AE85-F9B869268339}"/>
          </ac:spMkLst>
        </pc:spChg>
        <pc:picChg chg="add mod">
          <ac:chgData name="Deepti Singh" userId="5a554a51-2db5-4d50-b08d-e11c4cd18690" providerId="ADAL" clId="{0A4E0452-5A42-43E9-9B44-789CB938CC29}" dt="2026-08-18T06:58:09.644" v="2321" actId="1076"/>
          <ac:picMkLst>
            <pc:docMk/>
            <pc:sldMk cId="718295297" sldId="1513"/>
            <ac:picMk id="6" creationId="{9053F4C0-91CD-46B4-85D8-B390B364787C}"/>
          </ac:picMkLst>
        </pc:picChg>
      </pc:sldChg>
      <pc:sldChg chg="delSp modSp add">
        <pc:chgData name="Deepti Singh" userId="5a554a51-2db5-4d50-b08d-e11c4cd18690" providerId="ADAL" clId="{0A4E0452-5A42-43E9-9B44-789CB938CC29}" dt="2026-08-17T11:36:50.412" v="1960" actId="20577"/>
        <pc:sldMkLst>
          <pc:docMk/>
          <pc:sldMk cId="427616421" sldId="1514"/>
        </pc:sldMkLst>
        <pc:spChg chg="mod">
          <ac:chgData name="Deepti Singh" userId="5a554a51-2db5-4d50-b08d-e11c4cd18690" providerId="ADAL" clId="{0A4E0452-5A42-43E9-9B44-789CB938CC29}" dt="2026-08-17T11:36:21.995" v="1946"/>
          <ac:spMkLst>
            <pc:docMk/>
            <pc:sldMk cId="427616421" sldId="1514"/>
            <ac:spMk id="2" creationId="{6E1C52BF-FF0C-5EBE-CF7C-99BFC394F34E}"/>
          </ac:spMkLst>
        </pc:spChg>
        <pc:spChg chg="mod">
          <ac:chgData name="Deepti Singh" userId="5a554a51-2db5-4d50-b08d-e11c4cd18690" providerId="ADAL" clId="{0A4E0452-5A42-43E9-9B44-789CB938CC29}" dt="2026-08-17T11:36:50.412" v="1960" actId="20577"/>
          <ac:spMkLst>
            <pc:docMk/>
            <pc:sldMk cId="427616421" sldId="1514"/>
            <ac:spMk id="3" creationId="{2DC1B6D9-4A96-DA81-6A73-4BFC41EFD927}"/>
          </ac:spMkLst>
        </pc:spChg>
        <pc:spChg chg="del">
          <ac:chgData name="Deepti Singh" userId="5a554a51-2db5-4d50-b08d-e11c4cd18690" providerId="ADAL" clId="{0A4E0452-5A42-43E9-9B44-789CB938CC29}" dt="2026-08-17T11:36:09.003" v="1945" actId="478"/>
          <ac:spMkLst>
            <pc:docMk/>
            <pc:sldMk cId="427616421" sldId="1514"/>
            <ac:spMk id="5" creationId="{CAFD7AB7-6B4E-4D22-AE85-F9B869268339}"/>
          </ac:spMkLst>
        </pc:spChg>
      </pc:sldChg>
      <pc:sldChg chg="addSp modSp add">
        <pc:chgData name="Deepti Singh" userId="5a554a51-2db5-4d50-b08d-e11c4cd18690" providerId="ADAL" clId="{0A4E0452-5A42-43E9-9B44-789CB938CC29}" dt="2026-08-18T12:58:19.006" v="2719" actId="1076"/>
        <pc:sldMkLst>
          <pc:docMk/>
          <pc:sldMk cId="386476911" sldId="1515"/>
        </pc:sldMkLst>
        <pc:spChg chg="mod">
          <ac:chgData name="Deepti Singh" userId="5a554a51-2db5-4d50-b08d-e11c4cd18690" providerId="ADAL" clId="{0A4E0452-5A42-43E9-9B44-789CB938CC29}" dt="2026-08-18T12:57:44.402" v="2714" actId="14100"/>
          <ac:spMkLst>
            <pc:docMk/>
            <pc:sldMk cId="386476911" sldId="1515"/>
            <ac:spMk id="3" creationId="{2DC1B6D9-4A96-DA81-6A73-4BFC41EFD927}"/>
          </ac:spMkLst>
        </pc:spChg>
        <pc:picChg chg="add mod">
          <ac:chgData name="Deepti Singh" userId="5a554a51-2db5-4d50-b08d-e11c4cd18690" providerId="ADAL" clId="{0A4E0452-5A42-43E9-9B44-789CB938CC29}" dt="2026-08-18T12:58:19.006" v="2719" actId="1076"/>
          <ac:picMkLst>
            <pc:docMk/>
            <pc:sldMk cId="386476911" sldId="1515"/>
            <ac:picMk id="4" creationId="{E430BECE-F0BB-4A14-A71D-2A00EC3B4A85}"/>
          </ac:picMkLst>
        </pc:picChg>
      </pc:sldChg>
      <pc:sldChg chg="modSp add">
        <pc:chgData name="Deepti Singh" userId="5a554a51-2db5-4d50-b08d-e11c4cd18690" providerId="ADAL" clId="{0A4E0452-5A42-43E9-9B44-789CB938CC29}" dt="2026-08-17T11:38:30.987" v="1990" actId="20577"/>
        <pc:sldMkLst>
          <pc:docMk/>
          <pc:sldMk cId="3870650903" sldId="1516"/>
        </pc:sldMkLst>
        <pc:spChg chg="mod">
          <ac:chgData name="Deepti Singh" userId="5a554a51-2db5-4d50-b08d-e11c4cd18690" providerId="ADAL" clId="{0A4E0452-5A42-43E9-9B44-789CB938CC29}" dt="2026-08-17T11:38:30.987" v="1990" actId="20577"/>
          <ac:spMkLst>
            <pc:docMk/>
            <pc:sldMk cId="3870650903" sldId="1516"/>
            <ac:spMk id="3" creationId="{2DC1B6D9-4A96-DA81-6A73-4BFC41EFD927}"/>
          </ac:spMkLst>
        </pc:spChg>
      </pc:sldChg>
      <pc:sldChg chg="modSp add">
        <pc:chgData name="Deepti Singh" userId="5a554a51-2db5-4d50-b08d-e11c4cd18690" providerId="ADAL" clId="{0A4E0452-5A42-43E9-9B44-789CB938CC29}" dt="2026-08-17T11:41:36.841" v="2039" actId="20577"/>
        <pc:sldMkLst>
          <pc:docMk/>
          <pc:sldMk cId="2231495211" sldId="1518"/>
        </pc:sldMkLst>
        <pc:spChg chg="mod">
          <ac:chgData name="Deepti Singh" userId="5a554a51-2db5-4d50-b08d-e11c4cd18690" providerId="ADAL" clId="{0A4E0452-5A42-43E9-9B44-789CB938CC29}" dt="2026-08-17T11:41:36.841" v="2039" actId="20577"/>
          <ac:spMkLst>
            <pc:docMk/>
            <pc:sldMk cId="2231495211" sldId="1518"/>
            <ac:spMk id="71" creationId="{62B7A3AF-869F-B740-76EA-A4B404051BF4}"/>
          </ac:spMkLst>
        </pc:spChg>
        <pc:spChg chg="mod">
          <ac:chgData name="Deepti Singh" userId="5a554a51-2db5-4d50-b08d-e11c4cd18690" providerId="ADAL" clId="{0A4E0452-5A42-43E9-9B44-789CB938CC29}" dt="2026-08-17T11:41:18.286" v="2023"/>
          <ac:spMkLst>
            <pc:docMk/>
            <pc:sldMk cId="2231495211" sldId="1518"/>
            <ac:spMk id="72" creationId="{4A91B35D-2A72-4006-A5A7-8E5332458CDC}"/>
          </ac:spMkLst>
        </pc:spChg>
        <pc:grpChg chg="mod">
          <ac:chgData name="Deepti Singh" userId="5a554a51-2db5-4d50-b08d-e11c4cd18690" providerId="ADAL" clId="{0A4E0452-5A42-43E9-9B44-789CB938CC29}" dt="2026-08-17T11:41:25.185" v="2024"/>
          <ac:grpSpMkLst>
            <pc:docMk/>
            <pc:sldMk cId="2231495211" sldId="1518"/>
            <ac:grpSpMk id="73" creationId="{DDE83C21-6845-732E-1BAC-1F963CC82DED}"/>
          </ac:grpSpMkLst>
        </pc:grpChg>
      </pc:sldChg>
      <pc:sldChg chg="addSp delSp modSp add">
        <pc:chgData name="Deepti Singh" userId="5a554a51-2db5-4d50-b08d-e11c4cd18690" providerId="ADAL" clId="{0A4E0452-5A42-43E9-9B44-789CB938CC29}" dt="2026-08-18T12:09:54.733" v="2593" actId="164"/>
        <pc:sldMkLst>
          <pc:docMk/>
          <pc:sldMk cId="753450927" sldId="1519"/>
        </pc:sldMkLst>
        <pc:spChg chg="mod">
          <ac:chgData name="Deepti Singh" userId="5a554a51-2db5-4d50-b08d-e11c4cd18690" providerId="ADAL" clId="{0A4E0452-5A42-43E9-9B44-789CB938CC29}" dt="2026-08-18T11:25:21.248" v="2479" actId="114"/>
          <ac:spMkLst>
            <pc:docMk/>
            <pc:sldMk cId="753450927" sldId="1519"/>
            <ac:spMk id="3" creationId="{2DC1B6D9-4A96-DA81-6A73-4BFC41EFD927}"/>
          </ac:spMkLst>
        </pc:spChg>
        <pc:spChg chg="add mod">
          <ac:chgData name="Deepti Singh" userId="5a554a51-2db5-4d50-b08d-e11c4cd18690" providerId="ADAL" clId="{0A4E0452-5A42-43E9-9B44-789CB938CC29}" dt="2026-08-18T12:06:07.206" v="2556" actId="164"/>
          <ac:spMkLst>
            <pc:docMk/>
            <pc:sldMk cId="753450927" sldId="1519"/>
            <ac:spMk id="5" creationId="{40749B55-6DB2-4731-B655-2148874CF3CE}"/>
          </ac:spMkLst>
        </pc:spChg>
        <pc:spChg chg="add mod">
          <ac:chgData name="Deepti Singh" userId="5a554a51-2db5-4d50-b08d-e11c4cd18690" providerId="ADAL" clId="{0A4E0452-5A42-43E9-9B44-789CB938CC29}" dt="2026-08-18T12:07:44.662" v="2574" actId="164"/>
          <ac:spMkLst>
            <pc:docMk/>
            <pc:sldMk cId="753450927" sldId="1519"/>
            <ac:spMk id="8" creationId="{68C7AB32-5BEE-4D71-8E43-718A858F28EA}"/>
          </ac:spMkLst>
        </pc:spChg>
        <pc:spChg chg="add mod">
          <ac:chgData name="Deepti Singh" userId="5a554a51-2db5-4d50-b08d-e11c4cd18690" providerId="ADAL" clId="{0A4E0452-5A42-43E9-9B44-789CB938CC29}" dt="2026-08-18T12:09:40.422" v="2588" actId="164"/>
          <ac:spMkLst>
            <pc:docMk/>
            <pc:sldMk cId="753450927" sldId="1519"/>
            <ac:spMk id="11" creationId="{767F0795-7B25-4533-B63C-15828534A663}"/>
          </ac:spMkLst>
        </pc:spChg>
        <pc:spChg chg="add mod">
          <ac:chgData name="Deepti Singh" userId="5a554a51-2db5-4d50-b08d-e11c4cd18690" providerId="ADAL" clId="{0A4E0452-5A42-43E9-9B44-789CB938CC29}" dt="2026-08-18T12:09:54.733" v="2593" actId="164"/>
          <ac:spMkLst>
            <pc:docMk/>
            <pc:sldMk cId="753450927" sldId="1519"/>
            <ac:spMk id="13" creationId="{33EB7020-30A0-4885-A11C-637A5E175999}"/>
          </ac:spMkLst>
        </pc:spChg>
        <pc:grpChg chg="add mod">
          <ac:chgData name="Deepti Singh" userId="5a554a51-2db5-4d50-b08d-e11c4cd18690" providerId="ADAL" clId="{0A4E0452-5A42-43E9-9B44-789CB938CC29}" dt="2026-08-18T12:06:48.573" v="2563" actId="1076"/>
          <ac:grpSpMkLst>
            <pc:docMk/>
            <pc:sldMk cId="753450927" sldId="1519"/>
            <ac:grpSpMk id="6" creationId="{FF14B3C5-D8BA-48CD-91C5-BAECFC3A4742}"/>
          </ac:grpSpMkLst>
        </pc:grpChg>
        <pc:grpChg chg="add del mod">
          <ac:chgData name="Deepti Singh" userId="5a554a51-2db5-4d50-b08d-e11c4cd18690" providerId="ADAL" clId="{0A4E0452-5A42-43E9-9B44-789CB938CC29}" dt="2026-08-18T12:08:48.804" v="2575" actId="478"/>
          <ac:grpSpMkLst>
            <pc:docMk/>
            <pc:sldMk cId="753450927" sldId="1519"/>
            <ac:grpSpMk id="9" creationId="{844CBF26-8B84-4F45-90A9-790FDE32C4C6}"/>
          </ac:grpSpMkLst>
        </pc:grpChg>
        <pc:grpChg chg="add mod">
          <ac:chgData name="Deepti Singh" userId="5a554a51-2db5-4d50-b08d-e11c4cd18690" providerId="ADAL" clId="{0A4E0452-5A42-43E9-9B44-789CB938CC29}" dt="2026-08-18T12:09:54.733" v="2593" actId="164"/>
          <ac:grpSpMkLst>
            <pc:docMk/>
            <pc:sldMk cId="753450927" sldId="1519"/>
            <ac:grpSpMk id="12" creationId="{DD2F9877-D86D-48B6-8ABB-EBD1591D5EBE}"/>
          </ac:grpSpMkLst>
        </pc:grpChg>
        <pc:grpChg chg="add mod">
          <ac:chgData name="Deepti Singh" userId="5a554a51-2db5-4d50-b08d-e11c4cd18690" providerId="ADAL" clId="{0A4E0452-5A42-43E9-9B44-789CB938CC29}" dt="2026-08-18T12:09:54.733" v="2593" actId="164"/>
          <ac:grpSpMkLst>
            <pc:docMk/>
            <pc:sldMk cId="753450927" sldId="1519"/>
            <ac:grpSpMk id="14" creationId="{99F2444D-7F92-41FD-8D29-1A1EB01E1306}"/>
          </ac:grpSpMkLst>
        </pc:grpChg>
        <pc:picChg chg="add mod">
          <ac:chgData name="Deepti Singh" userId="5a554a51-2db5-4d50-b08d-e11c4cd18690" providerId="ADAL" clId="{0A4E0452-5A42-43E9-9B44-789CB938CC29}" dt="2026-08-18T12:06:25.077" v="2558" actId="1076"/>
          <ac:picMkLst>
            <pc:docMk/>
            <pc:sldMk cId="753450927" sldId="1519"/>
            <ac:picMk id="4" creationId="{61B74C1B-E5C2-4861-B487-2FD95993238B}"/>
          </ac:picMkLst>
        </pc:picChg>
        <pc:picChg chg="add mod">
          <ac:chgData name="Deepti Singh" userId="5a554a51-2db5-4d50-b08d-e11c4cd18690" providerId="ADAL" clId="{0A4E0452-5A42-43E9-9B44-789CB938CC29}" dt="2026-08-18T12:07:44.662" v="2574" actId="164"/>
          <ac:picMkLst>
            <pc:docMk/>
            <pc:sldMk cId="753450927" sldId="1519"/>
            <ac:picMk id="7" creationId="{9AEBBE22-7104-4322-9658-358E9DC55894}"/>
          </ac:picMkLst>
        </pc:picChg>
        <pc:picChg chg="add mod">
          <ac:chgData name="Deepti Singh" userId="5a554a51-2db5-4d50-b08d-e11c4cd18690" providerId="ADAL" clId="{0A4E0452-5A42-43E9-9B44-789CB938CC29}" dt="2026-08-18T12:09:40.422" v="2588" actId="164"/>
          <ac:picMkLst>
            <pc:docMk/>
            <pc:sldMk cId="753450927" sldId="1519"/>
            <ac:picMk id="10" creationId="{49BE898C-EA3C-48FE-B85A-0CE4CFDE74D4}"/>
          </ac:picMkLst>
        </pc:picChg>
      </pc:sldChg>
      <pc:sldChg chg="addSp delSp modSp add">
        <pc:chgData name="Deepti Singh" userId="5a554a51-2db5-4d50-b08d-e11c4cd18690" providerId="ADAL" clId="{0A4E0452-5A42-43E9-9B44-789CB938CC29}" dt="2026-08-18T12:22:01.268" v="2597" actId="208"/>
        <pc:sldMkLst>
          <pc:docMk/>
          <pc:sldMk cId="2820812152" sldId="1520"/>
        </pc:sldMkLst>
        <pc:spChg chg="mod">
          <ac:chgData name="Deepti Singh" userId="5a554a51-2db5-4d50-b08d-e11c4cd18690" providerId="ADAL" clId="{0A4E0452-5A42-43E9-9B44-789CB938CC29}" dt="2026-08-18T11:26:32.926" v="2490"/>
          <ac:spMkLst>
            <pc:docMk/>
            <pc:sldMk cId="2820812152" sldId="1520"/>
            <ac:spMk id="3" creationId="{2DC1B6D9-4A96-DA81-6A73-4BFC41EFD927}"/>
          </ac:spMkLst>
        </pc:spChg>
        <pc:spChg chg="add del mod">
          <ac:chgData name="Deepti Singh" userId="5a554a51-2db5-4d50-b08d-e11c4cd18690" providerId="ADAL" clId="{0A4E0452-5A42-43E9-9B44-789CB938CC29}" dt="2026-08-18T11:27:24.159" v="2494" actId="478"/>
          <ac:spMkLst>
            <pc:docMk/>
            <pc:sldMk cId="2820812152" sldId="1520"/>
            <ac:spMk id="4" creationId="{7DA16707-0209-471C-ADCE-828291473C75}"/>
          </ac:spMkLst>
        </pc:spChg>
        <pc:spChg chg="add del">
          <ac:chgData name="Deepti Singh" userId="5a554a51-2db5-4d50-b08d-e11c4cd18690" providerId="ADAL" clId="{0A4E0452-5A42-43E9-9B44-789CB938CC29}" dt="2026-08-18T11:27:48.610" v="2496"/>
          <ac:spMkLst>
            <pc:docMk/>
            <pc:sldMk cId="2820812152" sldId="1520"/>
            <ac:spMk id="5" creationId="{7058393A-039B-4BE3-9971-91D2816A403E}"/>
          </ac:spMkLst>
        </pc:spChg>
        <pc:spChg chg="add mod">
          <ac:chgData name="Deepti Singh" userId="5a554a51-2db5-4d50-b08d-e11c4cd18690" providerId="ADAL" clId="{0A4E0452-5A42-43E9-9B44-789CB938CC29}" dt="2026-08-18T11:57:07.519" v="2525" actId="1076"/>
          <ac:spMkLst>
            <pc:docMk/>
            <pc:sldMk cId="2820812152" sldId="1520"/>
            <ac:spMk id="6" creationId="{70657C73-7344-497A-A349-5EA7F85BC0D2}"/>
          </ac:spMkLst>
        </pc:spChg>
        <pc:spChg chg="add mod">
          <ac:chgData name="Deepti Singh" userId="5a554a51-2db5-4d50-b08d-e11c4cd18690" providerId="ADAL" clId="{0A4E0452-5A42-43E9-9B44-789CB938CC29}" dt="2026-08-18T11:57:16.003" v="2527" actId="208"/>
          <ac:spMkLst>
            <pc:docMk/>
            <pc:sldMk cId="2820812152" sldId="1520"/>
            <ac:spMk id="7" creationId="{A895D153-A93B-46FC-A706-D62D68BBA1E8}"/>
          </ac:spMkLst>
        </pc:spChg>
        <pc:picChg chg="add mod">
          <ac:chgData name="Deepti Singh" userId="5a554a51-2db5-4d50-b08d-e11c4cd18690" providerId="ADAL" clId="{0A4E0452-5A42-43E9-9B44-789CB938CC29}" dt="2026-08-18T12:22:01.268" v="2597" actId="208"/>
          <ac:picMkLst>
            <pc:docMk/>
            <pc:sldMk cId="2820812152" sldId="1520"/>
            <ac:picMk id="8" creationId="{96DA497B-35BA-473B-A1C2-848C639A0C16}"/>
          </ac:picMkLst>
        </pc:picChg>
      </pc:sldChg>
      <pc:sldChg chg="addSp modSp add">
        <pc:chgData name="Deepti Singh" userId="5a554a51-2db5-4d50-b08d-e11c4cd18690" providerId="ADAL" clId="{0A4E0452-5A42-43E9-9B44-789CB938CC29}" dt="2026-08-18T12:24:21.748" v="2616" actId="164"/>
        <pc:sldMkLst>
          <pc:docMk/>
          <pc:sldMk cId="3882771342" sldId="1521"/>
        </pc:sldMkLst>
        <pc:spChg chg="mod">
          <ac:chgData name="Deepti Singh" userId="5a554a51-2db5-4d50-b08d-e11c4cd18690" providerId="ADAL" clId="{0A4E0452-5A42-43E9-9B44-789CB938CC29}" dt="2026-08-18T12:23:29.876" v="2609" actId="14100"/>
          <ac:spMkLst>
            <pc:docMk/>
            <pc:sldMk cId="3882771342" sldId="1521"/>
            <ac:spMk id="3" creationId="{2DC1B6D9-4A96-DA81-6A73-4BFC41EFD927}"/>
          </ac:spMkLst>
        </pc:spChg>
        <pc:spChg chg="add mod">
          <ac:chgData name="Deepti Singh" userId="5a554a51-2db5-4d50-b08d-e11c4cd18690" providerId="ADAL" clId="{0A4E0452-5A42-43E9-9B44-789CB938CC29}" dt="2026-08-18T12:23:07.779" v="2603" actId="1076"/>
          <ac:spMkLst>
            <pc:docMk/>
            <pc:sldMk cId="3882771342" sldId="1521"/>
            <ac:spMk id="4" creationId="{E3B99562-52DF-43ED-9B7B-558BAB360E73}"/>
          </ac:spMkLst>
        </pc:spChg>
        <pc:spChg chg="add mod">
          <ac:chgData name="Deepti Singh" userId="5a554a51-2db5-4d50-b08d-e11c4cd18690" providerId="ADAL" clId="{0A4E0452-5A42-43E9-9B44-789CB938CC29}" dt="2026-08-18T12:24:21.748" v="2616" actId="164"/>
          <ac:spMkLst>
            <pc:docMk/>
            <pc:sldMk cId="3882771342" sldId="1521"/>
            <ac:spMk id="6" creationId="{50920726-5168-42B7-8E14-528742B02AAE}"/>
          </ac:spMkLst>
        </pc:spChg>
        <pc:grpChg chg="add mod">
          <ac:chgData name="Deepti Singh" userId="5a554a51-2db5-4d50-b08d-e11c4cd18690" providerId="ADAL" clId="{0A4E0452-5A42-43E9-9B44-789CB938CC29}" dt="2026-08-18T12:24:21.748" v="2616" actId="164"/>
          <ac:grpSpMkLst>
            <pc:docMk/>
            <pc:sldMk cId="3882771342" sldId="1521"/>
            <ac:grpSpMk id="7" creationId="{70E4D6F0-4C8C-4531-B71B-86B2D47F5492}"/>
          </ac:grpSpMkLst>
        </pc:grpChg>
        <pc:picChg chg="add mod">
          <ac:chgData name="Deepti Singh" userId="5a554a51-2db5-4d50-b08d-e11c4cd18690" providerId="ADAL" clId="{0A4E0452-5A42-43E9-9B44-789CB938CC29}" dt="2026-08-18T12:24:21.748" v="2616" actId="164"/>
          <ac:picMkLst>
            <pc:docMk/>
            <pc:sldMk cId="3882771342" sldId="1521"/>
            <ac:picMk id="5" creationId="{8899EB65-0C73-4829-9519-AB464CD4B262}"/>
          </ac:picMkLst>
        </pc:picChg>
      </pc:sldChg>
      <pc:sldChg chg="addSp modSp add del">
        <pc:chgData name="Deepti Singh" userId="5a554a51-2db5-4d50-b08d-e11c4cd18690" providerId="ADAL" clId="{0A4E0452-5A42-43E9-9B44-789CB938CC29}" dt="2026-08-18T12:22:13.227" v="2598" actId="2696"/>
        <pc:sldMkLst>
          <pc:docMk/>
          <pc:sldMk cId="1221679230" sldId="1522"/>
        </pc:sldMkLst>
        <pc:spChg chg="mod">
          <ac:chgData name="Deepti Singh" userId="5a554a51-2db5-4d50-b08d-e11c4cd18690" providerId="ADAL" clId="{0A4E0452-5A42-43E9-9B44-789CB938CC29}" dt="2026-08-18T07:23:24.037" v="2380" actId="20577"/>
          <ac:spMkLst>
            <pc:docMk/>
            <pc:sldMk cId="1221679230" sldId="1522"/>
            <ac:spMk id="3" creationId="{2DC1B6D9-4A96-DA81-6A73-4BFC41EFD927}"/>
          </ac:spMkLst>
        </pc:spChg>
        <pc:spChg chg="add mod">
          <ac:chgData name="Deepti Singh" userId="5a554a51-2db5-4d50-b08d-e11c4cd18690" providerId="ADAL" clId="{0A4E0452-5A42-43E9-9B44-789CB938CC29}" dt="2026-08-18T07:23:56.924" v="2388" actId="113"/>
          <ac:spMkLst>
            <pc:docMk/>
            <pc:sldMk cId="1221679230" sldId="1522"/>
            <ac:spMk id="4" creationId="{F284B853-411B-45F4-B83B-4909E5A8A94C}"/>
          </ac:spMkLst>
        </pc:spChg>
      </pc:sldChg>
    </pc:docChg>
  </pc:docChgLst>
  <pc:docChgLst>
    <pc:chgData name="Vinita Sinha" userId="02ecc585-1bba-46e9-9059-c08d85147d10" providerId="ADAL" clId="{10E7852F-784A-4832-97BB-F265E078B0CC}"/>
    <pc:docChg chg="addSld delSld modSld delSection modSection">
      <pc:chgData name="Vinita Sinha" userId="02ecc585-1bba-46e9-9059-c08d85147d10" providerId="ADAL" clId="{10E7852F-784A-4832-97BB-F265E078B0CC}" dt="2026-08-19T12:40:00.072" v="36" actId="2696"/>
      <pc:docMkLst>
        <pc:docMk/>
      </pc:docMkLst>
      <pc:sldChg chg="add del">
        <pc:chgData name="Vinita Sinha" userId="02ecc585-1bba-46e9-9059-c08d85147d10" providerId="ADAL" clId="{10E7852F-784A-4832-97BB-F265E078B0CC}" dt="2026-08-19T12:33:07.970" v="3" actId="2696"/>
        <pc:sldMkLst>
          <pc:docMk/>
          <pc:sldMk cId="2384208874" sldId="474"/>
        </pc:sldMkLst>
      </pc:sldChg>
      <pc:sldChg chg="del">
        <pc:chgData name="Vinita Sinha" userId="02ecc585-1bba-46e9-9059-c08d85147d10" providerId="ADAL" clId="{10E7852F-784A-4832-97BB-F265E078B0CC}" dt="2026-08-19T12:33:10.055" v="4" actId="2696"/>
        <pc:sldMkLst>
          <pc:docMk/>
          <pc:sldMk cId="3933498238" sldId="1458"/>
        </pc:sldMkLst>
      </pc:sldChg>
      <pc:sldChg chg="del">
        <pc:chgData name="Vinita Sinha" userId="02ecc585-1bba-46e9-9059-c08d85147d10" providerId="ADAL" clId="{10E7852F-784A-4832-97BB-F265E078B0CC}" dt="2026-08-19T12:40:00.072" v="36" actId="2696"/>
        <pc:sldMkLst>
          <pc:docMk/>
          <pc:sldMk cId="2496267679" sldId="1479"/>
        </pc:sldMkLst>
      </pc:sldChg>
      <pc:sldChg chg="del">
        <pc:chgData name="Vinita Sinha" userId="02ecc585-1bba-46e9-9059-c08d85147d10" providerId="ADAL" clId="{10E7852F-784A-4832-97BB-F265E078B0CC}" dt="2026-08-19T12:35:53.967" v="22" actId="2696"/>
        <pc:sldMkLst>
          <pc:docMk/>
          <pc:sldMk cId="1586059300" sldId="1498"/>
        </pc:sldMkLst>
      </pc:sldChg>
      <pc:sldChg chg="del">
        <pc:chgData name="Vinita Sinha" userId="02ecc585-1bba-46e9-9059-c08d85147d10" providerId="ADAL" clId="{10E7852F-784A-4832-97BB-F265E078B0CC}" dt="2026-08-19T12:36:06.893" v="24" actId="2696"/>
        <pc:sldMkLst>
          <pc:docMk/>
          <pc:sldMk cId="150306982" sldId="1507"/>
        </pc:sldMkLst>
      </pc:sldChg>
      <pc:sldChg chg="del">
        <pc:chgData name="Vinita Sinha" userId="02ecc585-1bba-46e9-9059-c08d85147d10" providerId="ADAL" clId="{10E7852F-784A-4832-97BB-F265E078B0CC}" dt="2026-08-19T12:36:33.688" v="30" actId="2696"/>
        <pc:sldMkLst>
          <pc:docMk/>
          <pc:sldMk cId="1645661384" sldId="1517"/>
        </pc:sldMkLst>
      </pc:sldChg>
      <pc:sldChg chg="add del">
        <pc:chgData name="Vinita Sinha" userId="02ecc585-1bba-46e9-9059-c08d85147d10" providerId="ADAL" clId="{10E7852F-784A-4832-97BB-F265E078B0CC}" dt="2026-08-19T12:33:04.323" v="2"/>
        <pc:sldMkLst>
          <pc:docMk/>
          <pc:sldMk cId="1931154860" sldId="2104"/>
        </pc:sldMkLst>
      </pc:sldChg>
      <pc:sldChg chg="add del">
        <pc:chgData name="Vinita Sinha" userId="02ecc585-1bba-46e9-9059-c08d85147d10" providerId="ADAL" clId="{10E7852F-784A-4832-97BB-F265E078B0CC}" dt="2026-08-19T12:33:04.323" v="2"/>
        <pc:sldMkLst>
          <pc:docMk/>
          <pc:sldMk cId="2329037573" sldId="2105"/>
        </pc:sldMkLst>
      </pc:sldChg>
      <pc:sldChg chg="add del">
        <pc:chgData name="Vinita Sinha" userId="02ecc585-1bba-46e9-9059-c08d85147d10" providerId="ADAL" clId="{10E7852F-784A-4832-97BB-F265E078B0CC}" dt="2026-08-19T12:33:04.323" v="2"/>
        <pc:sldMkLst>
          <pc:docMk/>
          <pc:sldMk cId="2450791366" sldId="2106"/>
        </pc:sldMkLst>
      </pc:sldChg>
      <pc:sldChg chg="add del">
        <pc:chgData name="Vinita Sinha" userId="02ecc585-1bba-46e9-9059-c08d85147d10" providerId="ADAL" clId="{10E7852F-784A-4832-97BB-F265E078B0CC}" dt="2026-08-19T12:33:04.323" v="2"/>
        <pc:sldMkLst>
          <pc:docMk/>
          <pc:sldMk cId="760030039" sldId="2107"/>
        </pc:sldMkLst>
      </pc:sldChg>
      <pc:sldChg chg="add del">
        <pc:chgData name="Vinita Sinha" userId="02ecc585-1bba-46e9-9059-c08d85147d10" providerId="ADAL" clId="{10E7852F-784A-4832-97BB-F265E078B0CC}" dt="2026-08-19T12:33:04.323" v="2"/>
        <pc:sldMkLst>
          <pc:docMk/>
          <pc:sldMk cId="207947727" sldId="2108"/>
        </pc:sldMkLst>
      </pc:sldChg>
      <pc:sldChg chg="add del">
        <pc:chgData name="Vinita Sinha" userId="02ecc585-1bba-46e9-9059-c08d85147d10" providerId="ADAL" clId="{10E7852F-784A-4832-97BB-F265E078B0CC}" dt="2026-08-19T12:33:04.323" v="2"/>
        <pc:sldMkLst>
          <pc:docMk/>
          <pc:sldMk cId="2127071005" sldId="2109"/>
        </pc:sldMkLst>
      </pc:sldChg>
      <pc:sldChg chg="add del">
        <pc:chgData name="Vinita Sinha" userId="02ecc585-1bba-46e9-9059-c08d85147d10" providerId="ADAL" clId="{10E7852F-784A-4832-97BB-F265E078B0CC}" dt="2026-08-19T12:33:04.323" v="2"/>
        <pc:sldMkLst>
          <pc:docMk/>
          <pc:sldMk cId="3425954346" sldId="2110"/>
        </pc:sldMkLst>
      </pc:sldChg>
      <pc:sldChg chg="add del">
        <pc:chgData name="Vinita Sinha" userId="02ecc585-1bba-46e9-9059-c08d85147d10" providerId="ADAL" clId="{10E7852F-784A-4832-97BB-F265E078B0CC}" dt="2026-08-19T12:33:04.323" v="2"/>
        <pc:sldMkLst>
          <pc:docMk/>
          <pc:sldMk cId="2743854692" sldId="2111"/>
        </pc:sldMkLst>
      </pc:sldChg>
      <pc:sldChg chg="add del">
        <pc:chgData name="Vinita Sinha" userId="02ecc585-1bba-46e9-9059-c08d85147d10" providerId="ADAL" clId="{10E7852F-784A-4832-97BB-F265E078B0CC}" dt="2026-08-19T12:33:04.323" v="2"/>
        <pc:sldMkLst>
          <pc:docMk/>
          <pc:sldMk cId="126512052" sldId="2112"/>
        </pc:sldMkLst>
      </pc:sldChg>
      <pc:sldChg chg="add del">
        <pc:chgData name="Vinita Sinha" userId="02ecc585-1bba-46e9-9059-c08d85147d10" providerId="ADAL" clId="{10E7852F-784A-4832-97BB-F265E078B0CC}" dt="2026-08-19T12:33:04.323" v="2"/>
        <pc:sldMkLst>
          <pc:docMk/>
          <pc:sldMk cId="1704769884" sldId="2113"/>
        </pc:sldMkLst>
      </pc:sldChg>
      <pc:sldChg chg="add del">
        <pc:chgData name="Vinita Sinha" userId="02ecc585-1bba-46e9-9059-c08d85147d10" providerId="ADAL" clId="{10E7852F-784A-4832-97BB-F265E078B0CC}" dt="2026-08-19T12:33:04.323" v="2"/>
        <pc:sldMkLst>
          <pc:docMk/>
          <pc:sldMk cId="2675696331" sldId="2114"/>
        </pc:sldMkLst>
      </pc:sldChg>
      <pc:sldChg chg="add del">
        <pc:chgData name="Vinita Sinha" userId="02ecc585-1bba-46e9-9059-c08d85147d10" providerId="ADAL" clId="{10E7852F-784A-4832-97BB-F265E078B0CC}" dt="2026-08-19T12:33:04.323" v="2"/>
        <pc:sldMkLst>
          <pc:docMk/>
          <pc:sldMk cId="186316345" sldId="2115"/>
        </pc:sldMkLst>
      </pc:sldChg>
      <pc:sldChg chg="add del">
        <pc:chgData name="Vinita Sinha" userId="02ecc585-1bba-46e9-9059-c08d85147d10" providerId="ADAL" clId="{10E7852F-784A-4832-97BB-F265E078B0CC}" dt="2026-08-19T12:33:04.323" v="2"/>
        <pc:sldMkLst>
          <pc:docMk/>
          <pc:sldMk cId="3021431629" sldId="2116"/>
        </pc:sldMkLst>
      </pc:sldChg>
      <pc:sldChg chg="add del">
        <pc:chgData name="Vinita Sinha" userId="02ecc585-1bba-46e9-9059-c08d85147d10" providerId="ADAL" clId="{10E7852F-784A-4832-97BB-F265E078B0CC}" dt="2026-08-19T12:33:04.323" v="2"/>
        <pc:sldMkLst>
          <pc:docMk/>
          <pc:sldMk cId="819850694" sldId="2117"/>
        </pc:sldMkLst>
      </pc:sldChg>
      <pc:sldChg chg="add del">
        <pc:chgData name="Vinita Sinha" userId="02ecc585-1bba-46e9-9059-c08d85147d10" providerId="ADAL" clId="{10E7852F-784A-4832-97BB-F265E078B0CC}" dt="2026-08-19T12:33:04.323" v="2"/>
        <pc:sldMkLst>
          <pc:docMk/>
          <pc:sldMk cId="1724561986" sldId="2118"/>
        </pc:sldMkLst>
      </pc:sldChg>
      <pc:sldChg chg="add del">
        <pc:chgData name="Vinita Sinha" userId="02ecc585-1bba-46e9-9059-c08d85147d10" providerId="ADAL" clId="{10E7852F-784A-4832-97BB-F265E078B0CC}" dt="2026-08-19T12:33:04.323" v="2"/>
        <pc:sldMkLst>
          <pc:docMk/>
          <pc:sldMk cId="3443967246" sldId="2119"/>
        </pc:sldMkLst>
      </pc:sldChg>
      <pc:sldChg chg="add del">
        <pc:chgData name="Vinita Sinha" userId="02ecc585-1bba-46e9-9059-c08d85147d10" providerId="ADAL" clId="{10E7852F-784A-4832-97BB-F265E078B0CC}" dt="2026-08-19T12:33:04.323" v="2"/>
        <pc:sldMkLst>
          <pc:docMk/>
          <pc:sldMk cId="683760594" sldId="2120"/>
        </pc:sldMkLst>
      </pc:sldChg>
      <pc:sldChg chg="add del">
        <pc:chgData name="Vinita Sinha" userId="02ecc585-1bba-46e9-9059-c08d85147d10" providerId="ADAL" clId="{10E7852F-784A-4832-97BB-F265E078B0CC}" dt="2026-08-19T12:33:04.323" v="2"/>
        <pc:sldMkLst>
          <pc:docMk/>
          <pc:sldMk cId="2681173509" sldId="2121"/>
        </pc:sldMkLst>
      </pc:sldChg>
      <pc:sldChg chg="add del">
        <pc:chgData name="Vinita Sinha" userId="02ecc585-1bba-46e9-9059-c08d85147d10" providerId="ADAL" clId="{10E7852F-784A-4832-97BB-F265E078B0CC}" dt="2026-08-19T12:33:04.323" v="2"/>
        <pc:sldMkLst>
          <pc:docMk/>
          <pc:sldMk cId="2046519130" sldId="2122"/>
        </pc:sldMkLst>
      </pc:sldChg>
      <pc:sldChg chg="add del">
        <pc:chgData name="Vinita Sinha" userId="02ecc585-1bba-46e9-9059-c08d85147d10" providerId="ADAL" clId="{10E7852F-784A-4832-97BB-F265E078B0CC}" dt="2026-08-19T12:33:04.323" v="2"/>
        <pc:sldMkLst>
          <pc:docMk/>
          <pc:sldMk cId="765192297" sldId="2123"/>
        </pc:sldMkLst>
      </pc:sldChg>
      <pc:sldChg chg="add del">
        <pc:chgData name="Vinita Sinha" userId="02ecc585-1bba-46e9-9059-c08d85147d10" providerId="ADAL" clId="{10E7852F-784A-4832-97BB-F265E078B0CC}" dt="2026-08-19T12:33:04.323" v="2"/>
        <pc:sldMkLst>
          <pc:docMk/>
          <pc:sldMk cId="1980621658" sldId="2124"/>
        </pc:sldMkLst>
      </pc:sldChg>
      <pc:sldChg chg="add del">
        <pc:chgData name="Vinita Sinha" userId="02ecc585-1bba-46e9-9059-c08d85147d10" providerId="ADAL" clId="{10E7852F-784A-4832-97BB-F265E078B0CC}" dt="2026-08-19T12:33:04.323" v="2"/>
        <pc:sldMkLst>
          <pc:docMk/>
          <pc:sldMk cId="3111346653" sldId="2125"/>
        </pc:sldMkLst>
      </pc:sldChg>
      <pc:sldChg chg="del">
        <pc:chgData name="Vinita Sinha" userId="02ecc585-1bba-46e9-9059-c08d85147d10" providerId="ADAL" clId="{10E7852F-784A-4832-97BB-F265E078B0CC}" dt="2026-08-19T12:33:53.181" v="6" actId="2696"/>
        <pc:sldMkLst>
          <pc:docMk/>
          <pc:sldMk cId="3491959855" sldId="2126"/>
        </pc:sldMkLst>
      </pc:sldChg>
      <pc:sldChg chg="add del">
        <pc:chgData name="Vinita Sinha" userId="02ecc585-1bba-46e9-9059-c08d85147d10" providerId="ADAL" clId="{10E7852F-784A-4832-97BB-F265E078B0CC}" dt="2026-08-19T12:34:22.041" v="11" actId="2696"/>
        <pc:sldMkLst>
          <pc:docMk/>
          <pc:sldMk cId="1859191026" sldId="2141"/>
        </pc:sldMkLst>
      </pc:sldChg>
      <pc:sldChg chg="add del">
        <pc:chgData name="Vinita Sinha" userId="02ecc585-1bba-46e9-9059-c08d85147d10" providerId="ADAL" clId="{10E7852F-784A-4832-97BB-F265E078B0CC}" dt="2026-08-19T12:34:20.479" v="10"/>
        <pc:sldMkLst>
          <pc:docMk/>
          <pc:sldMk cId="332282546" sldId="2142"/>
        </pc:sldMkLst>
      </pc:sldChg>
      <pc:sldChg chg="add del">
        <pc:chgData name="Vinita Sinha" userId="02ecc585-1bba-46e9-9059-c08d85147d10" providerId="ADAL" clId="{10E7852F-784A-4832-97BB-F265E078B0CC}" dt="2026-08-19T12:34:20.479" v="10"/>
        <pc:sldMkLst>
          <pc:docMk/>
          <pc:sldMk cId="414599203" sldId="2143"/>
        </pc:sldMkLst>
      </pc:sldChg>
      <pc:sldChg chg="add del">
        <pc:chgData name="Vinita Sinha" userId="02ecc585-1bba-46e9-9059-c08d85147d10" providerId="ADAL" clId="{10E7852F-784A-4832-97BB-F265E078B0CC}" dt="2026-08-19T12:34:20.479" v="10"/>
        <pc:sldMkLst>
          <pc:docMk/>
          <pc:sldMk cId="3568105729" sldId="2144"/>
        </pc:sldMkLst>
      </pc:sldChg>
      <pc:sldChg chg="add del">
        <pc:chgData name="Vinita Sinha" userId="02ecc585-1bba-46e9-9059-c08d85147d10" providerId="ADAL" clId="{10E7852F-784A-4832-97BB-F265E078B0CC}" dt="2026-08-19T12:34:20.479" v="10"/>
        <pc:sldMkLst>
          <pc:docMk/>
          <pc:sldMk cId="1183176900" sldId="2145"/>
        </pc:sldMkLst>
      </pc:sldChg>
      <pc:sldChg chg="add del">
        <pc:chgData name="Vinita Sinha" userId="02ecc585-1bba-46e9-9059-c08d85147d10" providerId="ADAL" clId="{10E7852F-784A-4832-97BB-F265E078B0CC}" dt="2026-08-19T12:34:20.479" v="10"/>
        <pc:sldMkLst>
          <pc:docMk/>
          <pc:sldMk cId="4187285756" sldId="2146"/>
        </pc:sldMkLst>
      </pc:sldChg>
      <pc:sldChg chg="add del">
        <pc:chgData name="Vinita Sinha" userId="02ecc585-1bba-46e9-9059-c08d85147d10" providerId="ADAL" clId="{10E7852F-784A-4832-97BB-F265E078B0CC}" dt="2026-08-19T12:34:20.479" v="10"/>
        <pc:sldMkLst>
          <pc:docMk/>
          <pc:sldMk cId="1374953348" sldId="2147"/>
        </pc:sldMkLst>
      </pc:sldChg>
      <pc:sldChg chg="add del">
        <pc:chgData name="Vinita Sinha" userId="02ecc585-1bba-46e9-9059-c08d85147d10" providerId="ADAL" clId="{10E7852F-784A-4832-97BB-F265E078B0CC}" dt="2026-08-19T12:34:20.479" v="10"/>
        <pc:sldMkLst>
          <pc:docMk/>
          <pc:sldMk cId="596688560" sldId="2148"/>
        </pc:sldMkLst>
      </pc:sldChg>
      <pc:sldChg chg="add del">
        <pc:chgData name="Vinita Sinha" userId="02ecc585-1bba-46e9-9059-c08d85147d10" providerId="ADAL" clId="{10E7852F-784A-4832-97BB-F265E078B0CC}" dt="2026-08-19T12:34:20.479" v="10"/>
        <pc:sldMkLst>
          <pc:docMk/>
          <pc:sldMk cId="64750639" sldId="2149"/>
        </pc:sldMkLst>
      </pc:sldChg>
      <pc:sldChg chg="add del">
        <pc:chgData name="Vinita Sinha" userId="02ecc585-1bba-46e9-9059-c08d85147d10" providerId="ADAL" clId="{10E7852F-784A-4832-97BB-F265E078B0CC}" dt="2026-08-19T12:34:20.479" v="10"/>
        <pc:sldMkLst>
          <pc:docMk/>
          <pc:sldMk cId="3081931615" sldId="2150"/>
        </pc:sldMkLst>
      </pc:sldChg>
      <pc:sldChg chg="add del">
        <pc:chgData name="Vinita Sinha" userId="02ecc585-1bba-46e9-9059-c08d85147d10" providerId="ADAL" clId="{10E7852F-784A-4832-97BB-F265E078B0CC}" dt="2026-08-19T12:34:20.479" v="10"/>
        <pc:sldMkLst>
          <pc:docMk/>
          <pc:sldMk cId="4222699404" sldId="2151"/>
        </pc:sldMkLst>
      </pc:sldChg>
      <pc:sldChg chg="add del">
        <pc:chgData name="Vinita Sinha" userId="02ecc585-1bba-46e9-9059-c08d85147d10" providerId="ADAL" clId="{10E7852F-784A-4832-97BB-F265E078B0CC}" dt="2026-08-19T12:34:20.479" v="10"/>
        <pc:sldMkLst>
          <pc:docMk/>
          <pc:sldMk cId="1922165150" sldId="2152"/>
        </pc:sldMkLst>
      </pc:sldChg>
      <pc:sldChg chg="add del">
        <pc:chgData name="Vinita Sinha" userId="02ecc585-1bba-46e9-9059-c08d85147d10" providerId="ADAL" clId="{10E7852F-784A-4832-97BB-F265E078B0CC}" dt="2026-08-19T12:34:20.479" v="10"/>
        <pc:sldMkLst>
          <pc:docMk/>
          <pc:sldMk cId="2066575671" sldId="2153"/>
        </pc:sldMkLst>
      </pc:sldChg>
      <pc:sldChg chg="add del">
        <pc:chgData name="Vinita Sinha" userId="02ecc585-1bba-46e9-9059-c08d85147d10" providerId="ADAL" clId="{10E7852F-784A-4832-97BB-F265E078B0CC}" dt="2026-08-19T12:34:20.479" v="10"/>
        <pc:sldMkLst>
          <pc:docMk/>
          <pc:sldMk cId="2271672042" sldId="2154"/>
        </pc:sldMkLst>
      </pc:sldChg>
      <pc:sldChg chg="add del">
        <pc:chgData name="Vinita Sinha" userId="02ecc585-1bba-46e9-9059-c08d85147d10" providerId="ADAL" clId="{10E7852F-784A-4832-97BB-F265E078B0CC}" dt="2026-08-19T12:34:20.479" v="10"/>
        <pc:sldMkLst>
          <pc:docMk/>
          <pc:sldMk cId="432894169" sldId="2155"/>
        </pc:sldMkLst>
      </pc:sldChg>
      <pc:sldChg chg="add del">
        <pc:chgData name="Vinita Sinha" userId="02ecc585-1bba-46e9-9059-c08d85147d10" providerId="ADAL" clId="{10E7852F-784A-4832-97BB-F265E078B0CC}" dt="2026-08-19T12:35:06.891" v="16" actId="2696"/>
        <pc:sldMkLst>
          <pc:docMk/>
          <pc:sldMk cId="1930322380" sldId="2156"/>
        </pc:sldMkLst>
      </pc:sldChg>
      <pc:sldChg chg="add del">
        <pc:chgData name="Vinita Sinha" userId="02ecc585-1bba-46e9-9059-c08d85147d10" providerId="ADAL" clId="{10E7852F-784A-4832-97BB-F265E078B0CC}" dt="2026-08-19T12:35:05.074" v="15"/>
        <pc:sldMkLst>
          <pc:docMk/>
          <pc:sldMk cId="3341167991" sldId="2157"/>
        </pc:sldMkLst>
      </pc:sldChg>
      <pc:sldChg chg="add del">
        <pc:chgData name="Vinita Sinha" userId="02ecc585-1bba-46e9-9059-c08d85147d10" providerId="ADAL" clId="{10E7852F-784A-4832-97BB-F265E078B0CC}" dt="2026-08-19T12:35:05.074" v="15"/>
        <pc:sldMkLst>
          <pc:docMk/>
          <pc:sldMk cId="1250293075" sldId="2158"/>
        </pc:sldMkLst>
      </pc:sldChg>
      <pc:sldChg chg="add del">
        <pc:chgData name="Vinita Sinha" userId="02ecc585-1bba-46e9-9059-c08d85147d10" providerId="ADAL" clId="{10E7852F-784A-4832-97BB-F265E078B0CC}" dt="2026-08-19T12:35:05.074" v="15"/>
        <pc:sldMkLst>
          <pc:docMk/>
          <pc:sldMk cId="1380845329" sldId="2159"/>
        </pc:sldMkLst>
      </pc:sldChg>
      <pc:sldChg chg="add del">
        <pc:chgData name="Vinita Sinha" userId="02ecc585-1bba-46e9-9059-c08d85147d10" providerId="ADAL" clId="{10E7852F-784A-4832-97BB-F265E078B0CC}" dt="2026-08-19T12:35:05.074" v="15"/>
        <pc:sldMkLst>
          <pc:docMk/>
          <pc:sldMk cId="989565722" sldId="2160"/>
        </pc:sldMkLst>
      </pc:sldChg>
      <pc:sldChg chg="add del">
        <pc:chgData name="Vinita Sinha" userId="02ecc585-1bba-46e9-9059-c08d85147d10" providerId="ADAL" clId="{10E7852F-784A-4832-97BB-F265E078B0CC}" dt="2026-08-19T12:35:05.074" v="15"/>
        <pc:sldMkLst>
          <pc:docMk/>
          <pc:sldMk cId="625198510" sldId="2161"/>
        </pc:sldMkLst>
      </pc:sldChg>
      <pc:sldChg chg="add del">
        <pc:chgData name="Vinita Sinha" userId="02ecc585-1bba-46e9-9059-c08d85147d10" providerId="ADAL" clId="{10E7852F-784A-4832-97BB-F265E078B0CC}" dt="2026-08-19T12:35:05.074" v="15"/>
        <pc:sldMkLst>
          <pc:docMk/>
          <pc:sldMk cId="1066566986" sldId="2162"/>
        </pc:sldMkLst>
      </pc:sldChg>
      <pc:sldChg chg="add del">
        <pc:chgData name="Vinita Sinha" userId="02ecc585-1bba-46e9-9059-c08d85147d10" providerId="ADAL" clId="{10E7852F-784A-4832-97BB-F265E078B0CC}" dt="2026-08-19T12:35:05.074" v="15"/>
        <pc:sldMkLst>
          <pc:docMk/>
          <pc:sldMk cId="3825876566" sldId="2163"/>
        </pc:sldMkLst>
      </pc:sldChg>
      <pc:sldChg chg="add del">
        <pc:chgData name="Vinita Sinha" userId="02ecc585-1bba-46e9-9059-c08d85147d10" providerId="ADAL" clId="{10E7852F-784A-4832-97BB-F265E078B0CC}" dt="2026-08-19T12:35:05.074" v="15"/>
        <pc:sldMkLst>
          <pc:docMk/>
          <pc:sldMk cId="471100518" sldId="2164"/>
        </pc:sldMkLst>
      </pc:sldChg>
      <pc:sldChg chg="add del">
        <pc:chgData name="Vinita Sinha" userId="02ecc585-1bba-46e9-9059-c08d85147d10" providerId="ADAL" clId="{10E7852F-784A-4832-97BB-F265E078B0CC}" dt="2026-08-19T12:35:05.074" v="15"/>
        <pc:sldMkLst>
          <pc:docMk/>
          <pc:sldMk cId="3862871997" sldId="2165"/>
        </pc:sldMkLst>
      </pc:sldChg>
      <pc:sldChg chg="add del">
        <pc:chgData name="Vinita Sinha" userId="02ecc585-1bba-46e9-9059-c08d85147d10" providerId="ADAL" clId="{10E7852F-784A-4832-97BB-F265E078B0CC}" dt="2026-08-19T12:35:05.074" v="15"/>
        <pc:sldMkLst>
          <pc:docMk/>
          <pc:sldMk cId="1711551692" sldId="2166"/>
        </pc:sldMkLst>
      </pc:sldChg>
      <pc:sldChg chg="add del">
        <pc:chgData name="Vinita Sinha" userId="02ecc585-1bba-46e9-9059-c08d85147d10" providerId="ADAL" clId="{10E7852F-784A-4832-97BB-F265E078B0CC}" dt="2026-08-19T12:35:05.074" v="15"/>
        <pc:sldMkLst>
          <pc:docMk/>
          <pc:sldMk cId="3531005718" sldId="2167"/>
        </pc:sldMkLst>
      </pc:sldChg>
      <pc:sldChg chg="add del">
        <pc:chgData name="Vinita Sinha" userId="02ecc585-1bba-46e9-9059-c08d85147d10" providerId="ADAL" clId="{10E7852F-784A-4832-97BB-F265E078B0CC}" dt="2026-08-19T12:35:05.074" v="15"/>
        <pc:sldMkLst>
          <pc:docMk/>
          <pc:sldMk cId="3840141968" sldId="2168"/>
        </pc:sldMkLst>
      </pc:sldChg>
      <pc:sldChg chg="add del">
        <pc:chgData name="Vinita Sinha" userId="02ecc585-1bba-46e9-9059-c08d85147d10" providerId="ADAL" clId="{10E7852F-784A-4832-97BB-F265E078B0CC}" dt="2026-08-19T12:35:05.074" v="15"/>
        <pc:sldMkLst>
          <pc:docMk/>
          <pc:sldMk cId="1471855384" sldId="2169"/>
        </pc:sldMkLst>
      </pc:sldChg>
      <pc:sldChg chg="add del">
        <pc:chgData name="Vinita Sinha" userId="02ecc585-1bba-46e9-9059-c08d85147d10" providerId="ADAL" clId="{10E7852F-784A-4832-97BB-F265E078B0CC}" dt="2026-08-19T12:35:05.074" v="15"/>
        <pc:sldMkLst>
          <pc:docMk/>
          <pc:sldMk cId="2380468874" sldId="2170"/>
        </pc:sldMkLst>
      </pc:sldChg>
      <pc:sldChg chg="add del">
        <pc:chgData name="Vinita Sinha" userId="02ecc585-1bba-46e9-9059-c08d85147d10" providerId="ADAL" clId="{10E7852F-784A-4832-97BB-F265E078B0CC}" dt="2026-08-19T12:35:05.074" v="15"/>
        <pc:sldMkLst>
          <pc:docMk/>
          <pc:sldMk cId="546415963" sldId="2171"/>
        </pc:sldMkLst>
      </pc:sldChg>
      <pc:sldChg chg="add del">
        <pc:chgData name="Vinita Sinha" userId="02ecc585-1bba-46e9-9059-c08d85147d10" providerId="ADAL" clId="{10E7852F-784A-4832-97BB-F265E078B0CC}" dt="2026-08-19T12:35:05.074" v="15"/>
        <pc:sldMkLst>
          <pc:docMk/>
          <pc:sldMk cId="557412318" sldId="2172"/>
        </pc:sldMkLst>
      </pc:sldChg>
      <pc:sldChg chg="add del">
        <pc:chgData name="Vinita Sinha" userId="02ecc585-1bba-46e9-9059-c08d85147d10" providerId="ADAL" clId="{10E7852F-784A-4832-97BB-F265E078B0CC}" dt="2026-08-19T12:35:05.074" v="15"/>
        <pc:sldMkLst>
          <pc:docMk/>
          <pc:sldMk cId="674313303" sldId="2173"/>
        </pc:sldMkLst>
      </pc:sldChg>
      <pc:sldChg chg="add del">
        <pc:chgData name="Vinita Sinha" userId="02ecc585-1bba-46e9-9059-c08d85147d10" providerId="ADAL" clId="{10E7852F-784A-4832-97BB-F265E078B0CC}" dt="2026-08-19T12:35:05.074" v="15"/>
        <pc:sldMkLst>
          <pc:docMk/>
          <pc:sldMk cId="1710409411" sldId="2174"/>
        </pc:sldMkLst>
      </pc:sldChg>
      <pc:sldChg chg="add del">
        <pc:chgData name="Vinita Sinha" userId="02ecc585-1bba-46e9-9059-c08d85147d10" providerId="ADAL" clId="{10E7852F-784A-4832-97BB-F265E078B0CC}" dt="2026-08-19T12:35:53.189" v="21" actId="2696"/>
        <pc:sldMkLst>
          <pc:docMk/>
          <pc:sldMk cId="1708730126" sldId="2175"/>
        </pc:sldMkLst>
      </pc:sldChg>
      <pc:sldChg chg="add del">
        <pc:chgData name="Vinita Sinha" userId="02ecc585-1bba-46e9-9059-c08d85147d10" providerId="ADAL" clId="{10E7852F-784A-4832-97BB-F265E078B0CC}" dt="2026-08-19T12:35:51.178" v="20"/>
        <pc:sldMkLst>
          <pc:docMk/>
          <pc:sldMk cId="409850271" sldId="2176"/>
        </pc:sldMkLst>
      </pc:sldChg>
      <pc:sldChg chg="add del">
        <pc:chgData name="Vinita Sinha" userId="02ecc585-1bba-46e9-9059-c08d85147d10" providerId="ADAL" clId="{10E7852F-784A-4832-97BB-F265E078B0CC}" dt="2026-08-19T12:35:51.178" v="20"/>
        <pc:sldMkLst>
          <pc:docMk/>
          <pc:sldMk cId="3998082747" sldId="2177"/>
        </pc:sldMkLst>
      </pc:sldChg>
      <pc:sldChg chg="add del">
        <pc:chgData name="Vinita Sinha" userId="02ecc585-1bba-46e9-9059-c08d85147d10" providerId="ADAL" clId="{10E7852F-784A-4832-97BB-F265E078B0CC}" dt="2026-08-19T12:35:51.178" v="20"/>
        <pc:sldMkLst>
          <pc:docMk/>
          <pc:sldMk cId="2215687479" sldId="2178"/>
        </pc:sldMkLst>
      </pc:sldChg>
      <pc:sldChg chg="add del">
        <pc:chgData name="Vinita Sinha" userId="02ecc585-1bba-46e9-9059-c08d85147d10" providerId="ADAL" clId="{10E7852F-784A-4832-97BB-F265E078B0CC}" dt="2026-08-19T12:35:51.178" v="20"/>
        <pc:sldMkLst>
          <pc:docMk/>
          <pc:sldMk cId="1550743966" sldId="2179"/>
        </pc:sldMkLst>
      </pc:sldChg>
      <pc:sldChg chg="add del">
        <pc:chgData name="Vinita Sinha" userId="02ecc585-1bba-46e9-9059-c08d85147d10" providerId="ADAL" clId="{10E7852F-784A-4832-97BB-F265E078B0CC}" dt="2026-08-19T12:35:51.178" v="20"/>
        <pc:sldMkLst>
          <pc:docMk/>
          <pc:sldMk cId="2133135656" sldId="2180"/>
        </pc:sldMkLst>
      </pc:sldChg>
      <pc:sldChg chg="add del">
        <pc:chgData name="Vinita Sinha" userId="02ecc585-1bba-46e9-9059-c08d85147d10" providerId="ADAL" clId="{10E7852F-784A-4832-97BB-F265E078B0CC}" dt="2026-08-19T12:35:51.178" v="20"/>
        <pc:sldMkLst>
          <pc:docMk/>
          <pc:sldMk cId="1395809741" sldId="2181"/>
        </pc:sldMkLst>
      </pc:sldChg>
      <pc:sldChg chg="add del">
        <pc:chgData name="Vinita Sinha" userId="02ecc585-1bba-46e9-9059-c08d85147d10" providerId="ADAL" clId="{10E7852F-784A-4832-97BB-F265E078B0CC}" dt="2026-08-19T12:35:51.178" v="20"/>
        <pc:sldMkLst>
          <pc:docMk/>
          <pc:sldMk cId="2835102264" sldId="2182"/>
        </pc:sldMkLst>
      </pc:sldChg>
      <pc:sldChg chg="add del">
        <pc:chgData name="Vinita Sinha" userId="02ecc585-1bba-46e9-9059-c08d85147d10" providerId="ADAL" clId="{10E7852F-784A-4832-97BB-F265E078B0CC}" dt="2026-08-19T12:35:51.178" v="20"/>
        <pc:sldMkLst>
          <pc:docMk/>
          <pc:sldMk cId="3737625124" sldId="2183"/>
        </pc:sldMkLst>
      </pc:sldChg>
      <pc:sldChg chg="add del">
        <pc:chgData name="Vinita Sinha" userId="02ecc585-1bba-46e9-9059-c08d85147d10" providerId="ADAL" clId="{10E7852F-784A-4832-97BB-F265E078B0CC}" dt="2026-08-19T12:35:51.178" v="20"/>
        <pc:sldMkLst>
          <pc:docMk/>
          <pc:sldMk cId="1676453223" sldId="2184"/>
        </pc:sldMkLst>
      </pc:sldChg>
      <pc:sldChg chg="add del">
        <pc:chgData name="Vinita Sinha" userId="02ecc585-1bba-46e9-9059-c08d85147d10" providerId="ADAL" clId="{10E7852F-784A-4832-97BB-F265E078B0CC}" dt="2026-08-19T12:35:51.178" v="20"/>
        <pc:sldMkLst>
          <pc:docMk/>
          <pc:sldMk cId="3143830100" sldId="2185"/>
        </pc:sldMkLst>
      </pc:sldChg>
      <pc:sldChg chg="add del">
        <pc:chgData name="Vinita Sinha" userId="02ecc585-1bba-46e9-9059-c08d85147d10" providerId="ADAL" clId="{10E7852F-784A-4832-97BB-F265E078B0CC}" dt="2026-08-19T12:35:51.178" v="20"/>
        <pc:sldMkLst>
          <pc:docMk/>
          <pc:sldMk cId="4077559602" sldId="2186"/>
        </pc:sldMkLst>
      </pc:sldChg>
      <pc:sldChg chg="add del">
        <pc:chgData name="Vinita Sinha" userId="02ecc585-1bba-46e9-9059-c08d85147d10" providerId="ADAL" clId="{10E7852F-784A-4832-97BB-F265E078B0CC}" dt="2026-08-19T12:35:51.178" v="20"/>
        <pc:sldMkLst>
          <pc:docMk/>
          <pc:sldMk cId="3926086139" sldId="2187"/>
        </pc:sldMkLst>
      </pc:sldChg>
      <pc:sldChg chg="add del">
        <pc:chgData name="Vinita Sinha" userId="02ecc585-1bba-46e9-9059-c08d85147d10" providerId="ADAL" clId="{10E7852F-784A-4832-97BB-F265E078B0CC}" dt="2026-08-19T12:35:51.178" v="20"/>
        <pc:sldMkLst>
          <pc:docMk/>
          <pc:sldMk cId="4115124424" sldId="2188"/>
        </pc:sldMkLst>
      </pc:sldChg>
      <pc:sldChg chg="add del">
        <pc:chgData name="Vinita Sinha" userId="02ecc585-1bba-46e9-9059-c08d85147d10" providerId="ADAL" clId="{10E7852F-784A-4832-97BB-F265E078B0CC}" dt="2026-08-19T12:35:51.178" v="20"/>
        <pc:sldMkLst>
          <pc:docMk/>
          <pc:sldMk cId="161938092" sldId="2189"/>
        </pc:sldMkLst>
      </pc:sldChg>
      <pc:sldChg chg="add del">
        <pc:chgData name="Vinita Sinha" userId="02ecc585-1bba-46e9-9059-c08d85147d10" providerId="ADAL" clId="{10E7852F-784A-4832-97BB-F265E078B0CC}" dt="2026-08-19T12:35:51.178" v="20"/>
        <pc:sldMkLst>
          <pc:docMk/>
          <pc:sldMk cId="634229138" sldId="2190"/>
        </pc:sldMkLst>
      </pc:sldChg>
      <pc:sldChg chg="add del">
        <pc:chgData name="Vinita Sinha" userId="02ecc585-1bba-46e9-9059-c08d85147d10" providerId="ADAL" clId="{10E7852F-784A-4832-97BB-F265E078B0CC}" dt="2026-08-19T12:35:51.178" v="20"/>
        <pc:sldMkLst>
          <pc:docMk/>
          <pc:sldMk cId="2769518435" sldId="2191"/>
        </pc:sldMkLst>
      </pc:sldChg>
      <pc:sldChg chg="add del">
        <pc:chgData name="Vinita Sinha" userId="02ecc585-1bba-46e9-9059-c08d85147d10" providerId="ADAL" clId="{10E7852F-784A-4832-97BB-F265E078B0CC}" dt="2026-08-19T12:35:51.178" v="20"/>
        <pc:sldMkLst>
          <pc:docMk/>
          <pc:sldMk cId="3373328309" sldId="2192"/>
        </pc:sldMkLst>
      </pc:sldChg>
      <pc:sldChg chg="add del">
        <pc:chgData name="Vinita Sinha" userId="02ecc585-1bba-46e9-9059-c08d85147d10" providerId="ADAL" clId="{10E7852F-784A-4832-97BB-F265E078B0CC}" dt="2026-08-19T12:35:51.178" v="20"/>
        <pc:sldMkLst>
          <pc:docMk/>
          <pc:sldMk cId="2913713932" sldId="2193"/>
        </pc:sldMkLst>
      </pc:sldChg>
      <pc:sldChg chg="add del">
        <pc:chgData name="Vinita Sinha" userId="02ecc585-1bba-46e9-9059-c08d85147d10" providerId="ADAL" clId="{10E7852F-784A-4832-97BB-F265E078B0CC}" dt="2026-08-19T12:35:51.178" v="20"/>
        <pc:sldMkLst>
          <pc:docMk/>
          <pc:sldMk cId="794709070" sldId="2194"/>
        </pc:sldMkLst>
      </pc:sldChg>
      <pc:sldChg chg="add del">
        <pc:chgData name="Vinita Sinha" userId="02ecc585-1bba-46e9-9059-c08d85147d10" providerId="ADAL" clId="{10E7852F-784A-4832-97BB-F265E078B0CC}" dt="2026-08-19T12:36:20.766" v="28" actId="2696"/>
        <pc:sldMkLst>
          <pc:docMk/>
          <pc:sldMk cId="2970858438" sldId="2195"/>
        </pc:sldMkLst>
      </pc:sldChg>
      <pc:sldChg chg="add del">
        <pc:chgData name="Vinita Sinha" userId="02ecc585-1bba-46e9-9059-c08d85147d10" providerId="ADAL" clId="{10E7852F-784A-4832-97BB-F265E078B0CC}" dt="2026-08-19T12:36:19.138" v="27"/>
        <pc:sldMkLst>
          <pc:docMk/>
          <pc:sldMk cId="1958414880" sldId="2196"/>
        </pc:sldMkLst>
      </pc:sldChg>
      <pc:sldChg chg="add del">
        <pc:chgData name="Vinita Sinha" userId="02ecc585-1bba-46e9-9059-c08d85147d10" providerId="ADAL" clId="{10E7852F-784A-4832-97BB-F265E078B0CC}" dt="2026-08-19T12:36:19.138" v="27"/>
        <pc:sldMkLst>
          <pc:docMk/>
          <pc:sldMk cId="3073680204" sldId="2197"/>
        </pc:sldMkLst>
      </pc:sldChg>
      <pc:sldChg chg="add del">
        <pc:chgData name="Vinita Sinha" userId="02ecc585-1bba-46e9-9059-c08d85147d10" providerId="ADAL" clId="{10E7852F-784A-4832-97BB-F265E078B0CC}" dt="2026-08-19T12:36:19.138" v="27"/>
        <pc:sldMkLst>
          <pc:docMk/>
          <pc:sldMk cId="2396486977" sldId="2198"/>
        </pc:sldMkLst>
      </pc:sldChg>
      <pc:sldChg chg="add del">
        <pc:chgData name="Vinita Sinha" userId="02ecc585-1bba-46e9-9059-c08d85147d10" providerId="ADAL" clId="{10E7852F-784A-4832-97BB-F265E078B0CC}" dt="2026-08-19T12:36:19.138" v="27"/>
        <pc:sldMkLst>
          <pc:docMk/>
          <pc:sldMk cId="3766490968" sldId="2199"/>
        </pc:sldMkLst>
      </pc:sldChg>
      <pc:sldChg chg="add del">
        <pc:chgData name="Vinita Sinha" userId="02ecc585-1bba-46e9-9059-c08d85147d10" providerId="ADAL" clId="{10E7852F-784A-4832-97BB-F265E078B0CC}" dt="2026-08-19T12:36:19.138" v="27"/>
        <pc:sldMkLst>
          <pc:docMk/>
          <pc:sldMk cId="134232480" sldId="2200"/>
        </pc:sldMkLst>
      </pc:sldChg>
      <pc:sldChg chg="add del">
        <pc:chgData name="Vinita Sinha" userId="02ecc585-1bba-46e9-9059-c08d85147d10" providerId="ADAL" clId="{10E7852F-784A-4832-97BB-F265E078B0CC}" dt="2026-08-19T12:36:19.138" v="27"/>
        <pc:sldMkLst>
          <pc:docMk/>
          <pc:sldMk cId="2720859348" sldId="2201"/>
        </pc:sldMkLst>
      </pc:sldChg>
      <pc:sldChg chg="add del">
        <pc:chgData name="Vinita Sinha" userId="02ecc585-1bba-46e9-9059-c08d85147d10" providerId="ADAL" clId="{10E7852F-784A-4832-97BB-F265E078B0CC}" dt="2026-08-19T12:36:19.138" v="27"/>
        <pc:sldMkLst>
          <pc:docMk/>
          <pc:sldMk cId="2633024335" sldId="2202"/>
        </pc:sldMkLst>
      </pc:sldChg>
      <pc:sldChg chg="add del">
        <pc:chgData name="Vinita Sinha" userId="02ecc585-1bba-46e9-9059-c08d85147d10" providerId="ADAL" clId="{10E7852F-784A-4832-97BB-F265E078B0CC}" dt="2026-08-19T12:36:19.138" v="27"/>
        <pc:sldMkLst>
          <pc:docMk/>
          <pc:sldMk cId="2069064" sldId="2203"/>
        </pc:sldMkLst>
      </pc:sldChg>
      <pc:sldChg chg="add del">
        <pc:chgData name="Vinita Sinha" userId="02ecc585-1bba-46e9-9059-c08d85147d10" providerId="ADAL" clId="{10E7852F-784A-4832-97BB-F265E078B0CC}" dt="2026-08-19T12:36:19.138" v="27"/>
        <pc:sldMkLst>
          <pc:docMk/>
          <pc:sldMk cId="1060308278" sldId="2204"/>
        </pc:sldMkLst>
      </pc:sldChg>
      <pc:sldChg chg="add del">
        <pc:chgData name="Vinita Sinha" userId="02ecc585-1bba-46e9-9059-c08d85147d10" providerId="ADAL" clId="{10E7852F-784A-4832-97BB-F265E078B0CC}" dt="2026-08-19T12:36:19.138" v="27"/>
        <pc:sldMkLst>
          <pc:docMk/>
          <pc:sldMk cId="3215826126" sldId="2205"/>
        </pc:sldMkLst>
      </pc:sldChg>
      <pc:sldChg chg="add del">
        <pc:chgData name="Vinita Sinha" userId="02ecc585-1bba-46e9-9059-c08d85147d10" providerId="ADAL" clId="{10E7852F-784A-4832-97BB-F265E078B0CC}" dt="2026-08-19T12:36:47.387" v="34" actId="2696"/>
        <pc:sldMkLst>
          <pc:docMk/>
          <pc:sldMk cId="4158476856" sldId="2206"/>
        </pc:sldMkLst>
      </pc:sldChg>
      <pc:sldChg chg="add del">
        <pc:chgData name="Vinita Sinha" userId="02ecc585-1bba-46e9-9059-c08d85147d10" providerId="ADAL" clId="{10E7852F-784A-4832-97BB-F265E078B0CC}" dt="2026-08-19T12:36:46.051" v="33"/>
        <pc:sldMkLst>
          <pc:docMk/>
          <pc:sldMk cId="3506810363" sldId="2207"/>
        </pc:sldMkLst>
      </pc:sldChg>
      <pc:sldChg chg="add del">
        <pc:chgData name="Vinita Sinha" userId="02ecc585-1bba-46e9-9059-c08d85147d10" providerId="ADAL" clId="{10E7852F-784A-4832-97BB-F265E078B0CC}" dt="2026-08-19T12:36:46.051" v="33"/>
        <pc:sldMkLst>
          <pc:docMk/>
          <pc:sldMk cId="680619253" sldId="2208"/>
        </pc:sldMkLst>
      </pc:sldChg>
      <pc:sldChg chg="add del">
        <pc:chgData name="Vinita Sinha" userId="02ecc585-1bba-46e9-9059-c08d85147d10" providerId="ADAL" clId="{10E7852F-784A-4832-97BB-F265E078B0CC}" dt="2026-08-19T12:36:46.051" v="33"/>
        <pc:sldMkLst>
          <pc:docMk/>
          <pc:sldMk cId="4218969110" sldId="2209"/>
        </pc:sldMkLst>
      </pc:sldChg>
      <pc:sldChg chg="add del">
        <pc:chgData name="Vinita Sinha" userId="02ecc585-1bba-46e9-9059-c08d85147d10" providerId="ADAL" clId="{10E7852F-784A-4832-97BB-F265E078B0CC}" dt="2026-08-19T12:36:46.051" v="33"/>
        <pc:sldMkLst>
          <pc:docMk/>
          <pc:sldMk cId="598084523" sldId="2210"/>
        </pc:sldMkLst>
      </pc:sldChg>
      <pc:sldChg chg="add del">
        <pc:chgData name="Vinita Sinha" userId="02ecc585-1bba-46e9-9059-c08d85147d10" providerId="ADAL" clId="{10E7852F-784A-4832-97BB-F265E078B0CC}" dt="2026-08-19T12:36:46.051" v="33"/>
        <pc:sldMkLst>
          <pc:docMk/>
          <pc:sldMk cId="3776052801" sldId="2211"/>
        </pc:sldMkLst>
      </pc:sldChg>
      <pc:sldChg chg="add del">
        <pc:chgData name="Vinita Sinha" userId="02ecc585-1bba-46e9-9059-c08d85147d10" providerId="ADAL" clId="{10E7852F-784A-4832-97BB-F265E078B0CC}" dt="2026-08-19T12:36:46.051" v="33"/>
        <pc:sldMkLst>
          <pc:docMk/>
          <pc:sldMk cId="3279972503" sldId="2212"/>
        </pc:sldMkLst>
      </pc:sldChg>
      <pc:sldChg chg="add del">
        <pc:chgData name="Vinita Sinha" userId="02ecc585-1bba-46e9-9059-c08d85147d10" providerId="ADAL" clId="{10E7852F-784A-4832-97BB-F265E078B0CC}" dt="2026-08-19T12:36:46.051" v="33"/>
        <pc:sldMkLst>
          <pc:docMk/>
          <pc:sldMk cId="987505941" sldId="2213"/>
        </pc:sldMkLst>
      </pc:sldChg>
      <pc:sldChg chg="add del">
        <pc:chgData name="Vinita Sinha" userId="02ecc585-1bba-46e9-9059-c08d85147d10" providerId="ADAL" clId="{10E7852F-784A-4832-97BB-F265E078B0CC}" dt="2026-08-19T12:36:46.051" v="33"/>
        <pc:sldMkLst>
          <pc:docMk/>
          <pc:sldMk cId="1947866420" sldId="2214"/>
        </pc:sldMkLst>
      </pc:sldChg>
    </pc:docChg>
  </pc:docChgLst>
  <pc:docChgLst>
    <pc:chgData name="Deepti Singh" userId="5a554a51-2db5-4d50-b08d-e11c4cd18690" providerId="ADAL" clId="{70BD041D-0A00-4D74-BCB7-86758D2422C9}"/>
    <pc:docChg chg="undo custSel addSld delSld modSld sldOrd delSection modSection">
      <pc:chgData name="Deepti Singh" userId="5a554a51-2db5-4d50-b08d-e11c4cd18690" providerId="ADAL" clId="{70BD041D-0A00-4D74-BCB7-86758D2422C9}" dt="2026-08-13T06:30:10.982" v="467"/>
      <pc:docMkLst>
        <pc:docMk/>
      </pc:docMkLst>
      <pc:sldChg chg="addSp delSp modSp">
        <pc:chgData name="Deepti Singh" userId="5a554a51-2db5-4d50-b08d-e11c4cd18690" providerId="ADAL" clId="{70BD041D-0A00-4D74-BCB7-86758D2422C9}" dt="2026-08-12T11:09:40.833" v="22" actId="1076"/>
        <pc:sldMkLst>
          <pc:docMk/>
          <pc:sldMk cId="699520277" sldId="256"/>
        </pc:sldMkLst>
        <pc:spChg chg="mod">
          <ac:chgData name="Deepti Singh" userId="5a554a51-2db5-4d50-b08d-e11c4cd18690" providerId="ADAL" clId="{70BD041D-0A00-4D74-BCB7-86758D2422C9}" dt="2026-08-12T11:07:42.751" v="0"/>
          <ac:spMkLst>
            <pc:docMk/>
            <pc:sldMk cId="699520277" sldId="256"/>
            <ac:spMk id="5" creationId="{46A4D0F4-E151-9E1A-1F99-7BF2916F3171}"/>
          </ac:spMkLst>
        </pc:spChg>
        <pc:grpChg chg="mod">
          <ac:chgData name="Deepti Singh" userId="5a554a51-2db5-4d50-b08d-e11c4cd18690" providerId="ADAL" clId="{70BD041D-0A00-4D74-BCB7-86758D2422C9}" dt="2026-08-12T11:07:42.751" v="0"/>
          <ac:grpSpMkLst>
            <pc:docMk/>
            <pc:sldMk cId="699520277" sldId="256"/>
            <ac:grpSpMk id="13" creationId="{493132FA-D949-9EDA-83EC-E4F7D2E9BE75}"/>
          </ac:grpSpMkLst>
        </pc:grpChg>
        <pc:picChg chg="del mod">
          <ac:chgData name="Deepti Singh" userId="5a554a51-2db5-4d50-b08d-e11c4cd18690" providerId="ADAL" clId="{70BD041D-0A00-4D74-BCB7-86758D2422C9}" dt="2026-08-12T11:08:25.364" v="4" actId="478"/>
          <ac:picMkLst>
            <pc:docMk/>
            <pc:sldMk cId="699520277" sldId="256"/>
            <ac:picMk id="3" creationId="{929204D4-D805-4EA5-AC2C-36D21DE0212A}"/>
          </ac:picMkLst>
        </pc:picChg>
        <pc:picChg chg="add del mod modCrop">
          <ac:chgData name="Deepti Singh" userId="5a554a51-2db5-4d50-b08d-e11c4cd18690" providerId="ADAL" clId="{70BD041D-0A00-4D74-BCB7-86758D2422C9}" dt="2026-08-12T11:09:11.276" v="12" actId="478"/>
          <ac:picMkLst>
            <pc:docMk/>
            <pc:sldMk cId="699520277" sldId="256"/>
            <ac:picMk id="4" creationId="{820F5D7F-4A7F-40C8-B0CD-F2E6F1D8AFD2}"/>
          </ac:picMkLst>
        </pc:picChg>
        <pc:picChg chg="add mod modCrop">
          <ac:chgData name="Deepti Singh" userId="5a554a51-2db5-4d50-b08d-e11c4cd18690" providerId="ADAL" clId="{70BD041D-0A00-4D74-BCB7-86758D2422C9}" dt="2026-08-12T11:09:40.833" v="22" actId="1076"/>
          <ac:picMkLst>
            <pc:docMk/>
            <pc:sldMk cId="699520277" sldId="256"/>
            <ac:picMk id="1026" creationId="{57B1B7DF-614D-4CAE-AC20-C7C3BEAC3AFB}"/>
          </ac:picMkLst>
        </pc:picChg>
        <pc:cxnChg chg="mod">
          <ac:chgData name="Deepti Singh" userId="5a554a51-2db5-4d50-b08d-e11c4cd18690" providerId="ADAL" clId="{70BD041D-0A00-4D74-BCB7-86758D2422C9}" dt="2026-08-12T11:07:47.299" v="1" actId="1076"/>
          <ac:cxnSpMkLst>
            <pc:docMk/>
            <pc:sldMk cId="699520277" sldId="256"/>
            <ac:cxnSpMk id="6" creationId="{99AB518C-77B3-0006-BA20-703E35083590}"/>
          </ac:cxnSpMkLst>
        </pc:cxnChg>
      </pc:sldChg>
      <pc:sldChg chg="addSp modSp">
        <pc:chgData name="Deepti Singh" userId="5a554a51-2db5-4d50-b08d-e11c4cd18690" providerId="ADAL" clId="{70BD041D-0A00-4D74-BCB7-86758D2422C9}" dt="2026-08-12T11:15:11.787" v="62"/>
        <pc:sldMkLst>
          <pc:docMk/>
          <pc:sldMk cId="3255904719" sldId="313"/>
        </pc:sldMkLst>
        <pc:spChg chg="mod">
          <ac:chgData name="Deepti Singh" userId="5a554a51-2db5-4d50-b08d-e11c4cd18690" providerId="ADAL" clId="{70BD041D-0A00-4D74-BCB7-86758D2422C9}" dt="2026-08-12T11:13:43.382" v="36" actId="14100"/>
          <ac:spMkLst>
            <pc:docMk/>
            <pc:sldMk cId="3255904719" sldId="313"/>
            <ac:spMk id="4" creationId="{F809D9BF-135B-1CF4-CAD7-746B225D6AAC}"/>
          </ac:spMkLst>
        </pc:spChg>
        <pc:spChg chg="add mod">
          <ac:chgData name="Deepti Singh" userId="5a554a51-2db5-4d50-b08d-e11c4cd18690" providerId="ADAL" clId="{70BD041D-0A00-4D74-BCB7-86758D2422C9}" dt="2026-08-12T11:15:03.402" v="61"/>
          <ac:spMkLst>
            <pc:docMk/>
            <pc:sldMk cId="3255904719" sldId="313"/>
            <ac:spMk id="8" creationId="{4D6F6816-DEF9-4934-AA89-F61110F85BA1}"/>
          </ac:spMkLst>
        </pc:spChg>
        <pc:spChg chg="add mod">
          <ac:chgData name="Deepti Singh" userId="5a554a51-2db5-4d50-b08d-e11c4cd18690" providerId="ADAL" clId="{70BD041D-0A00-4D74-BCB7-86758D2422C9}" dt="2026-08-12T11:15:11.787" v="62"/>
          <ac:spMkLst>
            <pc:docMk/>
            <pc:sldMk cId="3255904719" sldId="313"/>
            <ac:spMk id="9" creationId="{94483AAF-64CC-4DF9-B776-743E49FC8A04}"/>
          </ac:spMkLst>
        </pc:spChg>
        <pc:spChg chg="mod">
          <ac:chgData name="Deepti Singh" userId="5a554a51-2db5-4d50-b08d-e11c4cd18690" providerId="ADAL" clId="{70BD041D-0A00-4D74-BCB7-86758D2422C9}" dt="2026-08-12T11:14:42.250" v="58"/>
          <ac:spMkLst>
            <pc:docMk/>
            <pc:sldMk cId="3255904719" sldId="313"/>
            <ac:spMk id="13" creationId="{9F95B42D-2F37-DE8E-88F2-294558C2B090}"/>
          </ac:spMkLst>
        </pc:spChg>
        <pc:spChg chg="mod">
          <ac:chgData name="Deepti Singh" userId="5a554a51-2db5-4d50-b08d-e11c4cd18690" providerId="ADAL" clId="{70BD041D-0A00-4D74-BCB7-86758D2422C9}" dt="2026-08-12T11:14:47.956" v="59"/>
          <ac:spMkLst>
            <pc:docMk/>
            <pc:sldMk cId="3255904719" sldId="313"/>
            <ac:spMk id="16" creationId="{089DB5CA-F33C-0025-3722-F02A179F360F}"/>
          </ac:spMkLst>
        </pc:spChg>
        <pc:spChg chg="mod">
          <ac:chgData name="Deepti Singh" userId="5a554a51-2db5-4d50-b08d-e11c4cd18690" providerId="ADAL" clId="{70BD041D-0A00-4D74-BCB7-86758D2422C9}" dt="2026-08-12T11:14:56.435" v="60"/>
          <ac:spMkLst>
            <pc:docMk/>
            <pc:sldMk cId="3255904719" sldId="313"/>
            <ac:spMk id="22" creationId="{C1AF2FF0-BC89-A7D4-49F8-90AA3B47DE38}"/>
          </ac:spMkLst>
        </pc:spChg>
      </pc:sldChg>
      <pc:sldChg chg="modSp">
        <pc:chgData name="Deepti Singh" userId="5a554a51-2db5-4d50-b08d-e11c4cd18690" providerId="ADAL" clId="{70BD041D-0A00-4D74-BCB7-86758D2422C9}" dt="2026-08-12T11:13:00.538" v="27"/>
        <pc:sldMkLst>
          <pc:docMk/>
          <pc:sldMk cId="3159138285" sldId="316"/>
        </pc:sldMkLst>
        <pc:spChg chg="mod">
          <ac:chgData name="Deepti Singh" userId="5a554a51-2db5-4d50-b08d-e11c4cd18690" providerId="ADAL" clId="{70BD041D-0A00-4D74-BCB7-86758D2422C9}" dt="2026-08-12T11:12:33.669" v="23"/>
          <ac:spMkLst>
            <pc:docMk/>
            <pc:sldMk cId="3159138285" sldId="316"/>
            <ac:spMk id="7" creationId="{51B2278F-2B32-8618-F9EF-44155395DAF3}"/>
          </ac:spMkLst>
        </pc:spChg>
        <pc:spChg chg="mod">
          <ac:chgData name="Deepti Singh" userId="5a554a51-2db5-4d50-b08d-e11c4cd18690" providerId="ADAL" clId="{70BD041D-0A00-4D74-BCB7-86758D2422C9}" dt="2026-08-12T11:12:40.199" v="24"/>
          <ac:spMkLst>
            <pc:docMk/>
            <pc:sldMk cId="3159138285" sldId="316"/>
            <ac:spMk id="14" creationId="{AE1BBE49-8EA8-3E5B-D58E-F6426D4F232A}"/>
          </ac:spMkLst>
        </pc:spChg>
        <pc:spChg chg="mod">
          <ac:chgData name="Deepti Singh" userId="5a554a51-2db5-4d50-b08d-e11c4cd18690" providerId="ADAL" clId="{70BD041D-0A00-4D74-BCB7-86758D2422C9}" dt="2026-08-12T11:12:47.677" v="25"/>
          <ac:spMkLst>
            <pc:docMk/>
            <pc:sldMk cId="3159138285" sldId="316"/>
            <ac:spMk id="19" creationId="{EF4C0E32-97FD-1F26-6FDD-B151DA7091EC}"/>
          </ac:spMkLst>
        </pc:spChg>
        <pc:spChg chg="mod">
          <ac:chgData name="Deepti Singh" userId="5a554a51-2db5-4d50-b08d-e11c4cd18690" providerId="ADAL" clId="{70BD041D-0A00-4D74-BCB7-86758D2422C9}" dt="2026-08-12T11:12:53.924" v="26"/>
          <ac:spMkLst>
            <pc:docMk/>
            <pc:sldMk cId="3159138285" sldId="316"/>
            <ac:spMk id="22" creationId="{4344244A-9736-CB5F-47EE-673A63ACA47B}"/>
          </ac:spMkLst>
        </pc:spChg>
        <pc:spChg chg="mod">
          <ac:chgData name="Deepti Singh" userId="5a554a51-2db5-4d50-b08d-e11c4cd18690" providerId="ADAL" clId="{70BD041D-0A00-4D74-BCB7-86758D2422C9}" dt="2026-08-12T11:13:00.538" v="27"/>
          <ac:spMkLst>
            <pc:docMk/>
            <pc:sldMk cId="3159138285" sldId="316"/>
            <ac:spMk id="25" creationId="{AAB27EB7-002E-78DA-5702-F13D244D8170}"/>
          </ac:spMkLst>
        </pc:spChg>
        <pc:grpChg chg="mod">
          <ac:chgData name="Deepti Singh" userId="5a554a51-2db5-4d50-b08d-e11c4cd18690" providerId="ADAL" clId="{70BD041D-0A00-4D74-BCB7-86758D2422C9}" dt="2026-08-12T11:12:33.669" v="23"/>
          <ac:grpSpMkLst>
            <pc:docMk/>
            <pc:sldMk cId="3159138285" sldId="316"/>
            <ac:grpSpMk id="2" creationId="{46EBD40F-C555-F138-F65D-F217A8D7F8F6}"/>
          </ac:grpSpMkLst>
        </pc:grpChg>
        <pc:grpChg chg="mod">
          <ac:chgData name="Deepti Singh" userId="5a554a51-2db5-4d50-b08d-e11c4cd18690" providerId="ADAL" clId="{70BD041D-0A00-4D74-BCB7-86758D2422C9}" dt="2026-08-12T11:12:40.199" v="24"/>
          <ac:grpSpMkLst>
            <pc:docMk/>
            <pc:sldMk cId="3159138285" sldId="316"/>
            <ac:grpSpMk id="13" creationId="{70682DFC-B0F8-67C3-DA6F-962BE83CE866}"/>
          </ac:grpSpMkLst>
        </pc:grpChg>
        <pc:grpChg chg="mod">
          <ac:chgData name="Deepti Singh" userId="5a554a51-2db5-4d50-b08d-e11c4cd18690" providerId="ADAL" clId="{70BD041D-0A00-4D74-BCB7-86758D2422C9}" dt="2026-08-12T11:12:47.677" v="25"/>
          <ac:grpSpMkLst>
            <pc:docMk/>
            <pc:sldMk cId="3159138285" sldId="316"/>
            <ac:grpSpMk id="18" creationId="{EFF2ABD2-C004-60B9-A97A-B80381EAB447}"/>
          </ac:grpSpMkLst>
        </pc:grpChg>
        <pc:grpChg chg="mod">
          <ac:chgData name="Deepti Singh" userId="5a554a51-2db5-4d50-b08d-e11c4cd18690" providerId="ADAL" clId="{70BD041D-0A00-4D74-BCB7-86758D2422C9}" dt="2026-08-12T11:12:53.924" v="26"/>
          <ac:grpSpMkLst>
            <pc:docMk/>
            <pc:sldMk cId="3159138285" sldId="316"/>
            <ac:grpSpMk id="21" creationId="{4704C697-746D-0F3E-4191-077213704300}"/>
          </ac:grpSpMkLst>
        </pc:grpChg>
      </pc:sldChg>
      <pc:sldChg chg="addSp delSp modSp">
        <pc:chgData name="Deepti Singh" userId="5a554a51-2db5-4d50-b08d-e11c4cd18690" providerId="ADAL" clId="{70BD041D-0A00-4D74-BCB7-86758D2422C9}" dt="2026-08-12T11:25:17.025" v="199" actId="404"/>
        <pc:sldMkLst>
          <pc:docMk/>
          <pc:sldMk cId="2153938925" sldId="1321"/>
        </pc:sldMkLst>
        <pc:spChg chg="mod">
          <ac:chgData name="Deepti Singh" userId="5a554a51-2db5-4d50-b08d-e11c4cd18690" providerId="ADAL" clId="{70BD041D-0A00-4D74-BCB7-86758D2422C9}" dt="2026-08-12T11:24:48.968" v="194" actId="1076"/>
          <ac:spMkLst>
            <pc:docMk/>
            <pc:sldMk cId="2153938925" sldId="1321"/>
            <ac:spMk id="2" creationId="{85817AB0-0234-4151-9A0C-2C52CA5ABBC0}"/>
          </ac:spMkLst>
        </pc:spChg>
        <pc:spChg chg="mod">
          <ac:chgData name="Deepti Singh" userId="5a554a51-2db5-4d50-b08d-e11c4cd18690" providerId="ADAL" clId="{70BD041D-0A00-4D74-BCB7-86758D2422C9}" dt="2026-08-12T11:25:17.025" v="199" actId="404"/>
          <ac:spMkLst>
            <pc:docMk/>
            <pc:sldMk cId="2153938925" sldId="1321"/>
            <ac:spMk id="3" creationId="{649F835E-C8C5-E46D-EE96-F6D4BE19C963}"/>
          </ac:spMkLst>
        </pc:spChg>
        <pc:picChg chg="del">
          <ac:chgData name="Deepti Singh" userId="5a554a51-2db5-4d50-b08d-e11c4cd18690" providerId="ADAL" clId="{70BD041D-0A00-4D74-BCB7-86758D2422C9}" dt="2026-08-12T11:18:12.591" v="149" actId="478"/>
          <ac:picMkLst>
            <pc:docMk/>
            <pc:sldMk cId="2153938925" sldId="1321"/>
            <ac:picMk id="6" creationId="{488B9EF6-F9BE-4887-851A-46F9AB161129}"/>
          </ac:picMkLst>
        </pc:picChg>
        <pc:picChg chg="add mod">
          <ac:chgData name="Deepti Singh" userId="5a554a51-2db5-4d50-b08d-e11c4cd18690" providerId="ADAL" clId="{70BD041D-0A00-4D74-BCB7-86758D2422C9}" dt="2026-08-12T11:20:46.283" v="153" actId="1076"/>
          <ac:picMkLst>
            <pc:docMk/>
            <pc:sldMk cId="2153938925" sldId="1321"/>
            <ac:picMk id="2050" creationId="{B184FBB0-27D0-4EA3-B700-FB4681E48CD7}"/>
          </ac:picMkLst>
        </pc:picChg>
      </pc:sldChg>
      <pc:sldChg chg="delSp modSp">
        <pc:chgData name="Deepti Singh" userId="5a554a51-2db5-4d50-b08d-e11c4cd18690" providerId="ADAL" clId="{70BD041D-0A00-4D74-BCB7-86758D2422C9}" dt="2026-08-13T06:26:53.285" v="425" actId="20577"/>
        <pc:sldMkLst>
          <pc:docMk/>
          <pc:sldMk cId="2963627715" sldId="1322"/>
        </pc:sldMkLst>
        <pc:spChg chg="mod">
          <ac:chgData name="Deepti Singh" userId="5a554a51-2db5-4d50-b08d-e11c4cd18690" providerId="ADAL" clId="{70BD041D-0A00-4D74-BCB7-86758D2422C9}" dt="2026-08-13T06:26:18.259" v="409"/>
          <ac:spMkLst>
            <pc:docMk/>
            <pc:sldMk cId="2963627715" sldId="1322"/>
            <ac:spMk id="2" creationId="{6E1C52BF-FF0C-5EBE-CF7C-99BFC394F34E}"/>
          </ac:spMkLst>
        </pc:spChg>
        <pc:spChg chg="mod">
          <ac:chgData name="Deepti Singh" userId="5a554a51-2db5-4d50-b08d-e11c4cd18690" providerId="ADAL" clId="{70BD041D-0A00-4D74-BCB7-86758D2422C9}" dt="2026-08-13T06:26:53.285" v="425" actId="20577"/>
          <ac:spMkLst>
            <pc:docMk/>
            <pc:sldMk cId="2963627715" sldId="1322"/>
            <ac:spMk id="3" creationId="{2DC1B6D9-4A96-DA81-6A73-4BFC41EFD927}"/>
          </ac:spMkLst>
        </pc:spChg>
        <pc:grpChg chg="del">
          <ac:chgData name="Deepti Singh" userId="5a554a51-2db5-4d50-b08d-e11c4cd18690" providerId="ADAL" clId="{70BD041D-0A00-4D74-BCB7-86758D2422C9}" dt="2026-08-12T13:43:08.517" v="408" actId="478"/>
          <ac:grpSpMkLst>
            <pc:docMk/>
            <pc:sldMk cId="2963627715" sldId="1322"/>
            <ac:grpSpMk id="37" creationId="{3DE41B14-64ED-1E05-8499-E3B6D2F7A067}"/>
          </ac:grpSpMkLst>
        </pc:grpChg>
      </pc:sldChg>
      <pc:sldChg chg="addSp delSp modSp">
        <pc:chgData name="Deepti Singh" userId="5a554a51-2db5-4d50-b08d-e11c4cd18690" providerId="ADAL" clId="{70BD041D-0A00-4D74-BCB7-86758D2422C9}" dt="2026-08-12T11:26:36.881" v="216" actId="5793"/>
        <pc:sldMkLst>
          <pc:docMk/>
          <pc:sldMk cId="3117735438" sldId="1326"/>
        </pc:sldMkLst>
        <pc:spChg chg="mod">
          <ac:chgData name="Deepti Singh" userId="5a554a51-2db5-4d50-b08d-e11c4cd18690" providerId="ADAL" clId="{70BD041D-0A00-4D74-BCB7-86758D2422C9}" dt="2026-08-12T11:26:36.881" v="216" actId="5793"/>
          <ac:spMkLst>
            <pc:docMk/>
            <pc:sldMk cId="3117735438" sldId="1326"/>
            <ac:spMk id="2" creationId="{85817AB0-0234-4151-9A0C-2C52CA5ABBC0}"/>
          </ac:spMkLst>
        </pc:spChg>
        <pc:spChg chg="mod">
          <ac:chgData name="Deepti Singh" userId="5a554a51-2db5-4d50-b08d-e11c4cd18690" providerId="ADAL" clId="{70BD041D-0A00-4D74-BCB7-86758D2422C9}" dt="2026-08-12T11:25:08.001" v="197" actId="404"/>
          <ac:spMkLst>
            <pc:docMk/>
            <pc:sldMk cId="3117735438" sldId="1326"/>
            <ac:spMk id="3" creationId="{649F835E-C8C5-E46D-EE96-F6D4BE19C963}"/>
          </ac:spMkLst>
        </pc:spChg>
        <pc:picChg chg="del">
          <ac:chgData name="Deepti Singh" userId="5a554a51-2db5-4d50-b08d-e11c4cd18690" providerId="ADAL" clId="{70BD041D-0A00-4D74-BCB7-86758D2422C9}" dt="2026-08-12T11:20:53.965" v="154" actId="478"/>
          <ac:picMkLst>
            <pc:docMk/>
            <pc:sldMk cId="3117735438" sldId="1326"/>
            <ac:picMk id="5" creationId="{6E8B34B1-E1F2-0265-A2C3-73E2BA633BE9}"/>
          </ac:picMkLst>
        </pc:picChg>
        <pc:picChg chg="add">
          <ac:chgData name="Deepti Singh" userId="5a554a51-2db5-4d50-b08d-e11c4cd18690" providerId="ADAL" clId="{70BD041D-0A00-4D74-BCB7-86758D2422C9}" dt="2026-08-12T11:20:54.576" v="155"/>
          <ac:picMkLst>
            <pc:docMk/>
            <pc:sldMk cId="3117735438" sldId="1326"/>
            <ac:picMk id="6" creationId="{5E3D030A-5D85-4F07-BACE-AC12A992308F}"/>
          </ac:picMkLst>
        </pc:picChg>
      </pc:sldChg>
      <pc:sldChg chg="addSp delSp modSp">
        <pc:chgData name="Deepti Singh" userId="5a554a51-2db5-4d50-b08d-e11c4cd18690" providerId="ADAL" clId="{70BD041D-0A00-4D74-BCB7-86758D2422C9}" dt="2026-08-12T11:32:42.417" v="243" actId="1076"/>
        <pc:sldMkLst>
          <pc:docMk/>
          <pc:sldMk cId="2081945383" sldId="1331"/>
        </pc:sldMkLst>
        <pc:spChg chg="mod">
          <ac:chgData name="Deepti Singh" userId="5a554a51-2db5-4d50-b08d-e11c4cd18690" providerId="ADAL" clId="{70BD041D-0A00-4D74-BCB7-86758D2422C9}" dt="2026-08-12T11:32:42.417" v="243" actId="1076"/>
          <ac:spMkLst>
            <pc:docMk/>
            <pc:sldMk cId="2081945383" sldId="1331"/>
            <ac:spMk id="2" creationId="{85817AB0-0234-4151-9A0C-2C52CA5ABBC0}"/>
          </ac:spMkLst>
        </pc:spChg>
        <pc:spChg chg="mod">
          <ac:chgData name="Deepti Singh" userId="5a554a51-2db5-4d50-b08d-e11c4cd18690" providerId="ADAL" clId="{70BD041D-0A00-4D74-BCB7-86758D2422C9}" dt="2026-08-12T11:28:53.324" v="218" actId="14100"/>
          <ac:spMkLst>
            <pc:docMk/>
            <pc:sldMk cId="2081945383" sldId="1331"/>
            <ac:spMk id="3" creationId="{649F835E-C8C5-E46D-EE96-F6D4BE19C963}"/>
          </ac:spMkLst>
        </pc:spChg>
        <pc:picChg chg="del">
          <ac:chgData name="Deepti Singh" userId="5a554a51-2db5-4d50-b08d-e11c4cd18690" providerId="ADAL" clId="{70BD041D-0A00-4D74-BCB7-86758D2422C9}" dt="2026-08-12T11:20:58.619" v="156" actId="478"/>
          <ac:picMkLst>
            <pc:docMk/>
            <pc:sldMk cId="2081945383" sldId="1331"/>
            <ac:picMk id="5" creationId="{6E8B34B1-E1F2-0265-A2C3-73E2BA633BE9}"/>
          </ac:picMkLst>
        </pc:picChg>
        <pc:picChg chg="add">
          <ac:chgData name="Deepti Singh" userId="5a554a51-2db5-4d50-b08d-e11c4cd18690" providerId="ADAL" clId="{70BD041D-0A00-4D74-BCB7-86758D2422C9}" dt="2026-08-12T11:20:59.047" v="157"/>
          <ac:picMkLst>
            <pc:docMk/>
            <pc:sldMk cId="2081945383" sldId="1331"/>
            <ac:picMk id="6" creationId="{93264E6F-262F-426D-8DAD-664B31F85086}"/>
          </ac:picMkLst>
        </pc:picChg>
      </pc:sldChg>
      <pc:sldChg chg="modSp add">
        <pc:chgData name="Deepti Singh" userId="5a554a51-2db5-4d50-b08d-e11c4cd18690" providerId="ADAL" clId="{70BD041D-0A00-4D74-BCB7-86758D2422C9}" dt="2026-08-12T11:15:49.659" v="67"/>
        <pc:sldMkLst>
          <pc:docMk/>
          <pc:sldMk cId="4004862085" sldId="1382"/>
        </pc:sldMkLst>
        <pc:spChg chg="mod">
          <ac:chgData name="Deepti Singh" userId="5a554a51-2db5-4d50-b08d-e11c4cd18690" providerId="ADAL" clId="{70BD041D-0A00-4D74-BCB7-86758D2422C9}" dt="2026-08-12T11:15:42.889" v="66"/>
          <ac:spMkLst>
            <pc:docMk/>
            <pc:sldMk cId="4004862085" sldId="1382"/>
            <ac:spMk id="8" creationId="{4D6F6816-DEF9-4934-AA89-F61110F85BA1}"/>
          </ac:spMkLst>
        </pc:spChg>
        <pc:spChg chg="mod">
          <ac:chgData name="Deepti Singh" userId="5a554a51-2db5-4d50-b08d-e11c4cd18690" providerId="ADAL" clId="{70BD041D-0A00-4D74-BCB7-86758D2422C9}" dt="2026-08-12T11:15:49.659" v="67"/>
          <ac:spMkLst>
            <pc:docMk/>
            <pc:sldMk cId="4004862085" sldId="1382"/>
            <ac:spMk id="9" creationId="{94483AAF-64CC-4DF9-B776-743E49FC8A04}"/>
          </ac:spMkLst>
        </pc:spChg>
        <pc:spChg chg="mod">
          <ac:chgData name="Deepti Singh" userId="5a554a51-2db5-4d50-b08d-e11c4cd18690" providerId="ADAL" clId="{70BD041D-0A00-4D74-BCB7-86758D2422C9}" dt="2026-08-12T11:15:20.595" v="63"/>
          <ac:spMkLst>
            <pc:docMk/>
            <pc:sldMk cId="4004862085" sldId="1382"/>
            <ac:spMk id="13" creationId="{9F95B42D-2F37-DE8E-88F2-294558C2B090}"/>
          </ac:spMkLst>
        </pc:spChg>
        <pc:spChg chg="mod">
          <ac:chgData name="Deepti Singh" userId="5a554a51-2db5-4d50-b08d-e11c4cd18690" providerId="ADAL" clId="{70BD041D-0A00-4D74-BCB7-86758D2422C9}" dt="2026-08-12T11:15:27.051" v="64"/>
          <ac:spMkLst>
            <pc:docMk/>
            <pc:sldMk cId="4004862085" sldId="1382"/>
            <ac:spMk id="16" creationId="{089DB5CA-F33C-0025-3722-F02A179F360F}"/>
          </ac:spMkLst>
        </pc:spChg>
        <pc:spChg chg="mod">
          <ac:chgData name="Deepti Singh" userId="5a554a51-2db5-4d50-b08d-e11c4cd18690" providerId="ADAL" clId="{70BD041D-0A00-4D74-BCB7-86758D2422C9}" dt="2026-08-12T11:15:35.354" v="65"/>
          <ac:spMkLst>
            <pc:docMk/>
            <pc:sldMk cId="4004862085" sldId="1382"/>
            <ac:spMk id="22" creationId="{C1AF2FF0-BC89-A7D4-49F8-90AA3B47DE38}"/>
          </ac:spMkLst>
        </pc:spChg>
      </pc:sldChg>
      <pc:sldChg chg="addSp delSp modSp add">
        <pc:chgData name="Deepti Singh" userId="5a554a51-2db5-4d50-b08d-e11c4cd18690" providerId="ADAL" clId="{70BD041D-0A00-4D74-BCB7-86758D2422C9}" dt="2026-08-12T11:33:33.541" v="268" actId="1076"/>
        <pc:sldMkLst>
          <pc:docMk/>
          <pc:sldMk cId="202103450" sldId="1383"/>
        </pc:sldMkLst>
        <pc:spChg chg="mod">
          <ac:chgData name="Deepti Singh" userId="5a554a51-2db5-4d50-b08d-e11c4cd18690" providerId="ADAL" clId="{70BD041D-0A00-4D74-BCB7-86758D2422C9}" dt="2026-08-12T11:33:33.541" v="268" actId="1076"/>
          <ac:spMkLst>
            <pc:docMk/>
            <pc:sldMk cId="202103450" sldId="1383"/>
            <ac:spMk id="2" creationId="{85817AB0-0234-4151-9A0C-2C52CA5ABBC0}"/>
          </ac:spMkLst>
        </pc:spChg>
        <pc:spChg chg="mod">
          <ac:chgData name="Deepti Singh" userId="5a554a51-2db5-4d50-b08d-e11c4cd18690" providerId="ADAL" clId="{70BD041D-0A00-4D74-BCB7-86758D2422C9}" dt="2026-08-12T11:32:57.333" v="246" actId="404"/>
          <ac:spMkLst>
            <pc:docMk/>
            <pc:sldMk cId="202103450" sldId="1383"/>
            <ac:spMk id="3" creationId="{649F835E-C8C5-E46D-EE96-F6D4BE19C963}"/>
          </ac:spMkLst>
        </pc:spChg>
        <pc:picChg chg="del">
          <ac:chgData name="Deepti Singh" userId="5a554a51-2db5-4d50-b08d-e11c4cd18690" providerId="ADAL" clId="{70BD041D-0A00-4D74-BCB7-86758D2422C9}" dt="2026-08-12T11:21:04.619" v="158" actId="478"/>
          <ac:picMkLst>
            <pc:docMk/>
            <pc:sldMk cId="202103450" sldId="1383"/>
            <ac:picMk id="5" creationId="{6E8B34B1-E1F2-0265-A2C3-73E2BA633BE9}"/>
          </ac:picMkLst>
        </pc:picChg>
        <pc:picChg chg="add">
          <ac:chgData name="Deepti Singh" userId="5a554a51-2db5-4d50-b08d-e11c4cd18690" providerId="ADAL" clId="{70BD041D-0A00-4D74-BCB7-86758D2422C9}" dt="2026-08-12T11:21:05.310" v="159"/>
          <ac:picMkLst>
            <pc:docMk/>
            <pc:sldMk cId="202103450" sldId="1383"/>
            <ac:picMk id="6" creationId="{BC318278-52B4-4A06-A1B6-FE6F2219011E}"/>
          </ac:picMkLst>
        </pc:picChg>
      </pc:sldChg>
      <pc:sldChg chg="add">
        <pc:chgData name="Deepti Singh" userId="5a554a51-2db5-4d50-b08d-e11c4cd18690" providerId="ADAL" clId="{70BD041D-0A00-4D74-BCB7-86758D2422C9}" dt="2026-08-12T11:16:52.324" v="130"/>
        <pc:sldMkLst>
          <pc:docMk/>
          <pc:sldMk cId="641672749" sldId="1384"/>
        </pc:sldMkLst>
      </pc:sldChg>
      <pc:sldChg chg="add">
        <pc:chgData name="Deepti Singh" userId="5a554a51-2db5-4d50-b08d-e11c4cd18690" providerId="ADAL" clId="{70BD041D-0A00-4D74-BCB7-86758D2422C9}" dt="2026-08-12T11:16:52.324" v="130"/>
        <pc:sldMkLst>
          <pc:docMk/>
          <pc:sldMk cId="1146382218" sldId="1385"/>
        </pc:sldMkLst>
      </pc:sldChg>
      <pc:sldChg chg="addSp delSp modSp add">
        <pc:chgData name="Deepti Singh" userId="5a554a51-2db5-4d50-b08d-e11c4cd18690" providerId="ADAL" clId="{70BD041D-0A00-4D74-BCB7-86758D2422C9}" dt="2026-08-12T11:34:30.613" v="295" actId="1076"/>
        <pc:sldMkLst>
          <pc:docMk/>
          <pc:sldMk cId="970504709" sldId="1386"/>
        </pc:sldMkLst>
        <pc:spChg chg="mod">
          <ac:chgData name="Deepti Singh" userId="5a554a51-2db5-4d50-b08d-e11c4cd18690" providerId="ADAL" clId="{70BD041D-0A00-4D74-BCB7-86758D2422C9}" dt="2026-08-12T11:34:30.613" v="295" actId="1076"/>
          <ac:spMkLst>
            <pc:docMk/>
            <pc:sldMk cId="970504709" sldId="1386"/>
            <ac:spMk id="2" creationId="{85817AB0-0234-4151-9A0C-2C52CA5ABBC0}"/>
          </ac:spMkLst>
        </pc:spChg>
        <pc:spChg chg="mod">
          <ac:chgData name="Deepti Singh" userId="5a554a51-2db5-4d50-b08d-e11c4cd18690" providerId="ADAL" clId="{70BD041D-0A00-4D74-BCB7-86758D2422C9}" dt="2026-08-12T11:33:51.604" v="271" actId="404"/>
          <ac:spMkLst>
            <pc:docMk/>
            <pc:sldMk cId="970504709" sldId="1386"/>
            <ac:spMk id="3" creationId="{649F835E-C8C5-E46D-EE96-F6D4BE19C963}"/>
          </ac:spMkLst>
        </pc:spChg>
        <pc:picChg chg="del">
          <ac:chgData name="Deepti Singh" userId="5a554a51-2db5-4d50-b08d-e11c4cd18690" providerId="ADAL" clId="{70BD041D-0A00-4D74-BCB7-86758D2422C9}" dt="2026-08-12T11:21:09.284" v="160" actId="478"/>
          <ac:picMkLst>
            <pc:docMk/>
            <pc:sldMk cId="970504709" sldId="1386"/>
            <ac:picMk id="5" creationId="{6E8B34B1-E1F2-0265-A2C3-73E2BA633BE9}"/>
          </ac:picMkLst>
        </pc:picChg>
        <pc:picChg chg="add">
          <ac:chgData name="Deepti Singh" userId="5a554a51-2db5-4d50-b08d-e11c4cd18690" providerId="ADAL" clId="{70BD041D-0A00-4D74-BCB7-86758D2422C9}" dt="2026-08-12T11:21:09.719" v="161"/>
          <ac:picMkLst>
            <pc:docMk/>
            <pc:sldMk cId="970504709" sldId="1386"/>
            <ac:picMk id="6" creationId="{EB3E6C7D-E343-47E9-B811-9C453AC6D022}"/>
          </ac:picMkLst>
        </pc:picChg>
      </pc:sldChg>
      <pc:sldChg chg="add">
        <pc:chgData name="Deepti Singh" userId="5a554a51-2db5-4d50-b08d-e11c4cd18690" providerId="ADAL" clId="{70BD041D-0A00-4D74-BCB7-86758D2422C9}" dt="2026-08-12T11:16:55.828" v="133"/>
        <pc:sldMkLst>
          <pc:docMk/>
          <pc:sldMk cId="3837699447" sldId="1387"/>
        </pc:sldMkLst>
      </pc:sldChg>
      <pc:sldChg chg="add">
        <pc:chgData name="Deepti Singh" userId="5a554a51-2db5-4d50-b08d-e11c4cd18690" providerId="ADAL" clId="{70BD041D-0A00-4D74-BCB7-86758D2422C9}" dt="2026-08-12T11:16:55.828" v="133"/>
        <pc:sldMkLst>
          <pc:docMk/>
          <pc:sldMk cId="3210421765" sldId="1388"/>
        </pc:sldMkLst>
      </pc:sldChg>
      <pc:sldChg chg="addSp delSp modSp add">
        <pc:chgData name="Deepti Singh" userId="5a554a51-2db5-4d50-b08d-e11c4cd18690" providerId="ADAL" clId="{70BD041D-0A00-4D74-BCB7-86758D2422C9}" dt="2026-08-12T11:35:33.634" v="319" actId="1076"/>
        <pc:sldMkLst>
          <pc:docMk/>
          <pc:sldMk cId="1618707703" sldId="1389"/>
        </pc:sldMkLst>
        <pc:spChg chg="mod">
          <ac:chgData name="Deepti Singh" userId="5a554a51-2db5-4d50-b08d-e11c4cd18690" providerId="ADAL" clId="{70BD041D-0A00-4D74-BCB7-86758D2422C9}" dt="2026-08-12T11:35:33.634" v="319" actId="1076"/>
          <ac:spMkLst>
            <pc:docMk/>
            <pc:sldMk cId="1618707703" sldId="1389"/>
            <ac:spMk id="2" creationId="{85817AB0-0234-4151-9A0C-2C52CA5ABBC0}"/>
          </ac:spMkLst>
        </pc:spChg>
        <pc:spChg chg="mod">
          <ac:chgData name="Deepti Singh" userId="5a554a51-2db5-4d50-b08d-e11c4cd18690" providerId="ADAL" clId="{70BD041D-0A00-4D74-BCB7-86758D2422C9}" dt="2026-08-12T11:35:02.040" v="298" actId="14100"/>
          <ac:spMkLst>
            <pc:docMk/>
            <pc:sldMk cId="1618707703" sldId="1389"/>
            <ac:spMk id="3" creationId="{649F835E-C8C5-E46D-EE96-F6D4BE19C963}"/>
          </ac:spMkLst>
        </pc:spChg>
        <pc:picChg chg="del">
          <ac:chgData name="Deepti Singh" userId="5a554a51-2db5-4d50-b08d-e11c4cd18690" providerId="ADAL" clId="{70BD041D-0A00-4D74-BCB7-86758D2422C9}" dt="2026-08-12T11:21:14.956" v="162" actId="478"/>
          <ac:picMkLst>
            <pc:docMk/>
            <pc:sldMk cId="1618707703" sldId="1389"/>
            <ac:picMk id="5" creationId="{6E8B34B1-E1F2-0265-A2C3-73E2BA633BE9}"/>
          </ac:picMkLst>
        </pc:picChg>
        <pc:picChg chg="add">
          <ac:chgData name="Deepti Singh" userId="5a554a51-2db5-4d50-b08d-e11c4cd18690" providerId="ADAL" clId="{70BD041D-0A00-4D74-BCB7-86758D2422C9}" dt="2026-08-12T11:21:15.510" v="163"/>
          <ac:picMkLst>
            <pc:docMk/>
            <pc:sldMk cId="1618707703" sldId="1389"/>
            <ac:picMk id="6" creationId="{8F597C0E-6D40-4121-A175-0B12F512946F}"/>
          </ac:picMkLst>
        </pc:picChg>
      </pc:sldChg>
      <pc:sldChg chg="add">
        <pc:chgData name="Deepti Singh" userId="5a554a51-2db5-4d50-b08d-e11c4cd18690" providerId="ADAL" clId="{70BD041D-0A00-4D74-BCB7-86758D2422C9}" dt="2026-08-12T11:16:58.996" v="136"/>
        <pc:sldMkLst>
          <pc:docMk/>
          <pc:sldMk cId="2100542429" sldId="1390"/>
        </pc:sldMkLst>
      </pc:sldChg>
      <pc:sldChg chg="add">
        <pc:chgData name="Deepti Singh" userId="5a554a51-2db5-4d50-b08d-e11c4cd18690" providerId="ADAL" clId="{70BD041D-0A00-4D74-BCB7-86758D2422C9}" dt="2026-08-12T11:16:58.996" v="136"/>
        <pc:sldMkLst>
          <pc:docMk/>
          <pc:sldMk cId="1517332536" sldId="1391"/>
        </pc:sldMkLst>
      </pc:sldChg>
      <pc:sldChg chg="addSp delSp modSp add">
        <pc:chgData name="Deepti Singh" userId="5a554a51-2db5-4d50-b08d-e11c4cd18690" providerId="ADAL" clId="{70BD041D-0A00-4D74-BCB7-86758D2422C9}" dt="2026-08-12T11:36:47.274" v="339" actId="1076"/>
        <pc:sldMkLst>
          <pc:docMk/>
          <pc:sldMk cId="2396318520" sldId="1392"/>
        </pc:sldMkLst>
        <pc:spChg chg="mod">
          <ac:chgData name="Deepti Singh" userId="5a554a51-2db5-4d50-b08d-e11c4cd18690" providerId="ADAL" clId="{70BD041D-0A00-4D74-BCB7-86758D2422C9}" dt="2026-08-12T11:36:47.274" v="339" actId="1076"/>
          <ac:spMkLst>
            <pc:docMk/>
            <pc:sldMk cId="2396318520" sldId="1392"/>
            <ac:spMk id="2" creationId="{85817AB0-0234-4151-9A0C-2C52CA5ABBC0}"/>
          </ac:spMkLst>
        </pc:spChg>
        <pc:spChg chg="mod">
          <ac:chgData name="Deepti Singh" userId="5a554a51-2db5-4d50-b08d-e11c4cd18690" providerId="ADAL" clId="{70BD041D-0A00-4D74-BCB7-86758D2422C9}" dt="2026-08-12T11:36:19.883" v="323" actId="404"/>
          <ac:spMkLst>
            <pc:docMk/>
            <pc:sldMk cId="2396318520" sldId="1392"/>
            <ac:spMk id="3" creationId="{649F835E-C8C5-E46D-EE96-F6D4BE19C963}"/>
          </ac:spMkLst>
        </pc:spChg>
        <pc:picChg chg="del">
          <ac:chgData name="Deepti Singh" userId="5a554a51-2db5-4d50-b08d-e11c4cd18690" providerId="ADAL" clId="{70BD041D-0A00-4D74-BCB7-86758D2422C9}" dt="2026-08-12T11:21:21.323" v="164" actId="478"/>
          <ac:picMkLst>
            <pc:docMk/>
            <pc:sldMk cId="2396318520" sldId="1392"/>
            <ac:picMk id="5" creationId="{6E8B34B1-E1F2-0265-A2C3-73E2BA633BE9}"/>
          </ac:picMkLst>
        </pc:picChg>
        <pc:picChg chg="add">
          <ac:chgData name="Deepti Singh" userId="5a554a51-2db5-4d50-b08d-e11c4cd18690" providerId="ADAL" clId="{70BD041D-0A00-4D74-BCB7-86758D2422C9}" dt="2026-08-12T11:21:21.750" v="165"/>
          <ac:picMkLst>
            <pc:docMk/>
            <pc:sldMk cId="2396318520" sldId="1392"/>
            <ac:picMk id="6" creationId="{48A22A30-CED9-4B11-9B14-F7A981182F00}"/>
          </ac:picMkLst>
        </pc:picChg>
      </pc:sldChg>
      <pc:sldChg chg="add">
        <pc:chgData name="Deepti Singh" userId="5a554a51-2db5-4d50-b08d-e11c4cd18690" providerId="ADAL" clId="{70BD041D-0A00-4D74-BCB7-86758D2422C9}" dt="2026-08-12T11:17:01.812" v="139"/>
        <pc:sldMkLst>
          <pc:docMk/>
          <pc:sldMk cId="1700787987" sldId="1393"/>
        </pc:sldMkLst>
      </pc:sldChg>
      <pc:sldChg chg="add">
        <pc:chgData name="Deepti Singh" userId="5a554a51-2db5-4d50-b08d-e11c4cd18690" providerId="ADAL" clId="{70BD041D-0A00-4D74-BCB7-86758D2422C9}" dt="2026-08-12T11:17:01.812" v="139"/>
        <pc:sldMkLst>
          <pc:docMk/>
          <pc:sldMk cId="1671366990" sldId="1394"/>
        </pc:sldMkLst>
      </pc:sldChg>
      <pc:sldChg chg="addSp delSp modSp add">
        <pc:chgData name="Deepti Singh" userId="5a554a51-2db5-4d50-b08d-e11c4cd18690" providerId="ADAL" clId="{70BD041D-0A00-4D74-BCB7-86758D2422C9}" dt="2026-08-12T11:37:25.462" v="361" actId="1076"/>
        <pc:sldMkLst>
          <pc:docMk/>
          <pc:sldMk cId="519760865" sldId="1395"/>
        </pc:sldMkLst>
        <pc:spChg chg="mod">
          <ac:chgData name="Deepti Singh" userId="5a554a51-2db5-4d50-b08d-e11c4cd18690" providerId="ADAL" clId="{70BD041D-0A00-4D74-BCB7-86758D2422C9}" dt="2026-08-12T11:37:25.462" v="361" actId="1076"/>
          <ac:spMkLst>
            <pc:docMk/>
            <pc:sldMk cId="519760865" sldId="1395"/>
            <ac:spMk id="2" creationId="{85817AB0-0234-4151-9A0C-2C52CA5ABBC0}"/>
          </ac:spMkLst>
        </pc:spChg>
        <pc:spChg chg="mod">
          <ac:chgData name="Deepti Singh" userId="5a554a51-2db5-4d50-b08d-e11c4cd18690" providerId="ADAL" clId="{70BD041D-0A00-4D74-BCB7-86758D2422C9}" dt="2026-08-12T11:36:58.696" v="341" actId="14100"/>
          <ac:spMkLst>
            <pc:docMk/>
            <pc:sldMk cId="519760865" sldId="1395"/>
            <ac:spMk id="3" creationId="{649F835E-C8C5-E46D-EE96-F6D4BE19C963}"/>
          </ac:spMkLst>
        </pc:spChg>
        <pc:picChg chg="del">
          <ac:chgData name="Deepti Singh" userId="5a554a51-2db5-4d50-b08d-e11c4cd18690" providerId="ADAL" clId="{70BD041D-0A00-4D74-BCB7-86758D2422C9}" dt="2026-08-12T11:21:25.972" v="166" actId="478"/>
          <ac:picMkLst>
            <pc:docMk/>
            <pc:sldMk cId="519760865" sldId="1395"/>
            <ac:picMk id="5" creationId="{6E8B34B1-E1F2-0265-A2C3-73E2BA633BE9}"/>
          </ac:picMkLst>
        </pc:picChg>
        <pc:picChg chg="add">
          <ac:chgData name="Deepti Singh" userId="5a554a51-2db5-4d50-b08d-e11c4cd18690" providerId="ADAL" clId="{70BD041D-0A00-4D74-BCB7-86758D2422C9}" dt="2026-08-12T11:21:26.439" v="167"/>
          <ac:picMkLst>
            <pc:docMk/>
            <pc:sldMk cId="519760865" sldId="1395"/>
            <ac:picMk id="6" creationId="{2E6EEE70-CA84-4FD6-A9A2-E65BC535C4AD}"/>
          </ac:picMkLst>
        </pc:picChg>
      </pc:sldChg>
      <pc:sldChg chg="add">
        <pc:chgData name="Deepti Singh" userId="5a554a51-2db5-4d50-b08d-e11c4cd18690" providerId="ADAL" clId="{70BD041D-0A00-4D74-BCB7-86758D2422C9}" dt="2026-08-12T11:17:04.604" v="142"/>
        <pc:sldMkLst>
          <pc:docMk/>
          <pc:sldMk cId="1643692505" sldId="1396"/>
        </pc:sldMkLst>
      </pc:sldChg>
      <pc:sldChg chg="add">
        <pc:chgData name="Deepti Singh" userId="5a554a51-2db5-4d50-b08d-e11c4cd18690" providerId="ADAL" clId="{70BD041D-0A00-4D74-BCB7-86758D2422C9}" dt="2026-08-12T11:17:04.604" v="142"/>
        <pc:sldMkLst>
          <pc:docMk/>
          <pc:sldMk cId="1954883386" sldId="1397"/>
        </pc:sldMkLst>
      </pc:sldChg>
      <pc:sldChg chg="addSp delSp modSp add">
        <pc:chgData name="Deepti Singh" userId="5a554a51-2db5-4d50-b08d-e11c4cd18690" providerId="ADAL" clId="{70BD041D-0A00-4D74-BCB7-86758D2422C9}" dt="2026-08-12T11:38:13.492" v="381" actId="5793"/>
        <pc:sldMkLst>
          <pc:docMk/>
          <pc:sldMk cId="470947075" sldId="1398"/>
        </pc:sldMkLst>
        <pc:spChg chg="mod">
          <ac:chgData name="Deepti Singh" userId="5a554a51-2db5-4d50-b08d-e11c4cd18690" providerId="ADAL" clId="{70BD041D-0A00-4D74-BCB7-86758D2422C9}" dt="2026-08-12T11:38:13.492" v="381" actId="5793"/>
          <ac:spMkLst>
            <pc:docMk/>
            <pc:sldMk cId="470947075" sldId="1398"/>
            <ac:spMk id="2" creationId="{85817AB0-0234-4151-9A0C-2C52CA5ABBC0}"/>
          </ac:spMkLst>
        </pc:spChg>
        <pc:spChg chg="mod">
          <ac:chgData name="Deepti Singh" userId="5a554a51-2db5-4d50-b08d-e11c4cd18690" providerId="ADAL" clId="{70BD041D-0A00-4D74-BCB7-86758D2422C9}" dt="2026-08-12T11:37:46.492" v="364" actId="404"/>
          <ac:spMkLst>
            <pc:docMk/>
            <pc:sldMk cId="470947075" sldId="1398"/>
            <ac:spMk id="3" creationId="{649F835E-C8C5-E46D-EE96-F6D4BE19C963}"/>
          </ac:spMkLst>
        </pc:spChg>
        <pc:picChg chg="del">
          <ac:chgData name="Deepti Singh" userId="5a554a51-2db5-4d50-b08d-e11c4cd18690" providerId="ADAL" clId="{70BD041D-0A00-4D74-BCB7-86758D2422C9}" dt="2026-08-12T11:21:32.717" v="168" actId="478"/>
          <ac:picMkLst>
            <pc:docMk/>
            <pc:sldMk cId="470947075" sldId="1398"/>
            <ac:picMk id="5" creationId="{6E8B34B1-E1F2-0265-A2C3-73E2BA633BE9}"/>
          </ac:picMkLst>
        </pc:picChg>
        <pc:picChg chg="add">
          <ac:chgData name="Deepti Singh" userId="5a554a51-2db5-4d50-b08d-e11c4cd18690" providerId="ADAL" clId="{70BD041D-0A00-4D74-BCB7-86758D2422C9}" dt="2026-08-12T11:21:33.117" v="169"/>
          <ac:picMkLst>
            <pc:docMk/>
            <pc:sldMk cId="470947075" sldId="1398"/>
            <ac:picMk id="6" creationId="{301C5D6B-5B33-4310-9E50-234B47A262FA}"/>
          </ac:picMkLst>
        </pc:picChg>
      </pc:sldChg>
      <pc:sldChg chg="add">
        <pc:chgData name="Deepti Singh" userId="5a554a51-2db5-4d50-b08d-e11c4cd18690" providerId="ADAL" clId="{70BD041D-0A00-4D74-BCB7-86758D2422C9}" dt="2026-08-12T11:17:07.726" v="145"/>
        <pc:sldMkLst>
          <pc:docMk/>
          <pc:sldMk cId="287944919" sldId="1399"/>
        </pc:sldMkLst>
      </pc:sldChg>
      <pc:sldChg chg="add">
        <pc:chgData name="Deepti Singh" userId="5a554a51-2db5-4d50-b08d-e11c4cd18690" providerId="ADAL" clId="{70BD041D-0A00-4D74-BCB7-86758D2422C9}" dt="2026-08-12T11:17:07.726" v="145"/>
        <pc:sldMkLst>
          <pc:docMk/>
          <pc:sldMk cId="3889887522" sldId="1400"/>
        </pc:sldMkLst>
      </pc:sldChg>
      <pc:sldChg chg="addSp delSp modSp add">
        <pc:chgData name="Deepti Singh" userId="5a554a51-2db5-4d50-b08d-e11c4cd18690" providerId="ADAL" clId="{70BD041D-0A00-4D74-BCB7-86758D2422C9}" dt="2026-08-12T11:38:58.602" v="407" actId="1076"/>
        <pc:sldMkLst>
          <pc:docMk/>
          <pc:sldMk cId="59324640" sldId="1401"/>
        </pc:sldMkLst>
        <pc:spChg chg="mod">
          <ac:chgData name="Deepti Singh" userId="5a554a51-2db5-4d50-b08d-e11c4cd18690" providerId="ADAL" clId="{70BD041D-0A00-4D74-BCB7-86758D2422C9}" dt="2026-08-12T11:38:58.602" v="407" actId="1076"/>
          <ac:spMkLst>
            <pc:docMk/>
            <pc:sldMk cId="59324640" sldId="1401"/>
            <ac:spMk id="2" creationId="{85817AB0-0234-4151-9A0C-2C52CA5ABBC0}"/>
          </ac:spMkLst>
        </pc:spChg>
        <pc:spChg chg="mod">
          <ac:chgData name="Deepti Singh" userId="5a554a51-2db5-4d50-b08d-e11c4cd18690" providerId="ADAL" clId="{70BD041D-0A00-4D74-BCB7-86758D2422C9}" dt="2026-08-12T11:38:31.586" v="386" actId="404"/>
          <ac:spMkLst>
            <pc:docMk/>
            <pc:sldMk cId="59324640" sldId="1401"/>
            <ac:spMk id="3" creationId="{649F835E-C8C5-E46D-EE96-F6D4BE19C963}"/>
          </ac:spMkLst>
        </pc:spChg>
        <pc:picChg chg="del">
          <ac:chgData name="Deepti Singh" userId="5a554a51-2db5-4d50-b08d-e11c4cd18690" providerId="ADAL" clId="{70BD041D-0A00-4D74-BCB7-86758D2422C9}" dt="2026-08-12T11:21:39.493" v="170" actId="478"/>
          <ac:picMkLst>
            <pc:docMk/>
            <pc:sldMk cId="59324640" sldId="1401"/>
            <ac:picMk id="5" creationId="{6E8B34B1-E1F2-0265-A2C3-73E2BA633BE9}"/>
          </ac:picMkLst>
        </pc:picChg>
        <pc:picChg chg="add">
          <ac:chgData name="Deepti Singh" userId="5a554a51-2db5-4d50-b08d-e11c4cd18690" providerId="ADAL" clId="{70BD041D-0A00-4D74-BCB7-86758D2422C9}" dt="2026-08-12T11:21:39.926" v="171"/>
          <ac:picMkLst>
            <pc:docMk/>
            <pc:sldMk cId="59324640" sldId="1401"/>
            <ac:picMk id="6" creationId="{FE235881-B92B-4790-9C7E-BE2E3396C11C}"/>
          </ac:picMkLst>
        </pc:picChg>
      </pc:sldChg>
      <pc:sldChg chg="add">
        <pc:chgData name="Deepti Singh" userId="5a554a51-2db5-4d50-b08d-e11c4cd18690" providerId="ADAL" clId="{70BD041D-0A00-4D74-BCB7-86758D2422C9}" dt="2026-08-12T11:17:10.709" v="148"/>
        <pc:sldMkLst>
          <pc:docMk/>
          <pc:sldMk cId="3631330629" sldId="1402"/>
        </pc:sldMkLst>
      </pc:sldChg>
      <pc:sldChg chg="add">
        <pc:chgData name="Deepti Singh" userId="5a554a51-2db5-4d50-b08d-e11c4cd18690" providerId="ADAL" clId="{70BD041D-0A00-4D74-BCB7-86758D2422C9}" dt="2026-08-12T11:17:10.709" v="148"/>
        <pc:sldMkLst>
          <pc:docMk/>
          <pc:sldMk cId="3919106865" sldId="1403"/>
        </pc:sldMkLst>
      </pc:sldChg>
      <pc:sldChg chg="modSp add">
        <pc:chgData name="Deepti Singh" userId="5a554a51-2db5-4d50-b08d-e11c4cd18690" providerId="ADAL" clId="{70BD041D-0A00-4D74-BCB7-86758D2422C9}" dt="2026-08-13T06:28:24.819" v="445" actId="12"/>
        <pc:sldMkLst>
          <pc:docMk/>
          <pc:sldMk cId="1966396324" sldId="1404"/>
        </pc:sldMkLst>
        <pc:spChg chg="mod">
          <ac:chgData name="Deepti Singh" userId="5a554a51-2db5-4d50-b08d-e11c4cd18690" providerId="ADAL" clId="{70BD041D-0A00-4D74-BCB7-86758D2422C9}" dt="2026-08-13T06:28:24.819" v="445" actId="12"/>
          <ac:spMkLst>
            <pc:docMk/>
            <pc:sldMk cId="1966396324" sldId="1404"/>
            <ac:spMk id="3" creationId="{2DC1B6D9-4A96-DA81-6A73-4BFC41EFD927}"/>
          </ac:spMkLst>
        </pc:spChg>
      </pc:sldChg>
      <pc:sldChg chg="addSp modSp add">
        <pc:chgData name="Deepti Singh" userId="5a554a51-2db5-4d50-b08d-e11c4cd18690" providerId="ADAL" clId="{70BD041D-0A00-4D74-BCB7-86758D2422C9}" dt="2026-08-13T06:29:12.552" v="453" actId="1076"/>
        <pc:sldMkLst>
          <pc:docMk/>
          <pc:sldMk cId="2822293161" sldId="1405"/>
        </pc:sldMkLst>
        <pc:spChg chg="mod">
          <ac:chgData name="Deepti Singh" userId="5a554a51-2db5-4d50-b08d-e11c4cd18690" providerId="ADAL" clId="{70BD041D-0A00-4D74-BCB7-86758D2422C9}" dt="2026-08-13T06:28:54.868" v="451" actId="12"/>
          <ac:spMkLst>
            <pc:docMk/>
            <pc:sldMk cId="2822293161" sldId="1405"/>
            <ac:spMk id="3" creationId="{2DC1B6D9-4A96-DA81-6A73-4BFC41EFD927}"/>
          </ac:spMkLst>
        </pc:spChg>
        <pc:spChg chg="add mod">
          <ac:chgData name="Deepti Singh" userId="5a554a51-2db5-4d50-b08d-e11c4cd18690" providerId="ADAL" clId="{70BD041D-0A00-4D74-BCB7-86758D2422C9}" dt="2026-08-13T06:29:12.552" v="453" actId="1076"/>
          <ac:spMkLst>
            <pc:docMk/>
            <pc:sldMk cId="2822293161" sldId="1405"/>
            <ac:spMk id="4" creationId="{4D80BB5A-2CF5-46F8-8194-E9FDD224C7D1}"/>
          </ac:spMkLst>
        </pc:spChg>
      </pc:sldChg>
      <pc:sldChg chg="modSp add ord">
        <pc:chgData name="Deepti Singh" userId="5a554a51-2db5-4d50-b08d-e11c4cd18690" providerId="ADAL" clId="{70BD041D-0A00-4D74-BCB7-86758D2422C9}" dt="2026-08-13T06:30:03.356" v="466" actId="20577"/>
        <pc:sldMkLst>
          <pc:docMk/>
          <pc:sldMk cId="1952162403" sldId="1406"/>
        </pc:sldMkLst>
        <pc:spChg chg="mod">
          <ac:chgData name="Deepti Singh" userId="5a554a51-2db5-4d50-b08d-e11c4cd18690" providerId="ADAL" clId="{70BD041D-0A00-4D74-BCB7-86758D2422C9}" dt="2026-08-13T06:30:03.356" v="466" actId="20577"/>
          <ac:spMkLst>
            <pc:docMk/>
            <pc:sldMk cId="1952162403" sldId="1406"/>
            <ac:spMk id="3" creationId="{2DC1B6D9-4A96-DA81-6A73-4BFC41EFD927}"/>
          </ac:spMkLst>
        </pc:spChg>
      </pc:sldChg>
      <pc:sldChg chg="add">
        <pc:chgData name="Deepti Singh" userId="5a554a51-2db5-4d50-b08d-e11c4cd18690" providerId="ADAL" clId="{70BD041D-0A00-4D74-BCB7-86758D2422C9}" dt="2026-08-13T06:30:10.982" v="467"/>
        <pc:sldMkLst>
          <pc:docMk/>
          <pc:sldMk cId="1906592104" sldId="140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654859-138C-400D-B608-544EFAFDC31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D7E2EDA-E1B7-403F-A925-3A25B0AF8A7E}">
      <dgm:prSet custT="1"/>
      <dgm:spPr>
        <a:ln>
          <a:solidFill>
            <a:srgbClr val="44318D"/>
          </a:solidFill>
        </a:ln>
      </dgm:spPr>
      <dgm:t>
        <a:bodyPr/>
        <a:lstStyle/>
        <a:p>
          <a:r>
            <a:rPr lang="en-GB" sz="1200" b="0" i="0" baseline="0" dirty="0"/>
            <a:t>World Class Training Solutions</a:t>
          </a:r>
          <a:endParaRPr lang="en-US" sz="1200" dirty="0"/>
        </a:p>
      </dgm:t>
    </dgm:pt>
    <dgm:pt modelId="{4C874283-B977-4439-8AC2-1A2D6480CF4D}" type="parTrans" cxnId="{5972BE4E-E39F-46FB-9CCC-0B2E758502D0}">
      <dgm:prSet/>
      <dgm:spPr/>
      <dgm:t>
        <a:bodyPr/>
        <a:lstStyle/>
        <a:p>
          <a:endParaRPr lang="en-US" sz="1400"/>
        </a:p>
      </dgm:t>
    </dgm:pt>
    <dgm:pt modelId="{3E22FA49-BAAA-4D13-A2AD-372DD99CAFB7}" type="sibTrans" cxnId="{5972BE4E-E39F-46FB-9CCC-0B2E758502D0}">
      <dgm:prSet/>
      <dgm:spPr/>
      <dgm:t>
        <a:bodyPr/>
        <a:lstStyle/>
        <a:p>
          <a:endParaRPr lang="en-US" sz="1400"/>
        </a:p>
      </dgm:t>
    </dgm:pt>
    <dgm:pt modelId="{D6596234-888E-4960-B55B-631D28B20897}">
      <dgm:prSet custT="1"/>
      <dgm:spPr>
        <a:ln>
          <a:solidFill>
            <a:srgbClr val="44318D"/>
          </a:solidFill>
        </a:ln>
      </dgm:spPr>
      <dgm:t>
        <a:bodyPr/>
        <a:lstStyle/>
        <a:p>
          <a:r>
            <a:rPr lang="en-GB" sz="1200" b="0" i="0" baseline="0" dirty="0"/>
            <a:t>Subject Matter Experts</a:t>
          </a:r>
          <a:endParaRPr lang="en-US" sz="1200" dirty="0"/>
        </a:p>
      </dgm:t>
    </dgm:pt>
    <dgm:pt modelId="{2B8F1EE4-79C8-4014-B642-D376FEDC7A8F}" type="parTrans" cxnId="{EEEA3E96-98CF-4EBD-AA9F-2D998113D37E}">
      <dgm:prSet/>
      <dgm:spPr/>
      <dgm:t>
        <a:bodyPr/>
        <a:lstStyle/>
        <a:p>
          <a:endParaRPr lang="en-US" sz="1400"/>
        </a:p>
      </dgm:t>
    </dgm:pt>
    <dgm:pt modelId="{141C0F52-21C6-4C84-9CED-6FC3AC159A6E}" type="sibTrans" cxnId="{EEEA3E96-98CF-4EBD-AA9F-2D998113D37E}">
      <dgm:prSet/>
      <dgm:spPr/>
      <dgm:t>
        <a:bodyPr/>
        <a:lstStyle/>
        <a:p>
          <a:endParaRPr lang="en-US" sz="1400"/>
        </a:p>
      </dgm:t>
    </dgm:pt>
    <dgm:pt modelId="{E3D630C6-ADFA-4399-A3BB-E3E9C71BA6EE}">
      <dgm:prSet custT="1"/>
      <dgm:spPr>
        <a:ln>
          <a:solidFill>
            <a:srgbClr val="44318D"/>
          </a:solidFill>
        </a:ln>
      </dgm:spPr>
      <dgm:t>
        <a:bodyPr/>
        <a:lstStyle/>
        <a:p>
          <a:r>
            <a:rPr lang="en-GB" sz="1200" b="0" i="0" baseline="0" dirty="0"/>
            <a:t>Highest Quality Training Material</a:t>
          </a:r>
          <a:endParaRPr lang="en-US" sz="1200" dirty="0"/>
        </a:p>
      </dgm:t>
    </dgm:pt>
    <dgm:pt modelId="{98C3D215-3846-4534-AB32-E96253A3F2A2}" type="parTrans" cxnId="{441D2F5B-6672-41CB-B818-F90E9AB28657}">
      <dgm:prSet/>
      <dgm:spPr/>
      <dgm:t>
        <a:bodyPr/>
        <a:lstStyle/>
        <a:p>
          <a:endParaRPr lang="en-US" sz="1400"/>
        </a:p>
      </dgm:t>
    </dgm:pt>
    <dgm:pt modelId="{9D9AD4A4-0325-41FC-AE00-C08165B3468C}" type="sibTrans" cxnId="{441D2F5B-6672-41CB-B818-F90E9AB28657}">
      <dgm:prSet/>
      <dgm:spPr/>
      <dgm:t>
        <a:bodyPr/>
        <a:lstStyle/>
        <a:p>
          <a:endParaRPr lang="en-US" sz="1400"/>
        </a:p>
      </dgm:t>
    </dgm:pt>
    <dgm:pt modelId="{E2E50B5B-169C-4F12-826B-55D83946AC2E}">
      <dgm:prSet custT="1"/>
      <dgm:spPr>
        <a:ln>
          <a:solidFill>
            <a:srgbClr val="44318D"/>
          </a:solidFill>
        </a:ln>
      </dgm:spPr>
      <dgm:t>
        <a:bodyPr/>
        <a:lstStyle/>
        <a:p>
          <a:r>
            <a:rPr lang="en-GB" sz="1200" b="0" i="0" baseline="0" dirty="0"/>
            <a:t>Accelerated Learning Techniques</a:t>
          </a:r>
          <a:endParaRPr lang="en-US" sz="1200" dirty="0"/>
        </a:p>
      </dgm:t>
    </dgm:pt>
    <dgm:pt modelId="{C0D6FB18-DA8E-4AB5-B59B-54C1E69F9977}" type="parTrans" cxnId="{7B3F1286-6EC0-47DA-824B-1D06581AF39C}">
      <dgm:prSet/>
      <dgm:spPr/>
      <dgm:t>
        <a:bodyPr/>
        <a:lstStyle/>
        <a:p>
          <a:endParaRPr lang="en-US" sz="1400"/>
        </a:p>
      </dgm:t>
    </dgm:pt>
    <dgm:pt modelId="{1483295F-73BD-4E0D-9775-BE5570E9BD55}" type="sibTrans" cxnId="{7B3F1286-6EC0-47DA-824B-1D06581AF39C}">
      <dgm:prSet/>
      <dgm:spPr/>
      <dgm:t>
        <a:bodyPr/>
        <a:lstStyle/>
        <a:p>
          <a:endParaRPr lang="en-US" sz="1400"/>
        </a:p>
      </dgm:t>
    </dgm:pt>
    <dgm:pt modelId="{DDE7B1BA-8022-4D2C-B7B1-C9C4C04EE736}">
      <dgm:prSet custT="1"/>
      <dgm:spPr>
        <a:ln>
          <a:solidFill>
            <a:srgbClr val="44318D"/>
          </a:solidFill>
        </a:ln>
      </dgm:spPr>
      <dgm:t>
        <a:bodyPr/>
        <a:lstStyle/>
        <a:p>
          <a:r>
            <a:rPr lang="en-GB" sz="1200" b="0" i="0" baseline="0" dirty="0"/>
            <a:t>Project, Programme, and Change Management, ITIL® Consultancy</a:t>
          </a:r>
          <a:endParaRPr lang="en-US" sz="1200" dirty="0"/>
        </a:p>
      </dgm:t>
    </dgm:pt>
    <dgm:pt modelId="{F69FBA0E-7836-4768-8A16-E055AE28DE5B}" type="parTrans" cxnId="{4CBD5B24-8D68-411C-8A7D-2BCC9D571B96}">
      <dgm:prSet/>
      <dgm:spPr/>
      <dgm:t>
        <a:bodyPr/>
        <a:lstStyle/>
        <a:p>
          <a:endParaRPr lang="en-US" sz="1400"/>
        </a:p>
      </dgm:t>
    </dgm:pt>
    <dgm:pt modelId="{3C451BBF-604E-4A46-B253-C682A829F2CA}" type="sibTrans" cxnId="{4CBD5B24-8D68-411C-8A7D-2BCC9D571B96}">
      <dgm:prSet/>
      <dgm:spPr/>
      <dgm:t>
        <a:bodyPr/>
        <a:lstStyle/>
        <a:p>
          <a:endParaRPr lang="en-US" sz="1400"/>
        </a:p>
      </dgm:t>
    </dgm:pt>
    <dgm:pt modelId="{BF845A24-62C2-4C59-9357-D06717088CF2}">
      <dgm:prSet custT="1"/>
      <dgm:spPr>
        <a:ln>
          <a:solidFill>
            <a:srgbClr val="44318D"/>
          </a:solidFill>
        </a:ln>
      </dgm:spPr>
      <dgm:t>
        <a:bodyPr/>
        <a:lstStyle/>
        <a:p>
          <a:r>
            <a:rPr lang="en-GB" sz="1200" b="0" i="0" baseline="0" dirty="0"/>
            <a:t>Bespoke Tailor Made Training Solutions</a:t>
          </a:r>
          <a:endParaRPr lang="en-US" sz="1200" dirty="0"/>
        </a:p>
      </dgm:t>
    </dgm:pt>
    <dgm:pt modelId="{02CF6EC4-82F6-48DF-A9DA-00326D4943E4}" type="parTrans" cxnId="{8EC3A2D0-6266-4959-93D9-1BBE9FB2811D}">
      <dgm:prSet/>
      <dgm:spPr/>
      <dgm:t>
        <a:bodyPr/>
        <a:lstStyle/>
        <a:p>
          <a:endParaRPr lang="en-US" sz="1400"/>
        </a:p>
      </dgm:t>
    </dgm:pt>
    <dgm:pt modelId="{A0265C7F-617F-4052-B017-AAB0B2D2D10F}" type="sibTrans" cxnId="{8EC3A2D0-6266-4959-93D9-1BBE9FB2811D}">
      <dgm:prSet/>
      <dgm:spPr/>
      <dgm:t>
        <a:bodyPr/>
        <a:lstStyle/>
        <a:p>
          <a:endParaRPr lang="en-US" sz="1400"/>
        </a:p>
      </dgm:t>
    </dgm:pt>
    <dgm:pt modelId="{6961B251-96EE-4D7B-A149-F501F4103612}">
      <dgm:prSet custT="1"/>
      <dgm:spPr>
        <a:ln>
          <a:solidFill>
            <a:srgbClr val="44318D"/>
          </a:solidFill>
        </a:ln>
      </dgm:spPr>
      <dgm:t>
        <a:bodyPr/>
        <a:lstStyle/>
        <a:p>
          <a:r>
            <a:rPr lang="en-GB" sz="1200" b="0" i="0" baseline="0" dirty="0"/>
            <a:t>PRINCE2®, MSP®, ITIL®, Soft Skills, and More</a:t>
          </a:r>
          <a:endParaRPr lang="en-US" sz="1200" dirty="0"/>
        </a:p>
      </dgm:t>
    </dgm:pt>
    <dgm:pt modelId="{9371A190-42D7-4CA7-B8FB-879544C65514}" type="parTrans" cxnId="{B67AA53F-752F-4076-8498-04F42BF1A8A1}">
      <dgm:prSet/>
      <dgm:spPr/>
      <dgm:t>
        <a:bodyPr/>
        <a:lstStyle/>
        <a:p>
          <a:endParaRPr lang="en-US" sz="1400"/>
        </a:p>
      </dgm:t>
    </dgm:pt>
    <dgm:pt modelId="{0391B15D-C02B-4CEA-82E3-8B6EA5B31DBC}" type="sibTrans" cxnId="{B67AA53F-752F-4076-8498-04F42BF1A8A1}">
      <dgm:prSet/>
      <dgm:spPr/>
      <dgm:t>
        <a:bodyPr/>
        <a:lstStyle/>
        <a:p>
          <a:endParaRPr lang="en-US" sz="1400"/>
        </a:p>
      </dgm:t>
    </dgm:pt>
    <dgm:pt modelId="{8C6FFD9E-CE99-4767-9C26-5351C3B81410}" type="pres">
      <dgm:prSet presAssocID="{B2654859-138C-400D-B608-544EFAFDC311}" presName="vert0" presStyleCnt="0">
        <dgm:presLayoutVars>
          <dgm:dir/>
          <dgm:animOne val="branch"/>
          <dgm:animLvl val="lvl"/>
        </dgm:presLayoutVars>
      </dgm:prSet>
      <dgm:spPr/>
    </dgm:pt>
    <dgm:pt modelId="{22748CE2-6CDD-4FE4-9B38-A9FC8BDC1217}" type="pres">
      <dgm:prSet presAssocID="{1D7E2EDA-E1B7-403F-A925-3A25B0AF8A7E}" presName="thickLine" presStyleLbl="alignNode1" presStyleIdx="0" presStyleCnt="7"/>
      <dgm:spPr/>
    </dgm:pt>
    <dgm:pt modelId="{C5BAA449-56D9-4610-B821-6B5E1AAD87A0}" type="pres">
      <dgm:prSet presAssocID="{1D7E2EDA-E1B7-403F-A925-3A25B0AF8A7E}" presName="horz1" presStyleCnt="0"/>
      <dgm:spPr/>
    </dgm:pt>
    <dgm:pt modelId="{D6838CB9-D9F6-407B-A35E-7DCA3C8F01A2}" type="pres">
      <dgm:prSet presAssocID="{1D7E2EDA-E1B7-403F-A925-3A25B0AF8A7E}" presName="tx1" presStyleLbl="revTx" presStyleIdx="0" presStyleCnt="7"/>
      <dgm:spPr/>
    </dgm:pt>
    <dgm:pt modelId="{10A7CA1C-566C-45F4-9FAB-43B8224C3DD5}" type="pres">
      <dgm:prSet presAssocID="{1D7E2EDA-E1B7-403F-A925-3A25B0AF8A7E}" presName="vert1" presStyleCnt="0"/>
      <dgm:spPr/>
    </dgm:pt>
    <dgm:pt modelId="{9DB0CBAF-CE76-4C97-BA92-AA63DD558B5C}" type="pres">
      <dgm:prSet presAssocID="{D6596234-888E-4960-B55B-631D28B20897}" presName="thickLine" presStyleLbl="alignNode1" presStyleIdx="1" presStyleCnt="7"/>
      <dgm:spPr/>
    </dgm:pt>
    <dgm:pt modelId="{9877AB8D-ABD3-43D8-B7BD-6C99DCD17956}" type="pres">
      <dgm:prSet presAssocID="{D6596234-888E-4960-B55B-631D28B20897}" presName="horz1" presStyleCnt="0"/>
      <dgm:spPr/>
    </dgm:pt>
    <dgm:pt modelId="{C2787246-CF00-4E9B-B62F-E434B4D5C5A4}" type="pres">
      <dgm:prSet presAssocID="{D6596234-888E-4960-B55B-631D28B20897}" presName="tx1" presStyleLbl="revTx" presStyleIdx="1" presStyleCnt="7"/>
      <dgm:spPr/>
    </dgm:pt>
    <dgm:pt modelId="{B27F5637-8FAE-432B-884D-5AF6FC4ADD23}" type="pres">
      <dgm:prSet presAssocID="{D6596234-888E-4960-B55B-631D28B20897}" presName="vert1" presStyleCnt="0"/>
      <dgm:spPr/>
    </dgm:pt>
    <dgm:pt modelId="{F7B9C6FF-FB2D-4910-90C6-7157AFBD1825}" type="pres">
      <dgm:prSet presAssocID="{E3D630C6-ADFA-4399-A3BB-E3E9C71BA6EE}" presName="thickLine" presStyleLbl="alignNode1" presStyleIdx="2" presStyleCnt="7"/>
      <dgm:spPr/>
    </dgm:pt>
    <dgm:pt modelId="{64243BFE-D46C-455E-8346-B0EEE5BFDBCE}" type="pres">
      <dgm:prSet presAssocID="{E3D630C6-ADFA-4399-A3BB-E3E9C71BA6EE}" presName="horz1" presStyleCnt="0"/>
      <dgm:spPr/>
    </dgm:pt>
    <dgm:pt modelId="{E0D8A30D-C7AF-4AD8-81DE-B3FC8A70AC1A}" type="pres">
      <dgm:prSet presAssocID="{E3D630C6-ADFA-4399-A3BB-E3E9C71BA6EE}" presName="tx1" presStyleLbl="revTx" presStyleIdx="2" presStyleCnt="7"/>
      <dgm:spPr/>
    </dgm:pt>
    <dgm:pt modelId="{17B676E4-2098-4E86-91B8-BB963FFCFFBF}" type="pres">
      <dgm:prSet presAssocID="{E3D630C6-ADFA-4399-A3BB-E3E9C71BA6EE}" presName="vert1" presStyleCnt="0"/>
      <dgm:spPr/>
    </dgm:pt>
    <dgm:pt modelId="{B0FABD24-3878-4FDF-B5D4-056F4F7E24D6}" type="pres">
      <dgm:prSet presAssocID="{E2E50B5B-169C-4F12-826B-55D83946AC2E}" presName="thickLine" presStyleLbl="alignNode1" presStyleIdx="3" presStyleCnt="7"/>
      <dgm:spPr/>
    </dgm:pt>
    <dgm:pt modelId="{B0C23EBE-E718-4C66-A760-40903F5E73A3}" type="pres">
      <dgm:prSet presAssocID="{E2E50B5B-169C-4F12-826B-55D83946AC2E}" presName="horz1" presStyleCnt="0"/>
      <dgm:spPr/>
    </dgm:pt>
    <dgm:pt modelId="{3DD92AC0-1CC4-4F00-B395-F0E612651EC1}" type="pres">
      <dgm:prSet presAssocID="{E2E50B5B-169C-4F12-826B-55D83946AC2E}" presName="tx1" presStyleLbl="revTx" presStyleIdx="3" presStyleCnt="7"/>
      <dgm:spPr/>
    </dgm:pt>
    <dgm:pt modelId="{CD14C2DF-BBC6-41BB-8FB4-ABA352A6C117}" type="pres">
      <dgm:prSet presAssocID="{E2E50B5B-169C-4F12-826B-55D83946AC2E}" presName="vert1" presStyleCnt="0"/>
      <dgm:spPr/>
    </dgm:pt>
    <dgm:pt modelId="{F19E312A-2FEA-4C14-A838-865956443B5A}" type="pres">
      <dgm:prSet presAssocID="{DDE7B1BA-8022-4D2C-B7B1-C9C4C04EE736}" presName="thickLine" presStyleLbl="alignNode1" presStyleIdx="4" presStyleCnt="7"/>
      <dgm:spPr/>
    </dgm:pt>
    <dgm:pt modelId="{A7DB9D0F-D333-49DA-B175-7769022D432A}" type="pres">
      <dgm:prSet presAssocID="{DDE7B1BA-8022-4D2C-B7B1-C9C4C04EE736}" presName="horz1" presStyleCnt="0"/>
      <dgm:spPr/>
    </dgm:pt>
    <dgm:pt modelId="{6D17C654-B083-48E6-9971-41FDED715DE7}" type="pres">
      <dgm:prSet presAssocID="{DDE7B1BA-8022-4D2C-B7B1-C9C4C04EE736}" presName="tx1" presStyleLbl="revTx" presStyleIdx="4" presStyleCnt="7"/>
      <dgm:spPr/>
    </dgm:pt>
    <dgm:pt modelId="{906DADD3-7679-4EBD-8BF1-CFBB925AFC98}" type="pres">
      <dgm:prSet presAssocID="{DDE7B1BA-8022-4D2C-B7B1-C9C4C04EE736}" presName="vert1" presStyleCnt="0"/>
      <dgm:spPr/>
    </dgm:pt>
    <dgm:pt modelId="{30DB5229-5816-45F8-AA45-4FC1433D530A}" type="pres">
      <dgm:prSet presAssocID="{BF845A24-62C2-4C59-9357-D06717088CF2}" presName="thickLine" presStyleLbl="alignNode1" presStyleIdx="5" presStyleCnt="7"/>
      <dgm:spPr/>
    </dgm:pt>
    <dgm:pt modelId="{BC7009FE-F0BE-4C0E-BD72-28A391097691}" type="pres">
      <dgm:prSet presAssocID="{BF845A24-62C2-4C59-9357-D06717088CF2}" presName="horz1" presStyleCnt="0"/>
      <dgm:spPr/>
    </dgm:pt>
    <dgm:pt modelId="{18793599-4F5F-4260-A03F-537FD629306B}" type="pres">
      <dgm:prSet presAssocID="{BF845A24-62C2-4C59-9357-D06717088CF2}" presName="tx1" presStyleLbl="revTx" presStyleIdx="5" presStyleCnt="7"/>
      <dgm:spPr/>
    </dgm:pt>
    <dgm:pt modelId="{2CB27AB8-941D-4649-9B4F-0E6B6ABB3E7E}" type="pres">
      <dgm:prSet presAssocID="{BF845A24-62C2-4C59-9357-D06717088CF2}" presName="vert1" presStyleCnt="0"/>
      <dgm:spPr/>
    </dgm:pt>
    <dgm:pt modelId="{4AC36E7B-CE6A-4BA6-AC32-F0993376B1B5}" type="pres">
      <dgm:prSet presAssocID="{6961B251-96EE-4D7B-A149-F501F4103612}" presName="thickLine" presStyleLbl="alignNode1" presStyleIdx="6" presStyleCnt="7"/>
      <dgm:spPr/>
    </dgm:pt>
    <dgm:pt modelId="{E50247B8-C203-4CF9-9423-C9658B93B5A7}" type="pres">
      <dgm:prSet presAssocID="{6961B251-96EE-4D7B-A149-F501F4103612}" presName="horz1" presStyleCnt="0"/>
      <dgm:spPr/>
    </dgm:pt>
    <dgm:pt modelId="{1658748F-6F48-45C9-84D7-594A580E411F}" type="pres">
      <dgm:prSet presAssocID="{6961B251-96EE-4D7B-A149-F501F4103612}" presName="tx1" presStyleLbl="revTx" presStyleIdx="6" presStyleCnt="7"/>
      <dgm:spPr/>
    </dgm:pt>
    <dgm:pt modelId="{D8F37318-B247-4C29-B589-88C91954958A}" type="pres">
      <dgm:prSet presAssocID="{6961B251-96EE-4D7B-A149-F501F4103612}" presName="vert1" presStyleCnt="0"/>
      <dgm:spPr/>
    </dgm:pt>
  </dgm:ptLst>
  <dgm:cxnLst>
    <dgm:cxn modelId="{98F3BA00-2719-49BE-9ECF-4BACFDF1B4CE}" type="presOf" srcId="{BF845A24-62C2-4C59-9357-D06717088CF2}" destId="{18793599-4F5F-4260-A03F-537FD629306B}" srcOrd="0" destOrd="0" presId="urn:microsoft.com/office/officeart/2008/layout/LinedList"/>
    <dgm:cxn modelId="{2D2C3105-AD1B-4373-B6D3-C8B973D02497}" type="presOf" srcId="{1D7E2EDA-E1B7-403F-A925-3A25B0AF8A7E}" destId="{D6838CB9-D9F6-407B-A35E-7DCA3C8F01A2}" srcOrd="0" destOrd="0" presId="urn:microsoft.com/office/officeart/2008/layout/LinedList"/>
    <dgm:cxn modelId="{1E3DAC0C-6F75-4085-970E-00EF999F5DD7}" type="presOf" srcId="{E2E50B5B-169C-4F12-826B-55D83946AC2E}" destId="{3DD92AC0-1CC4-4F00-B395-F0E612651EC1}" srcOrd="0" destOrd="0" presId="urn:microsoft.com/office/officeart/2008/layout/LinedList"/>
    <dgm:cxn modelId="{4CBD5B24-8D68-411C-8A7D-2BCC9D571B96}" srcId="{B2654859-138C-400D-B608-544EFAFDC311}" destId="{DDE7B1BA-8022-4D2C-B7B1-C9C4C04EE736}" srcOrd="4" destOrd="0" parTransId="{F69FBA0E-7836-4768-8A16-E055AE28DE5B}" sibTransId="{3C451BBF-604E-4A46-B253-C682A829F2CA}"/>
    <dgm:cxn modelId="{D3855B32-0815-45AE-AF58-6AAE2BA5F22C}" type="presOf" srcId="{B2654859-138C-400D-B608-544EFAFDC311}" destId="{8C6FFD9E-CE99-4767-9C26-5351C3B81410}" srcOrd="0" destOrd="0" presId="urn:microsoft.com/office/officeart/2008/layout/LinedList"/>
    <dgm:cxn modelId="{B67AA53F-752F-4076-8498-04F42BF1A8A1}" srcId="{B2654859-138C-400D-B608-544EFAFDC311}" destId="{6961B251-96EE-4D7B-A149-F501F4103612}" srcOrd="6" destOrd="0" parTransId="{9371A190-42D7-4CA7-B8FB-879544C65514}" sibTransId="{0391B15D-C02B-4CEA-82E3-8B6EA5B31DBC}"/>
    <dgm:cxn modelId="{441D2F5B-6672-41CB-B818-F90E9AB28657}" srcId="{B2654859-138C-400D-B608-544EFAFDC311}" destId="{E3D630C6-ADFA-4399-A3BB-E3E9C71BA6EE}" srcOrd="2" destOrd="0" parTransId="{98C3D215-3846-4534-AB32-E96253A3F2A2}" sibTransId="{9D9AD4A4-0325-41FC-AE00-C08165B3468C}"/>
    <dgm:cxn modelId="{8EF8425F-A339-40EB-AF90-82A04A102923}" type="presOf" srcId="{D6596234-888E-4960-B55B-631D28B20897}" destId="{C2787246-CF00-4E9B-B62F-E434B4D5C5A4}" srcOrd="0" destOrd="0" presId="urn:microsoft.com/office/officeart/2008/layout/LinedList"/>
    <dgm:cxn modelId="{7B8FDF44-412D-4FAD-AFD5-A865C35B9968}" type="presOf" srcId="{E3D630C6-ADFA-4399-A3BB-E3E9C71BA6EE}" destId="{E0D8A30D-C7AF-4AD8-81DE-B3FC8A70AC1A}" srcOrd="0" destOrd="0" presId="urn:microsoft.com/office/officeart/2008/layout/LinedList"/>
    <dgm:cxn modelId="{5972BE4E-E39F-46FB-9CCC-0B2E758502D0}" srcId="{B2654859-138C-400D-B608-544EFAFDC311}" destId="{1D7E2EDA-E1B7-403F-A925-3A25B0AF8A7E}" srcOrd="0" destOrd="0" parTransId="{4C874283-B977-4439-8AC2-1A2D6480CF4D}" sibTransId="{3E22FA49-BAAA-4D13-A2AD-372DD99CAFB7}"/>
    <dgm:cxn modelId="{7B3F1286-6EC0-47DA-824B-1D06581AF39C}" srcId="{B2654859-138C-400D-B608-544EFAFDC311}" destId="{E2E50B5B-169C-4F12-826B-55D83946AC2E}" srcOrd="3" destOrd="0" parTransId="{C0D6FB18-DA8E-4AB5-B59B-54C1E69F9977}" sibTransId="{1483295F-73BD-4E0D-9775-BE5570E9BD55}"/>
    <dgm:cxn modelId="{F5D32693-966B-42DD-AF21-7CBA46B68CEC}" type="presOf" srcId="{6961B251-96EE-4D7B-A149-F501F4103612}" destId="{1658748F-6F48-45C9-84D7-594A580E411F}" srcOrd="0" destOrd="0" presId="urn:microsoft.com/office/officeart/2008/layout/LinedList"/>
    <dgm:cxn modelId="{EEEA3E96-98CF-4EBD-AA9F-2D998113D37E}" srcId="{B2654859-138C-400D-B608-544EFAFDC311}" destId="{D6596234-888E-4960-B55B-631D28B20897}" srcOrd="1" destOrd="0" parTransId="{2B8F1EE4-79C8-4014-B642-D376FEDC7A8F}" sibTransId="{141C0F52-21C6-4C84-9CED-6FC3AC159A6E}"/>
    <dgm:cxn modelId="{8EC3A2D0-6266-4959-93D9-1BBE9FB2811D}" srcId="{B2654859-138C-400D-B608-544EFAFDC311}" destId="{BF845A24-62C2-4C59-9357-D06717088CF2}" srcOrd="5" destOrd="0" parTransId="{02CF6EC4-82F6-48DF-A9DA-00326D4943E4}" sibTransId="{A0265C7F-617F-4052-B017-AAB0B2D2D10F}"/>
    <dgm:cxn modelId="{88294EF1-61CA-4B05-A456-3E182833AB67}" type="presOf" srcId="{DDE7B1BA-8022-4D2C-B7B1-C9C4C04EE736}" destId="{6D17C654-B083-48E6-9971-41FDED715DE7}" srcOrd="0" destOrd="0" presId="urn:microsoft.com/office/officeart/2008/layout/LinedList"/>
    <dgm:cxn modelId="{BCF23681-97DD-453A-AF52-7D5A5DFAEC73}" type="presParOf" srcId="{8C6FFD9E-CE99-4767-9C26-5351C3B81410}" destId="{22748CE2-6CDD-4FE4-9B38-A9FC8BDC1217}" srcOrd="0" destOrd="0" presId="urn:microsoft.com/office/officeart/2008/layout/LinedList"/>
    <dgm:cxn modelId="{606BD007-1CBC-4D3C-A918-7AEFCA5EE5A9}" type="presParOf" srcId="{8C6FFD9E-CE99-4767-9C26-5351C3B81410}" destId="{C5BAA449-56D9-4610-B821-6B5E1AAD87A0}" srcOrd="1" destOrd="0" presId="urn:microsoft.com/office/officeart/2008/layout/LinedList"/>
    <dgm:cxn modelId="{0FC1B5B4-5EFC-4DF6-9B36-380D03BE8204}" type="presParOf" srcId="{C5BAA449-56D9-4610-B821-6B5E1AAD87A0}" destId="{D6838CB9-D9F6-407B-A35E-7DCA3C8F01A2}" srcOrd="0" destOrd="0" presId="urn:microsoft.com/office/officeart/2008/layout/LinedList"/>
    <dgm:cxn modelId="{44717BBD-3D51-41EB-BFF7-F54E39173396}" type="presParOf" srcId="{C5BAA449-56D9-4610-B821-6B5E1AAD87A0}" destId="{10A7CA1C-566C-45F4-9FAB-43B8224C3DD5}" srcOrd="1" destOrd="0" presId="urn:microsoft.com/office/officeart/2008/layout/LinedList"/>
    <dgm:cxn modelId="{266EF96A-1AEE-4B0F-A029-8762F4737C88}" type="presParOf" srcId="{8C6FFD9E-CE99-4767-9C26-5351C3B81410}" destId="{9DB0CBAF-CE76-4C97-BA92-AA63DD558B5C}" srcOrd="2" destOrd="0" presId="urn:microsoft.com/office/officeart/2008/layout/LinedList"/>
    <dgm:cxn modelId="{86E20E4D-0359-4594-900E-D05C3FC99718}" type="presParOf" srcId="{8C6FFD9E-CE99-4767-9C26-5351C3B81410}" destId="{9877AB8D-ABD3-43D8-B7BD-6C99DCD17956}" srcOrd="3" destOrd="0" presId="urn:microsoft.com/office/officeart/2008/layout/LinedList"/>
    <dgm:cxn modelId="{501C7F17-A186-4E82-B2BF-20D6FE48A130}" type="presParOf" srcId="{9877AB8D-ABD3-43D8-B7BD-6C99DCD17956}" destId="{C2787246-CF00-4E9B-B62F-E434B4D5C5A4}" srcOrd="0" destOrd="0" presId="urn:microsoft.com/office/officeart/2008/layout/LinedList"/>
    <dgm:cxn modelId="{1F5EC1DD-4422-49FA-9FEB-75BE0C629938}" type="presParOf" srcId="{9877AB8D-ABD3-43D8-B7BD-6C99DCD17956}" destId="{B27F5637-8FAE-432B-884D-5AF6FC4ADD23}" srcOrd="1" destOrd="0" presId="urn:microsoft.com/office/officeart/2008/layout/LinedList"/>
    <dgm:cxn modelId="{B4C3DB23-D71E-4AA4-AB37-7607F7B93E74}" type="presParOf" srcId="{8C6FFD9E-CE99-4767-9C26-5351C3B81410}" destId="{F7B9C6FF-FB2D-4910-90C6-7157AFBD1825}" srcOrd="4" destOrd="0" presId="urn:microsoft.com/office/officeart/2008/layout/LinedList"/>
    <dgm:cxn modelId="{A5783AC4-F60B-4974-9F2F-E2C26518E2DA}" type="presParOf" srcId="{8C6FFD9E-CE99-4767-9C26-5351C3B81410}" destId="{64243BFE-D46C-455E-8346-B0EEE5BFDBCE}" srcOrd="5" destOrd="0" presId="urn:microsoft.com/office/officeart/2008/layout/LinedList"/>
    <dgm:cxn modelId="{65C5C10A-9ABD-4E7F-ADCD-F1546E350F63}" type="presParOf" srcId="{64243BFE-D46C-455E-8346-B0EEE5BFDBCE}" destId="{E0D8A30D-C7AF-4AD8-81DE-B3FC8A70AC1A}" srcOrd="0" destOrd="0" presId="urn:microsoft.com/office/officeart/2008/layout/LinedList"/>
    <dgm:cxn modelId="{EC444707-000E-4B22-AD86-6CEF56035E40}" type="presParOf" srcId="{64243BFE-D46C-455E-8346-B0EEE5BFDBCE}" destId="{17B676E4-2098-4E86-91B8-BB963FFCFFBF}" srcOrd="1" destOrd="0" presId="urn:microsoft.com/office/officeart/2008/layout/LinedList"/>
    <dgm:cxn modelId="{A19E1666-AF71-491B-BA27-DB4D2BE2E672}" type="presParOf" srcId="{8C6FFD9E-CE99-4767-9C26-5351C3B81410}" destId="{B0FABD24-3878-4FDF-B5D4-056F4F7E24D6}" srcOrd="6" destOrd="0" presId="urn:microsoft.com/office/officeart/2008/layout/LinedList"/>
    <dgm:cxn modelId="{4C827BA3-8A5C-4316-ACD8-4E706D50DE1E}" type="presParOf" srcId="{8C6FFD9E-CE99-4767-9C26-5351C3B81410}" destId="{B0C23EBE-E718-4C66-A760-40903F5E73A3}" srcOrd="7" destOrd="0" presId="urn:microsoft.com/office/officeart/2008/layout/LinedList"/>
    <dgm:cxn modelId="{546687D9-41AA-4D57-A7C9-D1759F5AC732}" type="presParOf" srcId="{B0C23EBE-E718-4C66-A760-40903F5E73A3}" destId="{3DD92AC0-1CC4-4F00-B395-F0E612651EC1}" srcOrd="0" destOrd="0" presId="urn:microsoft.com/office/officeart/2008/layout/LinedList"/>
    <dgm:cxn modelId="{40062675-E128-4407-BE8A-21C56CC7A603}" type="presParOf" srcId="{B0C23EBE-E718-4C66-A760-40903F5E73A3}" destId="{CD14C2DF-BBC6-41BB-8FB4-ABA352A6C117}" srcOrd="1" destOrd="0" presId="urn:microsoft.com/office/officeart/2008/layout/LinedList"/>
    <dgm:cxn modelId="{8A25C621-4CBA-433B-90D5-4ADADA5E8727}" type="presParOf" srcId="{8C6FFD9E-CE99-4767-9C26-5351C3B81410}" destId="{F19E312A-2FEA-4C14-A838-865956443B5A}" srcOrd="8" destOrd="0" presId="urn:microsoft.com/office/officeart/2008/layout/LinedList"/>
    <dgm:cxn modelId="{F3C714E7-3E60-4EF5-ACD1-C196F4A329B6}" type="presParOf" srcId="{8C6FFD9E-CE99-4767-9C26-5351C3B81410}" destId="{A7DB9D0F-D333-49DA-B175-7769022D432A}" srcOrd="9" destOrd="0" presId="urn:microsoft.com/office/officeart/2008/layout/LinedList"/>
    <dgm:cxn modelId="{77C2C8BC-52FF-4D38-B21D-41A0664C4C48}" type="presParOf" srcId="{A7DB9D0F-D333-49DA-B175-7769022D432A}" destId="{6D17C654-B083-48E6-9971-41FDED715DE7}" srcOrd="0" destOrd="0" presId="urn:microsoft.com/office/officeart/2008/layout/LinedList"/>
    <dgm:cxn modelId="{A1E46819-E7E1-49EC-99FC-3F89AB2507EF}" type="presParOf" srcId="{A7DB9D0F-D333-49DA-B175-7769022D432A}" destId="{906DADD3-7679-4EBD-8BF1-CFBB925AFC98}" srcOrd="1" destOrd="0" presId="urn:microsoft.com/office/officeart/2008/layout/LinedList"/>
    <dgm:cxn modelId="{740458C1-CDCB-4412-B02E-4EEDAD117723}" type="presParOf" srcId="{8C6FFD9E-CE99-4767-9C26-5351C3B81410}" destId="{30DB5229-5816-45F8-AA45-4FC1433D530A}" srcOrd="10" destOrd="0" presId="urn:microsoft.com/office/officeart/2008/layout/LinedList"/>
    <dgm:cxn modelId="{CF24E620-8959-43A1-8E17-9C09E549FB3C}" type="presParOf" srcId="{8C6FFD9E-CE99-4767-9C26-5351C3B81410}" destId="{BC7009FE-F0BE-4C0E-BD72-28A391097691}" srcOrd="11" destOrd="0" presId="urn:microsoft.com/office/officeart/2008/layout/LinedList"/>
    <dgm:cxn modelId="{3C004427-17D7-4ABD-B9A7-50EF910C42C4}" type="presParOf" srcId="{BC7009FE-F0BE-4C0E-BD72-28A391097691}" destId="{18793599-4F5F-4260-A03F-537FD629306B}" srcOrd="0" destOrd="0" presId="urn:microsoft.com/office/officeart/2008/layout/LinedList"/>
    <dgm:cxn modelId="{8984785E-8379-49F7-9DD7-E688EC9E97BF}" type="presParOf" srcId="{BC7009FE-F0BE-4C0E-BD72-28A391097691}" destId="{2CB27AB8-941D-4649-9B4F-0E6B6ABB3E7E}" srcOrd="1" destOrd="0" presId="urn:microsoft.com/office/officeart/2008/layout/LinedList"/>
    <dgm:cxn modelId="{07590163-C250-4737-8085-6982FE880C68}" type="presParOf" srcId="{8C6FFD9E-CE99-4767-9C26-5351C3B81410}" destId="{4AC36E7B-CE6A-4BA6-AC32-F0993376B1B5}" srcOrd="12" destOrd="0" presId="urn:microsoft.com/office/officeart/2008/layout/LinedList"/>
    <dgm:cxn modelId="{16477F1A-B512-4906-8197-4BF87296DBB5}" type="presParOf" srcId="{8C6FFD9E-CE99-4767-9C26-5351C3B81410}" destId="{E50247B8-C203-4CF9-9423-C9658B93B5A7}" srcOrd="13" destOrd="0" presId="urn:microsoft.com/office/officeart/2008/layout/LinedList"/>
    <dgm:cxn modelId="{17DBEA2B-8E12-4447-A07B-6EC605F4BC88}" type="presParOf" srcId="{E50247B8-C203-4CF9-9423-C9658B93B5A7}" destId="{1658748F-6F48-45C9-84D7-594A580E411F}" srcOrd="0" destOrd="0" presId="urn:microsoft.com/office/officeart/2008/layout/LinedList"/>
    <dgm:cxn modelId="{09F74D20-B004-4D1F-8145-FF183906C294}" type="presParOf" srcId="{E50247B8-C203-4CF9-9423-C9658B93B5A7}" destId="{D8F37318-B247-4C29-B589-88C91954958A}" srcOrd="1" destOrd="0" presId="urn:microsoft.com/office/officeart/2008/layout/LinedList"/>
  </dgm:cxnLst>
  <dgm:bg/>
  <dgm:whole>
    <a:ln>
      <a:solidFill>
        <a:srgbClr val="44318D"/>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2A26B3-C3F7-4A75-BD52-B83AEA8A7AC0}" type="doc">
      <dgm:prSet loTypeId="urn:microsoft.com/office/officeart/2005/8/layout/equation1" loCatId="process" qsTypeId="urn:microsoft.com/office/officeart/2005/8/quickstyle/3d1" qsCatId="3D" csTypeId="urn:microsoft.com/office/officeart/2005/8/colors/accent3_2" csCatId="accent3" phldr="1"/>
      <dgm:spPr/>
      <dgm:t>
        <a:bodyPr/>
        <a:lstStyle/>
        <a:p>
          <a:endParaRPr lang="en-IN"/>
        </a:p>
      </dgm:t>
    </dgm:pt>
    <dgm:pt modelId="{74DCFB1B-E61E-4BB3-ABDC-0B56F98173C5}">
      <dgm:prSet/>
      <dgm:spPr/>
      <dgm:t>
        <a:bodyPr/>
        <a:lstStyle/>
        <a:p>
          <a:r>
            <a:rPr lang="en-US" b="1" dirty="0"/>
            <a:t>Current Sensor Reading</a:t>
          </a:r>
          <a:endParaRPr lang="en-IN" dirty="0"/>
        </a:p>
      </dgm:t>
    </dgm:pt>
    <dgm:pt modelId="{29512696-95FD-471D-AE9A-79C0211DC6CA}" type="parTrans" cxnId="{39029050-8EA4-42AA-ABE2-5969BC82E4BF}">
      <dgm:prSet/>
      <dgm:spPr/>
      <dgm:t>
        <a:bodyPr/>
        <a:lstStyle/>
        <a:p>
          <a:endParaRPr lang="en-IN"/>
        </a:p>
      </dgm:t>
    </dgm:pt>
    <dgm:pt modelId="{C1838DB7-B64B-4573-ACFF-DC1D696482AA}" type="sibTrans" cxnId="{39029050-8EA4-42AA-ABE2-5969BC82E4BF}">
      <dgm:prSet/>
      <dgm:spPr/>
      <dgm:t>
        <a:bodyPr/>
        <a:lstStyle/>
        <a:p>
          <a:endParaRPr lang="en-IN"/>
        </a:p>
      </dgm:t>
    </dgm:pt>
    <dgm:pt modelId="{34E35245-AF1A-49C5-AFB4-3CE5768ED6DA}">
      <dgm:prSet/>
      <dgm:spPr/>
      <dgm:t>
        <a:bodyPr/>
        <a:lstStyle/>
        <a:p>
          <a:r>
            <a:rPr lang="en-US" b="1" dirty="0"/>
            <a:t>Previous Sensor </a:t>
          </a:r>
          <a:r>
            <a:rPr lang="en-US" b="1" dirty="0" err="1"/>
            <a:t>Behaviour</a:t>
          </a:r>
          <a:endParaRPr lang="en-IN" dirty="0"/>
        </a:p>
      </dgm:t>
    </dgm:pt>
    <dgm:pt modelId="{82BF1483-7002-4700-8B2D-AABBA435E616}" type="parTrans" cxnId="{CDCA5E86-5A7F-4651-8D24-A548A1E680AC}">
      <dgm:prSet/>
      <dgm:spPr/>
      <dgm:t>
        <a:bodyPr/>
        <a:lstStyle/>
        <a:p>
          <a:endParaRPr lang="en-IN"/>
        </a:p>
      </dgm:t>
    </dgm:pt>
    <dgm:pt modelId="{6A79F67C-6125-4748-A031-296CB68291FE}" type="sibTrans" cxnId="{CDCA5E86-5A7F-4651-8D24-A548A1E680AC}">
      <dgm:prSet/>
      <dgm:spPr/>
      <dgm:t>
        <a:bodyPr/>
        <a:lstStyle/>
        <a:p>
          <a:endParaRPr lang="en-IN"/>
        </a:p>
      </dgm:t>
    </dgm:pt>
    <dgm:pt modelId="{224E01AB-8A54-45BA-A2B1-9DE5250B1D4E}">
      <dgm:prSet/>
      <dgm:spPr/>
      <dgm:t>
        <a:bodyPr/>
        <a:lstStyle/>
        <a:p>
          <a:r>
            <a:rPr lang="en-US" b="1" dirty="0"/>
            <a:t>Previous Sensor </a:t>
          </a:r>
          <a:r>
            <a:rPr lang="en-US" b="1" dirty="0" err="1"/>
            <a:t>Behaviour</a:t>
          </a:r>
          <a:endParaRPr lang="en-IN" dirty="0"/>
        </a:p>
      </dgm:t>
    </dgm:pt>
    <dgm:pt modelId="{57FB3AA4-BF5F-4B1B-9EE9-28D40ABD9603}" type="sibTrans" cxnId="{F7169D11-E7C7-454A-9981-075AFA3151F5}">
      <dgm:prSet/>
      <dgm:spPr/>
      <dgm:t>
        <a:bodyPr/>
        <a:lstStyle/>
        <a:p>
          <a:endParaRPr lang="en-IN"/>
        </a:p>
      </dgm:t>
    </dgm:pt>
    <dgm:pt modelId="{D532BE93-5EA0-40CA-90BD-D2465CDCDD0E}" type="parTrans" cxnId="{F7169D11-E7C7-454A-9981-075AFA3151F5}">
      <dgm:prSet/>
      <dgm:spPr/>
      <dgm:t>
        <a:bodyPr/>
        <a:lstStyle/>
        <a:p>
          <a:endParaRPr lang="en-IN"/>
        </a:p>
      </dgm:t>
    </dgm:pt>
    <dgm:pt modelId="{D65DC1C8-8480-4318-B99E-5E84FE85AF61}">
      <dgm:prSet/>
      <dgm:spPr/>
      <dgm:t>
        <a:bodyPr/>
        <a:lstStyle/>
        <a:p>
          <a:endParaRPr lang="en-IN" dirty="0"/>
        </a:p>
      </dgm:t>
    </dgm:pt>
    <dgm:pt modelId="{35BE7B53-93E9-4C63-9C8B-318D3EB82705}" type="parTrans" cxnId="{27573A80-3ACE-47DF-A3F3-970F07F6A8EC}">
      <dgm:prSet/>
      <dgm:spPr/>
      <dgm:t>
        <a:bodyPr/>
        <a:lstStyle/>
        <a:p>
          <a:endParaRPr lang="en-IN"/>
        </a:p>
      </dgm:t>
    </dgm:pt>
    <dgm:pt modelId="{2853F3CF-DE70-4FB8-89B5-1C27A8C24E15}" type="sibTrans" cxnId="{27573A80-3ACE-47DF-A3F3-970F07F6A8EC}">
      <dgm:prSet/>
      <dgm:spPr/>
      <dgm:t>
        <a:bodyPr/>
        <a:lstStyle/>
        <a:p>
          <a:endParaRPr lang="en-IN"/>
        </a:p>
      </dgm:t>
    </dgm:pt>
    <dgm:pt modelId="{6F38D4FD-0B9D-4CC8-9952-F01AF75422B3}" type="pres">
      <dgm:prSet presAssocID="{182A26B3-C3F7-4A75-BD52-B83AEA8A7AC0}" presName="linearFlow" presStyleCnt="0">
        <dgm:presLayoutVars>
          <dgm:dir/>
          <dgm:resizeHandles val="exact"/>
        </dgm:presLayoutVars>
      </dgm:prSet>
      <dgm:spPr/>
    </dgm:pt>
    <dgm:pt modelId="{AFDD0777-14C2-4AF3-AB7D-2D416921EB8F}" type="pres">
      <dgm:prSet presAssocID="{74DCFB1B-E61E-4BB3-ABDC-0B56F98173C5}" presName="node" presStyleLbl="node1" presStyleIdx="0" presStyleCnt="4">
        <dgm:presLayoutVars>
          <dgm:bulletEnabled val="1"/>
        </dgm:presLayoutVars>
      </dgm:prSet>
      <dgm:spPr/>
    </dgm:pt>
    <dgm:pt modelId="{84F91482-5A39-4BA9-A4AE-8D27847A1EFD}" type="pres">
      <dgm:prSet presAssocID="{C1838DB7-B64B-4573-ACFF-DC1D696482AA}" presName="spacerL" presStyleCnt="0"/>
      <dgm:spPr/>
    </dgm:pt>
    <dgm:pt modelId="{68488C93-7C00-4A71-A496-1E23B6291455}" type="pres">
      <dgm:prSet presAssocID="{C1838DB7-B64B-4573-ACFF-DC1D696482AA}" presName="sibTrans" presStyleLbl="sibTrans2D1" presStyleIdx="0" presStyleCnt="3"/>
      <dgm:spPr/>
    </dgm:pt>
    <dgm:pt modelId="{82AF62C7-BF57-46DC-9B99-9BC817A63431}" type="pres">
      <dgm:prSet presAssocID="{C1838DB7-B64B-4573-ACFF-DC1D696482AA}" presName="spacerR" presStyleCnt="0"/>
      <dgm:spPr/>
    </dgm:pt>
    <dgm:pt modelId="{7F01447F-3555-4174-9A12-19B7D3A87C42}" type="pres">
      <dgm:prSet presAssocID="{34E35245-AF1A-49C5-AFB4-3CE5768ED6DA}" presName="node" presStyleLbl="node1" presStyleIdx="1" presStyleCnt="4">
        <dgm:presLayoutVars>
          <dgm:bulletEnabled val="1"/>
        </dgm:presLayoutVars>
      </dgm:prSet>
      <dgm:spPr/>
    </dgm:pt>
    <dgm:pt modelId="{515C159D-9594-425A-AE0F-67A808F00E04}" type="pres">
      <dgm:prSet presAssocID="{6A79F67C-6125-4748-A031-296CB68291FE}" presName="spacerL" presStyleCnt="0"/>
      <dgm:spPr/>
    </dgm:pt>
    <dgm:pt modelId="{40F69E20-C819-4720-B524-56A18A25E68B}" type="pres">
      <dgm:prSet presAssocID="{6A79F67C-6125-4748-A031-296CB68291FE}" presName="sibTrans" presStyleLbl="sibTrans2D1" presStyleIdx="1" presStyleCnt="3"/>
      <dgm:spPr/>
    </dgm:pt>
    <dgm:pt modelId="{75863CCB-9A24-4EFB-9794-8676DFEA5714}" type="pres">
      <dgm:prSet presAssocID="{6A79F67C-6125-4748-A031-296CB68291FE}" presName="spacerR" presStyleCnt="0"/>
      <dgm:spPr/>
    </dgm:pt>
    <dgm:pt modelId="{0982637F-7800-47B7-8F18-290CD95F1DE9}" type="pres">
      <dgm:prSet presAssocID="{224E01AB-8A54-45BA-A2B1-9DE5250B1D4E}" presName="node" presStyleLbl="node1" presStyleIdx="2" presStyleCnt="4">
        <dgm:presLayoutVars>
          <dgm:bulletEnabled val="1"/>
        </dgm:presLayoutVars>
      </dgm:prSet>
      <dgm:spPr/>
    </dgm:pt>
    <dgm:pt modelId="{1CCD3307-FA84-4776-BCEC-0157F4A2862A}" type="pres">
      <dgm:prSet presAssocID="{57FB3AA4-BF5F-4B1B-9EE9-28D40ABD9603}" presName="spacerL" presStyleCnt="0"/>
      <dgm:spPr/>
    </dgm:pt>
    <dgm:pt modelId="{6B244FA3-A4AC-4406-929E-12DA942916FC}" type="pres">
      <dgm:prSet presAssocID="{57FB3AA4-BF5F-4B1B-9EE9-28D40ABD9603}" presName="sibTrans" presStyleLbl="sibTrans2D1" presStyleIdx="2" presStyleCnt="3"/>
      <dgm:spPr/>
    </dgm:pt>
    <dgm:pt modelId="{C53DFF6F-B0A9-4EDD-9F27-21B97E59B89D}" type="pres">
      <dgm:prSet presAssocID="{57FB3AA4-BF5F-4B1B-9EE9-28D40ABD9603}" presName="spacerR" presStyleCnt="0"/>
      <dgm:spPr/>
    </dgm:pt>
    <dgm:pt modelId="{E1978ECE-AA25-4D00-9A61-16CE0EF2BE80}" type="pres">
      <dgm:prSet presAssocID="{D65DC1C8-8480-4318-B99E-5E84FE85AF61}" presName="node" presStyleLbl="node1" presStyleIdx="3" presStyleCnt="4">
        <dgm:presLayoutVars>
          <dgm:bulletEnabled val="1"/>
        </dgm:presLayoutVars>
      </dgm:prSet>
      <dgm:spPr/>
    </dgm:pt>
  </dgm:ptLst>
  <dgm:cxnLst>
    <dgm:cxn modelId="{F7169D11-E7C7-454A-9981-075AFA3151F5}" srcId="{182A26B3-C3F7-4A75-BD52-B83AEA8A7AC0}" destId="{224E01AB-8A54-45BA-A2B1-9DE5250B1D4E}" srcOrd="2" destOrd="0" parTransId="{D532BE93-5EA0-40CA-90BD-D2465CDCDD0E}" sibTransId="{57FB3AA4-BF5F-4B1B-9EE9-28D40ABD9603}"/>
    <dgm:cxn modelId="{BA6DF728-36A6-47E3-9414-AEEEA4CE37A8}" type="presOf" srcId="{C1838DB7-B64B-4573-ACFF-DC1D696482AA}" destId="{68488C93-7C00-4A71-A496-1E23B6291455}" srcOrd="0" destOrd="0" presId="urn:microsoft.com/office/officeart/2005/8/layout/equation1"/>
    <dgm:cxn modelId="{4A758A29-31A4-481F-9F6F-D82B2A30B515}" type="presOf" srcId="{74DCFB1B-E61E-4BB3-ABDC-0B56F98173C5}" destId="{AFDD0777-14C2-4AF3-AB7D-2D416921EB8F}" srcOrd="0" destOrd="0" presId="urn:microsoft.com/office/officeart/2005/8/layout/equation1"/>
    <dgm:cxn modelId="{39029050-8EA4-42AA-ABE2-5969BC82E4BF}" srcId="{182A26B3-C3F7-4A75-BD52-B83AEA8A7AC0}" destId="{74DCFB1B-E61E-4BB3-ABDC-0B56F98173C5}" srcOrd="0" destOrd="0" parTransId="{29512696-95FD-471D-AE9A-79C0211DC6CA}" sibTransId="{C1838DB7-B64B-4573-ACFF-DC1D696482AA}"/>
    <dgm:cxn modelId="{27573A80-3ACE-47DF-A3F3-970F07F6A8EC}" srcId="{182A26B3-C3F7-4A75-BD52-B83AEA8A7AC0}" destId="{D65DC1C8-8480-4318-B99E-5E84FE85AF61}" srcOrd="3" destOrd="0" parTransId="{35BE7B53-93E9-4C63-9C8B-318D3EB82705}" sibTransId="{2853F3CF-DE70-4FB8-89B5-1C27A8C24E15}"/>
    <dgm:cxn modelId="{CDCA5E86-5A7F-4651-8D24-A548A1E680AC}" srcId="{182A26B3-C3F7-4A75-BD52-B83AEA8A7AC0}" destId="{34E35245-AF1A-49C5-AFB4-3CE5768ED6DA}" srcOrd="1" destOrd="0" parTransId="{82BF1483-7002-4700-8B2D-AABBA435E616}" sibTransId="{6A79F67C-6125-4748-A031-296CB68291FE}"/>
    <dgm:cxn modelId="{1B793292-9281-4B1B-8778-FB7DD2B1EAF0}" type="presOf" srcId="{57FB3AA4-BF5F-4B1B-9EE9-28D40ABD9603}" destId="{6B244FA3-A4AC-4406-929E-12DA942916FC}" srcOrd="0" destOrd="0" presId="urn:microsoft.com/office/officeart/2005/8/layout/equation1"/>
    <dgm:cxn modelId="{FEC57399-B97F-497D-9D89-8C25CBB3A049}" type="presOf" srcId="{224E01AB-8A54-45BA-A2B1-9DE5250B1D4E}" destId="{0982637F-7800-47B7-8F18-290CD95F1DE9}" srcOrd="0" destOrd="0" presId="urn:microsoft.com/office/officeart/2005/8/layout/equation1"/>
    <dgm:cxn modelId="{5A1A32AB-46B6-4FFF-A573-5373E5A16B04}" type="presOf" srcId="{6A79F67C-6125-4748-A031-296CB68291FE}" destId="{40F69E20-C819-4720-B524-56A18A25E68B}" srcOrd="0" destOrd="0" presId="urn:microsoft.com/office/officeart/2005/8/layout/equation1"/>
    <dgm:cxn modelId="{9844ADC3-6FCE-4C0B-A8C5-6A7C5DB6427B}" type="presOf" srcId="{D65DC1C8-8480-4318-B99E-5E84FE85AF61}" destId="{E1978ECE-AA25-4D00-9A61-16CE0EF2BE80}" srcOrd="0" destOrd="0" presId="urn:microsoft.com/office/officeart/2005/8/layout/equation1"/>
    <dgm:cxn modelId="{355B9BC9-8E3E-4448-8BFC-BFB75C10E0C9}" type="presOf" srcId="{182A26B3-C3F7-4A75-BD52-B83AEA8A7AC0}" destId="{6F38D4FD-0B9D-4CC8-9952-F01AF75422B3}" srcOrd="0" destOrd="0" presId="urn:microsoft.com/office/officeart/2005/8/layout/equation1"/>
    <dgm:cxn modelId="{C90D63DD-10AD-444D-A14C-928764C2C289}" type="presOf" srcId="{34E35245-AF1A-49C5-AFB4-3CE5768ED6DA}" destId="{7F01447F-3555-4174-9A12-19B7D3A87C42}" srcOrd="0" destOrd="0" presId="urn:microsoft.com/office/officeart/2005/8/layout/equation1"/>
    <dgm:cxn modelId="{2DC434A4-9A39-4B9C-B35C-53F61CFC5C6A}" type="presParOf" srcId="{6F38D4FD-0B9D-4CC8-9952-F01AF75422B3}" destId="{AFDD0777-14C2-4AF3-AB7D-2D416921EB8F}" srcOrd="0" destOrd="0" presId="urn:microsoft.com/office/officeart/2005/8/layout/equation1"/>
    <dgm:cxn modelId="{ACDCCDC1-E507-40C2-ABF9-E13023D15A29}" type="presParOf" srcId="{6F38D4FD-0B9D-4CC8-9952-F01AF75422B3}" destId="{84F91482-5A39-4BA9-A4AE-8D27847A1EFD}" srcOrd="1" destOrd="0" presId="urn:microsoft.com/office/officeart/2005/8/layout/equation1"/>
    <dgm:cxn modelId="{6EEA34ED-5C2B-4ABC-A3E3-0AD78AA78D60}" type="presParOf" srcId="{6F38D4FD-0B9D-4CC8-9952-F01AF75422B3}" destId="{68488C93-7C00-4A71-A496-1E23B6291455}" srcOrd="2" destOrd="0" presId="urn:microsoft.com/office/officeart/2005/8/layout/equation1"/>
    <dgm:cxn modelId="{1DC00F6C-5357-4CDF-B87F-0EC743C28401}" type="presParOf" srcId="{6F38D4FD-0B9D-4CC8-9952-F01AF75422B3}" destId="{82AF62C7-BF57-46DC-9B99-9BC817A63431}" srcOrd="3" destOrd="0" presId="urn:microsoft.com/office/officeart/2005/8/layout/equation1"/>
    <dgm:cxn modelId="{353518DF-724B-46AD-B98D-D7CCC1087FD5}" type="presParOf" srcId="{6F38D4FD-0B9D-4CC8-9952-F01AF75422B3}" destId="{7F01447F-3555-4174-9A12-19B7D3A87C42}" srcOrd="4" destOrd="0" presId="urn:microsoft.com/office/officeart/2005/8/layout/equation1"/>
    <dgm:cxn modelId="{3C38DDE1-3C05-46D4-AABD-D169B1785E7A}" type="presParOf" srcId="{6F38D4FD-0B9D-4CC8-9952-F01AF75422B3}" destId="{515C159D-9594-425A-AE0F-67A808F00E04}" srcOrd="5" destOrd="0" presId="urn:microsoft.com/office/officeart/2005/8/layout/equation1"/>
    <dgm:cxn modelId="{FECA9097-930A-47DB-ACCF-0463E1AACAA7}" type="presParOf" srcId="{6F38D4FD-0B9D-4CC8-9952-F01AF75422B3}" destId="{40F69E20-C819-4720-B524-56A18A25E68B}" srcOrd="6" destOrd="0" presId="urn:microsoft.com/office/officeart/2005/8/layout/equation1"/>
    <dgm:cxn modelId="{D505B04B-D839-4041-88BF-98CF4218B049}" type="presParOf" srcId="{6F38D4FD-0B9D-4CC8-9952-F01AF75422B3}" destId="{75863CCB-9A24-4EFB-9794-8676DFEA5714}" srcOrd="7" destOrd="0" presId="urn:microsoft.com/office/officeart/2005/8/layout/equation1"/>
    <dgm:cxn modelId="{0AEE1CD6-074D-4CE8-8BB6-F650BF5C67ED}" type="presParOf" srcId="{6F38D4FD-0B9D-4CC8-9952-F01AF75422B3}" destId="{0982637F-7800-47B7-8F18-290CD95F1DE9}" srcOrd="8" destOrd="0" presId="urn:microsoft.com/office/officeart/2005/8/layout/equation1"/>
    <dgm:cxn modelId="{013FC11B-A934-4B89-8ABC-9A9C972EDEE6}" type="presParOf" srcId="{6F38D4FD-0B9D-4CC8-9952-F01AF75422B3}" destId="{1CCD3307-FA84-4776-BCEC-0157F4A2862A}" srcOrd="9" destOrd="0" presId="urn:microsoft.com/office/officeart/2005/8/layout/equation1"/>
    <dgm:cxn modelId="{088246EB-0F5A-4EAA-9410-A701B812508C}" type="presParOf" srcId="{6F38D4FD-0B9D-4CC8-9952-F01AF75422B3}" destId="{6B244FA3-A4AC-4406-929E-12DA942916FC}" srcOrd="10" destOrd="0" presId="urn:microsoft.com/office/officeart/2005/8/layout/equation1"/>
    <dgm:cxn modelId="{F483D042-55C4-4808-B5EC-C9154F5924FB}" type="presParOf" srcId="{6F38D4FD-0B9D-4CC8-9952-F01AF75422B3}" destId="{C53DFF6F-B0A9-4EDD-9F27-21B97E59B89D}" srcOrd="11" destOrd="0" presId="urn:microsoft.com/office/officeart/2005/8/layout/equation1"/>
    <dgm:cxn modelId="{157F7522-3642-4362-8AAB-F87CE4C98751}" type="presParOf" srcId="{6F38D4FD-0B9D-4CC8-9952-F01AF75422B3}" destId="{E1978ECE-AA25-4D00-9A61-16CE0EF2BE80}" srcOrd="12" destOrd="0" presId="urn:microsoft.com/office/officeart/2005/8/layout/equati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4B93BC-1A51-464E-BFA2-971D0FC52791}" type="doc">
      <dgm:prSet loTypeId="urn:microsoft.com/office/officeart/2005/8/layout/process1" loCatId="process" qsTypeId="urn:microsoft.com/office/officeart/2005/8/quickstyle/simple1" qsCatId="simple" csTypeId="urn:microsoft.com/office/officeart/2005/8/colors/accent3_2" csCatId="accent3"/>
      <dgm:spPr/>
      <dgm:t>
        <a:bodyPr/>
        <a:lstStyle/>
        <a:p>
          <a:endParaRPr lang="en-IN"/>
        </a:p>
      </dgm:t>
    </dgm:pt>
    <dgm:pt modelId="{11CB16A1-0EBD-493F-A6EE-827DE1BBF453}">
      <dgm:prSet/>
      <dgm:spPr/>
      <dgm:t>
        <a:bodyPr/>
        <a:lstStyle/>
        <a:p>
          <a:r>
            <a:rPr lang="en-US"/>
            <a:t>Industrial Sensor Features</a:t>
          </a:r>
          <a:endParaRPr lang="en-IN"/>
        </a:p>
      </dgm:t>
    </dgm:pt>
    <dgm:pt modelId="{89D4EC2A-C4CC-48DD-A005-A868AE829587}" type="parTrans" cxnId="{9C44E642-3192-49F7-9714-3AE9EC78ACDA}">
      <dgm:prSet/>
      <dgm:spPr/>
      <dgm:t>
        <a:bodyPr/>
        <a:lstStyle/>
        <a:p>
          <a:endParaRPr lang="en-IN"/>
        </a:p>
      </dgm:t>
    </dgm:pt>
    <dgm:pt modelId="{3BB4F744-1D60-47B2-B286-AEF32B9C706F}" type="sibTrans" cxnId="{9C44E642-3192-49F7-9714-3AE9EC78ACDA}">
      <dgm:prSet/>
      <dgm:spPr/>
      <dgm:t>
        <a:bodyPr/>
        <a:lstStyle/>
        <a:p>
          <a:endParaRPr lang="en-IN"/>
        </a:p>
      </dgm:t>
    </dgm:pt>
    <dgm:pt modelId="{FB1FF940-FD2C-409F-9883-AADC3662001F}">
      <dgm:prSet/>
      <dgm:spPr/>
      <dgm:t>
        <a:bodyPr/>
        <a:lstStyle/>
        <a:p>
          <a:r>
            <a:rPr lang="en-US"/>
            <a:t>Random Forest Regressor</a:t>
          </a:r>
          <a:endParaRPr lang="en-IN"/>
        </a:p>
      </dgm:t>
    </dgm:pt>
    <dgm:pt modelId="{5D099555-CA18-4390-B9C9-36024803CD08}" type="parTrans" cxnId="{37AF9F36-2B43-4BA7-9538-194022D85A07}">
      <dgm:prSet/>
      <dgm:spPr/>
      <dgm:t>
        <a:bodyPr/>
        <a:lstStyle/>
        <a:p>
          <a:endParaRPr lang="en-IN"/>
        </a:p>
      </dgm:t>
    </dgm:pt>
    <dgm:pt modelId="{531247CA-4751-4B0D-B77F-ABD58153E7AA}" type="sibTrans" cxnId="{37AF9F36-2B43-4BA7-9538-194022D85A07}">
      <dgm:prSet/>
      <dgm:spPr/>
      <dgm:t>
        <a:bodyPr/>
        <a:lstStyle/>
        <a:p>
          <a:endParaRPr lang="en-IN"/>
        </a:p>
      </dgm:t>
    </dgm:pt>
    <dgm:pt modelId="{A8B8FE33-1B32-421E-8A99-D63CF6796B8C}">
      <dgm:prSet/>
      <dgm:spPr/>
      <dgm:t>
        <a:bodyPr/>
        <a:lstStyle/>
        <a:p>
          <a:r>
            <a:rPr lang="en-US"/>
            <a:t>Predicted Quality Score</a:t>
          </a:r>
          <a:endParaRPr lang="en-IN"/>
        </a:p>
      </dgm:t>
    </dgm:pt>
    <dgm:pt modelId="{CF7E6DCF-F3BA-430A-98BB-6112BCF1F7B6}" type="parTrans" cxnId="{FAAD4FA2-0B73-46F1-A999-92C30FAE3AD3}">
      <dgm:prSet/>
      <dgm:spPr/>
      <dgm:t>
        <a:bodyPr/>
        <a:lstStyle/>
        <a:p>
          <a:endParaRPr lang="en-IN"/>
        </a:p>
      </dgm:t>
    </dgm:pt>
    <dgm:pt modelId="{BDB1066A-859A-4AD8-A54D-C533475BECAC}" type="sibTrans" cxnId="{FAAD4FA2-0B73-46F1-A999-92C30FAE3AD3}">
      <dgm:prSet/>
      <dgm:spPr/>
      <dgm:t>
        <a:bodyPr/>
        <a:lstStyle/>
        <a:p>
          <a:endParaRPr lang="en-IN"/>
        </a:p>
      </dgm:t>
    </dgm:pt>
    <dgm:pt modelId="{DFB79D2C-75A5-4D7F-9DAA-077B9FB39A67}" type="pres">
      <dgm:prSet presAssocID="{1C4B93BC-1A51-464E-BFA2-971D0FC52791}" presName="Name0" presStyleCnt="0">
        <dgm:presLayoutVars>
          <dgm:dir/>
          <dgm:resizeHandles val="exact"/>
        </dgm:presLayoutVars>
      </dgm:prSet>
      <dgm:spPr/>
    </dgm:pt>
    <dgm:pt modelId="{65B79CB1-E178-4FDA-93BD-24B10EB16B1F}" type="pres">
      <dgm:prSet presAssocID="{11CB16A1-0EBD-493F-A6EE-827DE1BBF453}" presName="node" presStyleLbl="node1" presStyleIdx="0" presStyleCnt="3">
        <dgm:presLayoutVars>
          <dgm:bulletEnabled val="1"/>
        </dgm:presLayoutVars>
      </dgm:prSet>
      <dgm:spPr/>
    </dgm:pt>
    <dgm:pt modelId="{D3A6E09E-E8F7-48BD-93BE-18943DA6BDDC}" type="pres">
      <dgm:prSet presAssocID="{3BB4F744-1D60-47B2-B286-AEF32B9C706F}" presName="sibTrans" presStyleLbl="sibTrans2D1" presStyleIdx="0" presStyleCnt="2"/>
      <dgm:spPr/>
    </dgm:pt>
    <dgm:pt modelId="{924140EA-B6B4-42F3-9FF3-7F8A42E0F532}" type="pres">
      <dgm:prSet presAssocID="{3BB4F744-1D60-47B2-B286-AEF32B9C706F}" presName="connectorText" presStyleLbl="sibTrans2D1" presStyleIdx="0" presStyleCnt="2"/>
      <dgm:spPr/>
    </dgm:pt>
    <dgm:pt modelId="{C86B96BB-436E-4556-97BB-3146E8E598E5}" type="pres">
      <dgm:prSet presAssocID="{FB1FF940-FD2C-409F-9883-AADC3662001F}" presName="node" presStyleLbl="node1" presStyleIdx="1" presStyleCnt="3">
        <dgm:presLayoutVars>
          <dgm:bulletEnabled val="1"/>
        </dgm:presLayoutVars>
      </dgm:prSet>
      <dgm:spPr/>
    </dgm:pt>
    <dgm:pt modelId="{2DC66182-DF6A-41EA-81BC-7986EC79ABFA}" type="pres">
      <dgm:prSet presAssocID="{531247CA-4751-4B0D-B77F-ABD58153E7AA}" presName="sibTrans" presStyleLbl="sibTrans2D1" presStyleIdx="1" presStyleCnt="2"/>
      <dgm:spPr/>
    </dgm:pt>
    <dgm:pt modelId="{A7F75DF6-24EF-45DD-AC5C-A618DD553EAD}" type="pres">
      <dgm:prSet presAssocID="{531247CA-4751-4B0D-B77F-ABD58153E7AA}" presName="connectorText" presStyleLbl="sibTrans2D1" presStyleIdx="1" presStyleCnt="2"/>
      <dgm:spPr/>
    </dgm:pt>
    <dgm:pt modelId="{2F4FB65D-CC3E-4E0D-BE7C-0FC8726E0025}" type="pres">
      <dgm:prSet presAssocID="{A8B8FE33-1B32-421E-8A99-D63CF6796B8C}" presName="node" presStyleLbl="node1" presStyleIdx="2" presStyleCnt="3">
        <dgm:presLayoutVars>
          <dgm:bulletEnabled val="1"/>
        </dgm:presLayoutVars>
      </dgm:prSet>
      <dgm:spPr/>
    </dgm:pt>
  </dgm:ptLst>
  <dgm:cxnLst>
    <dgm:cxn modelId="{B703F11A-8812-4580-AB60-EF744E2FBB60}" type="presOf" srcId="{11CB16A1-0EBD-493F-A6EE-827DE1BBF453}" destId="{65B79CB1-E178-4FDA-93BD-24B10EB16B1F}" srcOrd="0" destOrd="0" presId="urn:microsoft.com/office/officeart/2005/8/layout/process1"/>
    <dgm:cxn modelId="{49CA572C-3A62-4E4C-8ACF-FDB3935A5759}" type="presOf" srcId="{3BB4F744-1D60-47B2-B286-AEF32B9C706F}" destId="{D3A6E09E-E8F7-48BD-93BE-18943DA6BDDC}" srcOrd="0" destOrd="0" presId="urn:microsoft.com/office/officeart/2005/8/layout/process1"/>
    <dgm:cxn modelId="{37AF9F36-2B43-4BA7-9538-194022D85A07}" srcId="{1C4B93BC-1A51-464E-BFA2-971D0FC52791}" destId="{FB1FF940-FD2C-409F-9883-AADC3662001F}" srcOrd="1" destOrd="0" parTransId="{5D099555-CA18-4390-B9C9-36024803CD08}" sibTransId="{531247CA-4751-4B0D-B77F-ABD58153E7AA}"/>
    <dgm:cxn modelId="{BB473862-EF7C-4BE2-AEE3-B95BD429B866}" type="presOf" srcId="{531247CA-4751-4B0D-B77F-ABD58153E7AA}" destId="{2DC66182-DF6A-41EA-81BC-7986EC79ABFA}" srcOrd="0" destOrd="0" presId="urn:microsoft.com/office/officeart/2005/8/layout/process1"/>
    <dgm:cxn modelId="{9C44E642-3192-49F7-9714-3AE9EC78ACDA}" srcId="{1C4B93BC-1A51-464E-BFA2-971D0FC52791}" destId="{11CB16A1-0EBD-493F-A6EE-827DE1BBF453}" srcOrd="0" destOrd="0" parTransId="{89D4EC2A-C4CC-48DD-A005-A868AE829587}" sibTransId="{3BB4F744-1D60-47B2-B286-AEF32B9C706F}"/>
    <dgm:cxn modelId="{BB3B0E67-772C-4C92-9AFD-DEBB5F7ED358}" type="presOf" srcId="{531247CA-4751-4B0D-B77F-ABD58153E7AA}" destId="{A7F75DF6-24EF-45DD-AC5C-A618DD553EAD}" srcOrd="1" destOrd="0" presId="urn:microsoft.com/office/officeart/2005/8/layout/process1"/>
    <dgm:cxn modelId="{D8A01992-5BA0-4666-AAFF-F294098885A8}" type="presOf" srcId="{FB1FF940-FD2C-409F-9883-AADC3662001F}" destId="{C86B96BB-436E-4556-97BB-3146E8E598E5}" srcOrd="0" destOrd="0" presId="urn:microsoft.com/office/officeart/2005/8/layout/process1"/>
    <dgm:cxn modelId="{B4086B96-426E-42CC-AD3B-8DC00BFAD3CB}" type="presOf" srcId="{A8B8FE33-1B32-421E-8A99-D63CF6796B8C}" destId="{2F4FB65D-CC3E-4E0D-BE7C-0FC8726E0025}" srcOrd="0" destOrd="0" presId="urn:microsoft.com/office/officeart/2005/8/layout/process1"/>
    <dgm:cxn modelId="{FAAD4FA2-0B73-46F1-A999-92C30FAE3AD3}" srcId="{1C4B93BC-1A51-464E-BFA2-971D0FC52791}" destId="{A8B8FE33-1B32-421E-8A99-D63CF6796B8C}" srcOrd="2" destOrd="0" parTransId="{CF7E6DCF-F3BA-430A-98BB-6112BCF1F7B6}" sibTransId="{BDB1066A-859A-4AD8-A54D-C533475BECAC}"/>
    <dgm:cxn modelId="{1C2B4ABF-A7BC-404D-8155-3D717E283D8A}" type="presOf" srcId="{3BB4F744-1D60-47B2-B286-AEF32B9C706F}" destId="{924140EA-B6B4-42F3-9FF3-7F8A42E0F532}" srcOrd="1" destOrd="0" presId="urn:microsoft.com/office/officeart/2005/8/layout/process1"/>
    <dgm:cxn modelId="{477C54FE-7D8F-4235-BE1B-2E05B5581C27}" type="presOf" srcId="{1C4B93BC-1A51-464E-BFA2-971D0FC52791}" destId="{DFB79D2C-75A5-4D7F-9DAA-077B9FB39A67}" srcOrd="0" destOrd="0" presId="urn:microsoft.com/office/officeart/2005/8/layout/process1"/>
    <dgm:cxn modelId="{E9B96A22-FF2D-4FDA-B259-856654DE9F82}" type="presParOf" srcId="{DFB79D2C-75A5-4D7F-9DAA-077B9FB39A67}" destId="{65B79CB1-E178-4FDA-93BD-24B10EB16B1F}" srcOrd="0" destOrd="0" presId="urn:microsoft.com/office/officeart/2005/8/layout/process1"/>
    <dgm:cxn modelId="{6A8F4627-09B2-4165-A54B-65FD5EE0D9CD}" type="presParOf" srcId="{DFB79D2C-75A5-4D7F-9DAA-077B9FB39A67}" destId="{D3A6E09E-E8F7-48BD-93BE-18943DA6BDDC}" srcOrd="1" destOrd="0" presId="urn:microsoft.com/office/officeart/2005/8/layout/process1"/>
    <dgm:cxn modelId="{EC5DD3E8-C9F1-470A-A73D-89075DEA3E51}" type="presParOf" srcId="{D3A6E09E-E8F7-48BD-93BE-18943DA6BDDC}" destId="{924140EA-B6B4-42F3-9FF3-7F8A42E0F532}" srcOrd="0" destOrd="0" presId="urn:microsoft.com/office/officeart/2005/8/layout/process1"/>
    <dgm:cxn modelId="{40AFA9CC-88BD-48C9-A98B-629A73673869}" type="presParOf" srcId="{DFB79D2C-75A5-4D7F-9DAA-077B9FB39A67}" destId="{C86B96BB-436E-4556-97BB-3146E8E598E5}" srcOrd="2" destOrd="0" presId="urn:microsoft.com/office/officeart/2005/8/layout/process1"/>
    <dgm:cxn modelId="{92266F95-08AC-46F2-B763-DF185AE3E3E3}" type="presParOf" srcId="{DFB79D2C-75A5-4D7F-9DAA-077B9FB39A67}" destId="{2DC66182-DF6A-41EA-81BC-7986EC79ABFA}" srcOrd="3" destOrd="0" presId="urn:microsoft.com/office/officeart/2005/8/layout/process1"/>
    <dgm:cxn modelId="{13E97EEC-3BAA-4105-A436-2A67F5C95F5C}" type="presParOf" srcId="{2DC66182-DF6A-41EA-81BC-7986EC79ABFA}" destId="{A7F75DF6-24EF-45DD-AC5C-A618DD553EAD}" srcOrd="0" destOrd="0" presId="urn:microsoft.com/office/officeart/2005/8/layout/process1"/>
    <dgm:cxn modelId="{AF95B3B1-4F10-4077-AA41-BC9C8476B675}" type="presParOf" srcId="{DFB79D2C-75A5-4D7F-9DAA-077B9FB39A67}" destId="{2F4FB65D-CC3E-4E0D-BE7C-0FC8726E0025}"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748CE2-6CDD-4FE4-9B38-A9FC8BDC1217}">
      <dsp:nvSpPr>
        <dsp:cNvPr id="0" name=""/>
        <dsp:cNvSpPr/>
      </dsp:nvSpPr>
      <dsp:spPr>
        <a:xfrm>
          <a:off x="0" y="359"/>
          <a:ext cx="5484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838CB9-D9F6-407B-A35E-7DCA3C8F01A2}">
      <dsp:nvSpPr>
        <dsp:cNvPr id="0" name=""/>
        <dsp:cNvSpPr/>
      </dsp:nvSpPr>
      <dsp:spPr>
        <a:xfrm>
          <a:off x="0" y="359"/>
          <a:ext cx="5484009" cy="420308"/>
        </a:xfrm>
        <a:prstGeom prst="rect">
          <a:avLst/>
        </a:prstGeom>
        <a:noFill/>
        <a:ln>
          <a:solidFill>
            <a:srgbClr val="44318D"/>
          </a:solid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World Class Training Solutions</a:t>
          </a:r>
          <a:endParaRPr lang="en-US" sz="1200" kern="1200" dirty="0"/>
        </a:p>
      </dsp:txBody>
      <dsp:txXfrm>
        <a:off x="0" y="359"/>
        <a:ext cx="5484009" cy="420308"/>
      </dsp:txXfrm>
    </dsp:sp>
    <dsp:sp modelId="{9DB0CBAF-CE76-4C97-BA92-AA63DD558B5C}">
      <dsp:nvSpPr>
        <dsp:cNvPr id="0" name=""/>
        <dsp:cNvSpPr/>
      </dsp:nvSpPr>
      <dsp:spPr>
        <a:xfrm>
          <a:off x="0" y="420668"/>
          <a:ext cx="5484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787246-CF00-4E9B-B62F-E434B4D5C5A4}">
      <dsp:nvSpPr>
        <dsp:cNvPr id="0" name=""/>
        <dsp:cNvSpPr/>
      </dsp:nvSpPr>
      <dsp:spPr>
        <a:xfrm>
          <a:off x="0" y="420668"/>
          <a:ext cx="5484009" cy="420308"/>
        </a:xfrm>
        <a:prstGeom prst="rect">
          <a:avLst/>
        </a:prstGeom>
        <a:noFill/>
        <a:ln>
          <a:solidFill>
            <a:srgbClr val="44318D"/>
          </a:solid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Subject Matter Experts</a:t>
          </a:r>
          <a:endParaRPr lang="en-US" sz="1200" kern="1200" dirty="0"/>
        </a:p>
      </dsp:txBody>
      <dsp:txXfrm>
        <a:off x="0" y="420668"/>
        <a:ext cx="5484009" cy="420308"/>
      </dsp:txXfrm>
    </dsp:sp>
    <dsp:sp modelId="{F7B9C6FF-FB2D-4910-90C6-7157AFBD1825}">
      <dsp:nvSpPr>
        <dsp:cNvPr id="0" name=""/>
        <dsp:cNvSpPr/>
      </dsp:nvSpPr>
      <dsp:spPr>
        <a:xfrm>
          <a:off x="0" y="840976"/>
          <a:ext cx="5484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8A30D-C7AF-4AD8-81DE-B3FC8A70AC1A}">
      <dsp:nvSpPr>
        <dsp:cNvPr id="0" name=""/>
        <dsp:cNvSpPr/>
      </dsp:nvSpPr>
      <dsp:spPr>
        <a:xfrm>
          <a:off x="0" y="840976"/>
          <a:ext cx="5484009" cy="420308"/>
        </a:xfrm>
        <a:prstGeom prst="rect">
          <a:avLst/>
        </a:prstGeom>
        <a:noFill/>
        <a:ln>
          <a:solidFill>
            <a:srgbClr val="44318D"/>
          </a:solid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Highest Quality Training Material</a:t>
          </a:r>
          <a:endParaRPr lang="en-US" sz="1200" kern="1200" dirty="0"/>
        </a:p>
      </dsp:txBody>
      <dsp:txXfrm>
        <a:off x="0" y="840976"/>
        <a:ext cx="5484009" cy="420308"/>
      </dsp:txXfrm>
    </dsp:sp>
    <dsp:sp modelId="{B0FABD24-3878-4FDF-B5D4-056F4F7E24D6}">
      <dsp:nvSpPr>
        <dsp:cNvPr id="0" name=""/>
        <dsp:cNvSpPr/>
      </dsp:nvSpPr>
      <dsp:spPr>
        <a:xfrm>
          <a:off x="0" y="1261285"/>
          <a:ext cx="5484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D92AC0-1CC4-4F00-B395-F0E612651EC1}">
      <dsp:nvSpPr>
        <dsp:cNvPr id="0" name=""/>
        <dsp:cNvSpPr/>
      </dsp:nvSpPr>
      <dsp:spPr>
        <a:xfrm>
          <a:off x="0" y="1261285"/>
          <a:ext cx="5484009" cy="420308"/>
        </a:xfrm>
        <a:prstGeom prst="rect">
          <a:avLst/>
        </a:prstGeom>
        <a:noFill/>
        <a:ln>
          <a:solidFill>
            <a:srgbClr val="44318D"/>
          </a:solid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Accelerated Learning Techniques</a:t>
          </a:r>
          <a:endParaRPr lang="en-US" sz="1200" kern="1200" dirty="0"/>
        </a:p>
      </dsp:txBody>
      <dsp:txXfrm>
        <a:off x="0" y="1261285"/>
        <a:ext cx="5484009" cy="420308"/>
      </dsp:txXfrm>
    </dsp:sp>
    <dsp:sp modelId="{F19E312A-2FEA-4C14-A838-865956443B5A}">
      <dsp:nvSpPr>
        <dsp:cNvPr id="0" name=""/>
        <dsp:cNvSpPr/>
      </dsp:nvSpPr>
      <dsp:spPr>
        <a:xfrm>
          <a:off x="0" y="1681594"/>
          <a:ext cx="5484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17C654-B083-48E6-9971-41FDED715DE7}">
      <dsp:nvSpPr>
        <dsp:cNvPr id="0" name=""/>
        <dsp:cNvSpPr/>
      </dsp:nvSpPr>
      <dsp:spPr>
        <a:xfrm>
          <a:off x="0" y="1681594"/>
          <a:ext cx="5484009" cy="420308"/>
        </a:xfrm>
        <a:prstGeom prst="rect">
          <a:avLst/>
        </a:prstGeom>
        <a:noFill/>
        <a:ln>
          <a:solidFill>
            <a:srgbClr val="44318D"/>
          </a:solid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Project, Programme, and Change Management, ITIL® Consultancy</a:t>
          </a:r>
          <a:endParaRPr lang="en-US" sz="1200" kern="1200" dirty="0"/>
        </a:p>
      </dsp:txBody>
      <dsp:txXfrm>
        <a:off x="0" y="1681594"/>
        <a:ext cx="5484009" cy="420308"/>
      </dsp:txXfrm>
    </dsp:sp>
    <dsp:sp modelId="{30DB5229-5816-45F8-AA45-4FC1433D530A}">
      <dsp:nvSpPr>
        <dsp:cNvPr id="0" name=""/>
        <dsp:cNvSpPr/>
      </dsp:nvSpPr>
      <dsp:spPr>
        <a:xfrm>
          <a:off x="0" y="2101903"/>
          <a:ext cx="5484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793599-4F5F-4260-A03F-537FD629306B}">
      <dsp:nvSpPr>
        <dsp:cNvPr id="0" name=""/>
        <dsp:cNvSpPr/>
      </dsp:nvSpPr>
      <dsp:spPr>
        <a:xfrm>
          <a:off x="0" y="2101903"/>
          <a:ext cx="5484009" cy="420308"/>
        </a:xfrm>
        <a:prstGeom prst="rect">
          <a:avLst/>
        </a:prstGeom>
        <a:noFill/>
        <a:ln>
          <a:solidFill>
            <a:srgbClr val="44318D"/>
          </a:solid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Bespoke Tailor Made Training Solutions</a:t>
          </a:r>
          <a:endParaRPr lang="en-US" sz="1200" kern="1200" dirty="0"/>
        </a:p>
      </dsp:txBody>
      <dsp:txXfrm>
        <a:off x="0" y="2101903"/>
        <a:ext cx="5484009" cy="420308"/>
      </dsp:txXfrm>
    </dsp:sp>
    <dsp:sp modelId="{4AC36E7B-CE6A-4BA6-AC32-F0993376B1B5}">
      <dsp:nvSpPr>
        <dsp:cNvPr id="0" name=""/>
        <dsp:cNvSpPr/>
      </dsp:nvSpPr>
      <dsp:spPr>
        <a:xfrm>
          <a:off x="0" y="2522211"/>
          <a:ext cx="548400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58748F-6F48-45C9-84D7-594A580E411F}">
      <dsp:nvSpPr>
        <dsp:cNvPr id="0" name=""/>
        <dsp:cNvSpPr/>
      </dsp:nvSpPr>
      <dsp:spPr>
        <a:xfrm>
          <a:off x="0" y="2522211"/>
          <a:ext cx="5484009" cy="420308"/>
        </a:xfrm>
        <a:prstGeom prst="rect">
          <a:avLst/>
        </a:prstGeom>
        <a:noFill/>
        <a:ln>
          <a:solidFill>
            <a:srgbClr val="44318D"/>
          </a:solid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GB" sz="1200" b="0" i="0" kern="1200" baseline="0" dirty="0"/>
            <a:t>PRINCE2®, MSP®, ITIL®, Soft Skills, and More</a:t>
          </a:r>
          <a:endParaRPr lang="en-US" sz="1200" kern="1200" dirty="0"/>
        </a:p>
      </dsp:txBody>
      <dsp:txXfrm>
        <a:off x="0" y="2522211"/>
        <a:ext cx="5484009" cy="4203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DD0777-14C2-4AF3-AB7D-2D416921EB8F}">
      <dsp:nvSpPr>
        <dsp:cNvPr id="0" name=""/>
        <dsp:cNvSpPr/>
      </dsp:nvSpPr>
      <dsp:spPr>
        <a:xfrm>
          <a:off x="4993" y="576977"/>
          <a:ext cx="1387254" cy="1387254"/>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Current Sensor Reading</a:t>
          </a:r>
          <a:endParaRPr lang="en-IN" sz="1700" kern="1200" dirty="0"/>
        </a:p>
      </dsp:txBody>
      <dsp:txXfrm>
        <a:off x="208152" y="780136"/>
        <a:ext cx="980936" cy="980936"/>
      </dsp:txXfrm>
    </dsp:sp>
    <dsp:sp modelId="{68488C93-7C00-4A71-A496-1E23B6291455}">
      <dsp:nvSpPr>
        <dsp:cNvPr id="0" name=""/>
        <dsp:cNvSpPr/>
      </dsp:nvSpPr>
      <dsp:spPr>
        <a:xfrm>
          <a:off x="1504893" y="868300"/>
          <a:ext cx="804607" cy="804607"/>
        </a:xfrm>
        <a:prstGeom prst="mathPlus">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611544" y="1175982"/>
        <a:ext cx="591305" cy="189243"/>
      </dsp:txXfrm>
    </dsp:sp>
    <dsp:sp modelId="{7F01447F-3555-4174-9A12-19B7D3A87C42}">
      <dsp:nvSpPr>
        <dsp:cNvPr id="0" name=""/>
        <dsp:cNvSpPr/>
      </dsp:nvSpPr>
      <dsp:spPr>
        <a:xfrm>
          <a:off x="2422146" y="576977"/>
          <a:ext cx="1387254" cy="1387254"/>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Previous Sensor </a:t>
          </a:r>
          <a:r>
            <a:rPr lang="en-US" sz="1700" b="1" kern="1200" dirty="0" err="1"/>
            <a:t>Behaviour</a:t>
          </a:r>
          <a:endParaRPr lang="en-IN" sz="1700" kern="1200" dirty="0"/>
        </a:p>
      </dsp:txBody>
      <dsp:txXfrm>
        <a:off x="2625305" y="780136"/>
        <a:ext cx="980936" cy="980936"/>
      </dsp:txXfrm>
    </dsp:sp>
    <dsp:sp modelId="{40F69E20-C819-4720-B524-56A18A25E68B}">
      <dsp:nvSpPr>
        <dsp:cNvPr id="0" name=""/>
        <dsp:cNvSpPr/>
      </dsp:nvSpPr>
      <dsp:spPr>
        <a:xfrm>
          <a:off x="3922046" y="868300"/>
          <a:ext cx="804607" cy="804607"/>
        </a:xfrm>
        <a:prstGeom prst="mathPlus">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4028697" y="1175982"/>
        <a:ext cx="591305" cy="189243"/>
      </dsp:txXfrm>
    </dsp:sp>
    <dsp:sp modelId="{0982637F-7800-47B7-8F18-290CD95F1DE9}">
      <dsp:nvSpPr>
        <dsp:cNvPr id="0" name=""/>
        <dsp:cNvSpPr/>
      </dsp:nvSpPr>
      <dsp:spPr>
        <a:xfrm>
          <a:off x="4839299" y="576977"/>
          <a:ext cx="1387254" cy="1387254"/>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Previous Sensor </a:t>
          </a:r>
          <a:r>
            <a:rPr lang="en-US" sz="1700" b="1" kern="1200" dirty="0" err="1"/>
            <a:t>Behaviour</a:t>
          </a:r>
          <a:endParaRPr lang="en-IN" sz="1700" kern="1200" dirty="0"/>
        </a:p>
      </dsp:txBody>
      <dsp:txXfrm>
        <a:off x="5042458" y="780136"/>
        <a:ext cx="980936" cy="980936"/>
      </dsp:txXfrm>
    </dsp:sp>
    <dsp:sp modelId="{6B244FA3-A4AC-4406-929E-12DA942916FC}">
      <dsp:nvSpPr>
        <dsp:cNvPr id="0" name=""/>
        <dsp:cNvSpPr/>
      </dsp:nvSpPr>
      <dsp:spPr>
        <a:xfrm>
          <a:off x="6339198" y="868300"/>
          <a:ext cx="804607" cy="804607"/>
        </a:xfrm>
        <a:prstGeom prst="mathEqual">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6445849" y="1034049"/>
        <a:ext cx="591305" cy="473109"/>
      </dsp:txXfrm>
    </dsp:sp>
    <dsp:sp modelId="{E1978ECE-AA25-4D00-9A61-16CE0EF2BE80}">
      <dsp:nvSpPr>
        <dsp:cNvPr id="0" name=""/>
        <dsp:cNvSpPr/>
      </dsp:nvSpPr>
      <dsp:spPr>
        <a:xfrm>
          <a:off x="7256451" y="576977"/>
          <a:ext cx="1387254" cy="1387254"/>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IN" sz="1700" kern="1200" dirty="0"/>
        </a:p>
      </dsp:txBody>
      <dsp:txXfrm>
        <a:off x="7459610" y="780136"/>
        <a:ext cx="980936" cy="9809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79CB1-E178-4FDA-93BD-24B10EB16B1F}">
      <dsp:nvSpPr>
        <dsp:cNvPr id="0" name=""/>
        <dsp:cNvSpPr/>
      </dsp:nvSpPr>
      <dsp:spPr>
        <a:xfrm>
          <a:off x="8457" y="0"/>
          <a:ext cx="2527909" cy="64633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Industrial Sensor Features</a:t>
          </a:r>
          <a:endParaRPr lang="en-IN" sz="1700" kern="1200"/>
        </a:p>
      </dsp:txBody>
      <dsp:txXfrm>
        <a:off x="27387" y="18930"/>
        <a:ext cx="2490049" cy="608471"/>
      </dsp:txXfrm>
    </dsp:sp>
    <dsp:sp modelId="{D3A6E09E-E8F7-48BD-93BE-18943DA6BDDC}">
      <dsp:nvSpPr>
        <dsp:cNvPr id="0" name=""/>
        <dsp:cNvSpPr/>
      </dsp:nvSpPr>
      <dsp:spPr>
        <a:xfrm>
          <a:off x="2789158" y="9704"/>
          <a:ext cx="535916" cy="62692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2789158" y="135088"/>
        <a:ext cx="375141" cy="376153"/>
      </dsp:txXfrm>
    </dsp:sp>
    <dsp:sp modelId="{C86B96BB-436E-4556-97BB-3146E8E598E5}">
      <dsp:nvSpPr>
        <dsp:cNvPr id="0" name=""/>
        <dsp:cNvSpPr/>
      </dsp:nvSpPr>
      <dsp:spPr>
        <a:xfrm>
          <a:off x="3547531" y="0"/>
          <a:ext cx="2527909" cy="64633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Random Forest Regressor</a:t>
          </a:r>
          <a:endParaRPr lang="en-IN" sz="1700" kern="1200"/>
        </a:p>
      </dsp:txBody>
      <dsp:txXfrm>
        <a:off x="3566461" y="18930"/>
        <a:ext cx="2490049" cy="608471"/>
      </dsp:txXfrm>
    </dsp:sp>
    <dsp:sp modelId="{2DC66182-DF6A-41EA-81BC-7986EC79ABFA}">
      <dsp:nvSpPr>
        <dsp:cNvPr id="0" name=""/>
        <dsp:cNvSpPr/>
      </dsp:nvSpPr>
      <dsp:spPr>
        <a:xfrm>
          <a:off x="6328232" y="9704"/>
          <a:ext cx="535916" cy="62692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6328232" y="135088"/>
        <a:ext cx="375141" cy="376153"/>
      </dsp:txXfrm>
    </dsp:sp>
    <dsp:sp modelId="{2F4FB65D-CC3E-4E0D-BE7C-0FC8726E0025}">
      <dsp:nvSpPr>
        <dsp:cNvPr id="0" name=""/>
        <dsp:cNvSpPr/>
      </dsp:nvSpPr>
      <dsp:spPr>
        <a:xfrm>
          <a:off x="7086605" y="0"/>
          <a:ext cx="2527909" cy="64633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Predicted Quality Score</a:t>
          </a:r>
          <a:endParaRPr lang="en-IN" sz="1700" kern="1200"/>
        </a:p>
      </dsp:txBody>
      <dsp:txXfrm>
        <a:off x="7105535" y="18930"/>
        <a:ext cx="2490049" cy="60847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0AA2B6-1AC0-4EAB-B24F-84EFFFC668FA}" type="datetimeFigureOut">
              <a:rPr lang="en-IN" smtClean="0"/>
              <a:t>19-08-2026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A861AC-FFBA-4474-8716-197D2455503D}" type="slidenum">
              <a:rPr lang="en-IN" smtClean="0"/>
              <a:t>‹#›</a:t>
            </a:fld>
            <a:endParaRPr lang="en-IN"/>
          </a:p>
        </p:txBody>
      </p:sp>
    </p:spTree>
    <p:extLst>
      <p:ext uri="{BB962C8B-B14F-4D97-AF65-F5344CB8AC3E}">
        <p14:creationId xmlns:p14="http://schemas.microsoft.com/office/powerpoint/2010/main" val="4222208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0532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5768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how </a:t>
            </a:r>
            <a:r>
              <a:rPr lang="en-US" b="1" dirty="0"/>
              <a:t>predictive analytics converts industrial data into actionable engineering decisions</a:t>
            </a:r>
            <a:r>
              <a:rPr lang="en-US" dirty="0"/>
              <a:t>. Data generated by machines and equipment sensors is first collected, cleaned, and prepared for analysis. Predictive models then analyse patterns and operating conditions to identify potential failures, risks, or performance issues before they occur. Engineers use these insights to make informed decisions and take proactive actions such as preventive maintenance or process adjustments. This data-driven approach helps industrial organisations </a:t>
            </a:r>
            <a:r>
              <a:rPr lang="en-US" b="1" dirty="0"/>
              <a:t>reduce unplanned downtime, lower maintenance costs, improve equipment reliability, and increase overall operational efficiency</a:t>
            </a:r>
            <a:r>
              <a:rPr lang="en-US"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961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1050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2001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the </a:t>
            </a:r>
            <a:r>
              <a:rPr lang="en-US" b="1" dirty="0"/>
              <a:t>evolution of industrial maintenance strategies</a:t>
            </a:r>
            <a:r>
              <a:rPr lang="en-US" dirty="0"/>
              <a:t> from reactive to preventive and ultimately predictive maintenance. Reactive maintenance addresses equipment only after failure, while preventive maintenance uses predefined schedules to reduce the likelihood of breakdowns. Predictive maintenance represents a more advanced, data-driven approach in which equipment condition and operational data are continuously analysed to anticipate potential failures. By identifying problems before they cause disruption, organisations can schedule maintenance more effectively, reduce unnecessary interventions, </a:t>
            </a:r>
            <a:r>
              <a:rPr lang="en-US" dirty="0" err="1"/>
              <a:t>minimise</a:t>
            </a:r>
            <a:r>
              <a:rPr lang="en-US" dirty="0"/>
              <a:t> downtime, extend equipment life, and improve overall operational efficiency.</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382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65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8416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highlights key applications of predictive analytics in industrial engineering. </a:t>
            </a:r>
            <a:r>
              <a:rPr lang="en-US" b="1" dirty="0"/>
              <a:t>Predictive maintenance</a:t>
            </a:r>
            <a:r>
              <a:rPr lang="en-US" dirty="0"/>
              <a:t> uses equipment and operational data to anticipate potential failures, enabling proactive maintenance and reducing unplanned downtime and maintenance costs. </a:t>
            </a:r>
            <a:r>
              <a:rPr lang="en-US" b="1" dirty="0"/>
              <a:t>Quality prediction and control</a:t>
            </a:r>
            <a:r>
              <a:rPr lang="en-US" dirty="0"/>
              <a:t> applies analytics to identify anomalies and potential defects during production, helping organisations maintain consistent product quality, reduce waste, and improve customer satisfaction. Together with </a:t>
            </a:r>
            <a:r>
              <a:rPr lang="en-US" b="1" dirty="0"/>
              <a:t>process optimisation</a:t>
            </a:r>
            <a:r>
              <a:rPr lang="en-US" dirty="0"/>
              <a:t>, these predictive approaches enable manufacturers to move from reactive operations towards proactive, data-driven decision-making, resulting in greater reliability, efficiency, productivity, and overall operational performance.</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617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8759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2653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noProof="0" dirty="0"/>
              <a:t>Key </a:t>
            </a:r>
            <a:r>
              <a:rPr lang="en-US" noProof="0" dirty="0" err="1"/>
              <a:t>message:Multiple</a:t>
            </a:r>
            <a:r>
              <a:rPr lang="en-US" noProof="0" dirty="0"/>
              <a:t> industrial data sources can be integrated to create the historical and real-time information required for predictive decision-making.</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5379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6318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9345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C</a:t>
            </a:r>
            <a:endParaRPr lang="en-US" dirty="0"/>
          </a:p>
          <a:p>
            <a:r>
              <a:rPr lang="en-US" b="1" dirty="0"/>
              <a:t>Explanation:</a:t>
            </a:r>
            <a:r>
              <a:rPr lang="en-US" dirty="0"/>
              <a:t> Predictive maintenance analyses equipment condition and historical patterns to identify potential failure or maintenance requirements before breakdown occurs.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8285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A</a:t>
            </a:r>
            <a:endParaRPr lang="en-US" dirty="0"/>
          </a:p>
          <a:p>
            <a:r>
              <a:rPr lang="en-US" b="1" dirty="0"/>
              <a:t>Explanation:</a:t>
            </a:r>
            <a:r>
              <a:rPr lang="en-US" dirty="0"/>
              <a:t> Sensors, PLCs, SCADA systems, and Industrial IoT platforms provide operational and equipment information that can support industrial predictive analytics.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9012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9450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7823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architecture illustrates the </a:t>
            </a:r>
            <a:r>
              <a:rPr lang="en-US" b="1" dirty="0"/>
              <a:t>end-to-end flow of industrial data from physical equipment to engineering applications</a:t>
            </a:r>
            <a:r>
              <a:rPr lang="en-US" dirty="0"/>
              <a:t>. Sensors, machines and PLCs generate operational data, which is collected through technologies such as SCADA, gateways and Industrial IoT systems. The acquired data is then cleaned, transformed, </a:t>
            </a:r>
            <a:r>
              <a:rPr lang="en-US" dirty="0" err="1"/>
              <a:t>standardised</a:t>
            </a:r>
            <a:r>
              <a:rPr lang="en-US" dirty="0"/>
              <a:t> and integrated before being stored for historical and analytical use. Analytics platforms apply statistical analysis and predictive models to identify patterns, risks and improvement opportunities. These insights are ultimately used by engineering teams for applications such as </a:t>
            </a:r>
            <a:r>
              <a:rPr lang="en-US" b="1" dirty="0"/>
              <a:t>predictive maintenance, quality improvement and process optimisation</a:t>
            </a:r>
            <a:r>
              <a:rPr lang="en-US" dirty="0"/>
              <a:t>, enabling more reliable and data-driven industrial operations.</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5741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1995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900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the </a:t>
            </a:r>
            <a:r>
              <a:rPr lang="en-US" b="1" dirty="0"/>
              <a:t>ETL (Extract, Transform, Load) process used to prepare industrial data for analytics</a:t>
            </a:r>
            <a:r>
              <a:rPr lang="en-US" dirty="0"/>
              <a:t>. During the </a:t>
            </a:r>
            <a:r>
              <a:rPr lang="en-US" b="1" dirty="0"/>
              <a:t>Extract</a:t>
            </a:r>
            <a:r>
              <a:rPr lang="en-US" dirty="0"/>
              <a:t> stage, raw operational data is collected from sources such as sensors, PLCs, SCADA systems, </a:t>
            </a:r>
            <a:r>
              <a:rPr lang="en-US" dirty="0" err="1"/>
              <a:t>IIoT</a:t>
            </a:r>
            <a:r>
              <a:rPr lang="en-US" dirty="0"/>
              <a:t> devices and production systems. In the </a:t>
            </a:r>
            <a:r>
              <a:rPr lang="en-US" b="1" dirty="0"/>
              <a:t>Transform</a:t>
            </a:r>
            <a:r>
              <a:rPr lang="en-US" dirty="0"/>
              <a:t> stage, the collected data is cleaned, validated, aligned, converted and integrated to improve its consistency and reliability. Finally, during the </a:t>
            </a:r>
            <a:r>
              <a:rPr lang="en-US" b="1" dirty="0"/>
              <a:t>Load</a:t>
            </a:r>
            <a:r>
              <a:rPr lang="en-US" dirty="0"/>
              <a:t> stage, the processed data is stored in an industrial data repository where it can support analytics and predictive models. ETL therefore transforms </a:t>
            </a:r>
            <a:r>
              <a:rPr lang="en-US" b="1" dirty="0"/>
              <a:t>raw industrial data into trusted, analysis-ready information</a:t>
            </a:r>
            <a:r>
              <a:rPr lang="en-US" dirty="0"/>
              <a:t> for reliable engineering decisions.</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3439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37453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0396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This infographic demonstrates how ETL transforms </a:t>
            </a:r>
            <a:r>
              <a:rPr lang="en-US" b="1" dirty="0"/>
              <a:t>raw and inconsistent industrial data into reliable, analytics-ready information</a:t>
            </a:r>
            <a:r>
              <a:rPr lang="en-US" dirty="0"/>
              <a:t>. Industrial datasets may contain missing values, duplicate records, inconsistent formats, different measurement units and misaligned timestamps. During transformation, the data is cleaned, </a:t>
            </a:r>
            <a:r>
              <a:rPr lang="en-US" dirty="0" err="1"/>
              <a:t>standardised</a:t>
            </a:r>
            <a:r>
              <a:rPr lang="en-US" dirty="0"/>
              <a:t>, validated and integrated to create a consistent dataset. The resulting information contains aligned timestamps, standard units and validated records that can be reliably used for analysis. This preparation is particularly important for </a:t>
            </a:r>
            <a:r>
              <a:rPr lang="en-US" b="1" dirty="0"/>
              <a:t>predictive analytics</a:t>
            </a:r>
            <a:r>
              <a:rPr lang="en-US" dirty="0"/>
              <a:t>, because the accuracy and reliability of predictive models depend heavily on the quality and consistency of the input data.</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5921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46913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sz="1200" dirty="0"/>
              <a:t>The pipeline creates a repeatable path between operational data generation and analytical consumption.</a:t>
            </a:r>
            <a:br>
              <a:rPr lang="en-US" sz="1200" dirty="0"/>
            </a:br>
            <a:br>
              <a:rPr lang="en-US" sz="1200" dirty="0"/>
            </a:br>
            <a:r>
              <a:rPr lang="en-US" sz="1200" dirty="0"/>
              <a:t>This infographic illustrates the end-to-end industrial data pipeline used to transform operational data into engineering insights. Data generated by sensors, PLCs, SCADA systems, </a:t>
            </a:r>
            <a:r>
              <a:rPr lang="en-US" sz="1200" dirty="0" err="1"/>
              <a:t>IIoT</a:t>
            </a:r>
            <a:r>
              <a:rPr lang="en-US" sz="1200" dirty="0"/>
              <a:t> devices and manufacturing systems is first ingested into the pipeline. It is then cleaned, transformed and </a:t>
            </a:r>
            <a:r>
              <a:rPr lang="en-US" sz="1200" dirty="0" err="1"/>
              <a:t>standardised</a:t>
            </a:r>
            <a:r>
              <a:rPr lang="en-US" sz="1200" dirty="0"/>
              <a:t> before undergoing data-quality checks to ensure accuracy and consistency. The integration stage combines information from multiple industrial sources, creating a unified dataset that can be stored as raw, processed or historical data. Finally, analytics platforms use this integrated information for reporting, predictive modelling and engineering decision-making, enabling organisations to improve operational efficiency and make more reliable data-driven decisions.</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52927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solidFill>
                  <a:prstClr val="black"/>
                </a:solidFill>
              </a:rPr>
              <a:t>Poor integration, however, can associate unrelated observations or create misleading relationships, making accurate identifiers, timestamp alignment, and validation important components of industrial data engineering.</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3767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2161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how </a:t>
            </a:r>
            <a:r>
              <a:rPr lang="en-US" b="1" dirty="0"/>
              <a:t>data integration combines information from multiple industrial systems into a unified dataset</a:t>
            </a:r>
            <a:r>
              <a:rPr lang="en-US" dirty="0"/>
              <a:t>. Sensor data provides measurements such as temperature, vibration and pressure, while PLC and SCADA systems provide machine states, alarms and setpoints. Production systems contribute information such as batch details and cycle times, and maintenance systems provide service, failure and repair records. During integration, these different datasets are </a:t>
            </a:r>
            <a:r>
              <a:rPr lang="en-US" b="1" dirty="0"/>
              <a:t>aligned, matched, </a:t>
            </a:r>
            <a:r>
              <a:rPr lang="en-US" b="1" dirty="0" err="1"/>
              <a:t>standardised</a:t>
            </a:r>
            <a:r>
              <a:rPr lang="en-US" b="1" dirty="0"/>
              <a:t> and combined</a:t>
            </a:r>
            <a:r>
              <a:rPr lang="en-US" dirty="0"/>
              <a:t> to create a consistent industrial dataset. This unified information provides a stronger foundation for applications such as </a:t>
            </a:r>
            <a:r>
              <a:rPr lang="en-US" b="1" dirty="0"/>
              <a:t>predictive maintenance, quality prediction and process analytics</a:t>
            </a:r>
            <a:r>
              <a:rPr lang="en-US" dirty="0"/>
              <a:t>, where insights often depend on relationships between multiple operational data sources.</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10372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80659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79496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9741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Explanation:</a:t>
            </a:r>
            <a:r>
              <a:rPr lang="en-US" dirty="0"/>
              <a:t> ETL first extracts information from source systems, transforms it into an appropriate structure, and then loads it into the target environment.</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43312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C</a:t>
            </a:r>
            <a:endParaRPr lang="en-US" dirty="0"/>
          </a:p>
          <a:p>
            <a:r>
              <a:rPr lang="en-US" b="1" dirty="0"/>
              <a:t>Explanation:</a:t>
            </a:r>
            <a:r>
              <a:rPr lang="en-US" dirty="0"/>
              <a:t> Streaming processing supports continuously arriving sensor information and is suitable when operational data needs to be analysed as it arrives.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2879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66298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115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31052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62491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solidFill>
                  <a:prstClr val="black"/>
                </a:solidFill>
              </a:rPr>
              <a:t>Careful preparation ensures that subsequent trend analysis, feature engineering, and predictive models operate on reliable and correctly ordered industrial information.</a:t>
            </a:r>
            <a:endParaRPr lang="en-GB" dirty="0">
              <a:solidFill>
                <a:prstClr val="black"/>
              </a:solidFill>
            </a:endParaRP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50979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00369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the </a:t>
            </a:r>
            <a:r>
              <a:rPr lang="en-US" b="1" dirty="0"/>
              <a:t>workflow for preparing industrial time-series data before analysis and predictive modelling</a:t>
            </a:r>
            <a:r>
              <a:rPr lang="en-US" dirty="0"/>
              <a:t>. The process begins by defining the project scope and collecting raw operational data. The dataset is then examined and prepared by validating timestamps, arranging observations chronologically, removing duplicate records, and </a:t>
            </a:r>
            <a:r>
              <a:rPr lang="en-US" dirty="0" err="1"/>
              <a:t>standardising</a:t>
            </a:r>
            <a:r>
              <a:rPr lang="en-US" dirty="0"/>
              <a:t> data types and measurement units. Sampling frequencies are aligned to ensure measurements from different sensors can be compared accurately, while missing measurements are identified and addressed. The final result is a </a:t>
            </a:r>
            <a:r>
              <a:rPr lang="en-US" b="1" dirty="0"/>
              <a:t>clean, consistent and correctly sequenced time-series dataset</a:t>
            </a:r>
            <a:r>
              <a:rPr lang="en-US" dirty="0"/>
              <a:t>, providing a reliable foundation for applications such as predictive maintenance, anomaly detection, forecasting and process optimisation.</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67653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27425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10645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solidFill>
                  <a:prstClr val="black"/>
                </a:solidFill>
              </a:rPr>
              <a:t>Engineers therefore need to balance noise reduction with preservation of useful operational information. Understanding the characteristics of the equipment and sensor is essential when determining whether variation represents measurement noise or genuine process </a:t>
            </a:r>
            <a:r>
              <a:rPr lang="en-US" dirty="0" err="1">
                <a:solidFill>
                  <a:prstClr val="black"/>
                </a:solidFill>
              </a:rPr>
              <a:t>behaviour</a:t>
            </a:r>
            <a:r>
              <a:rPr lang="en-US" dirty="0">
                <a:solidFill>
                  <a:prstClr val="black"/>
                </a:solidFill>
              </a:rPr>
              <a:t>.</a:t>
            </a:r>
            <a:endParaRPr lang="en-GB" dirty="0">
              <a:solidFill>
                <a:prstClr val="black"/>
              </a:solidFill>
            </a:endParaRP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25817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48563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55154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b="1" i="1" dirty="0">
                <a:solidFill>
                  <a:prstClr val="black"/>
                </a:solidFill>
              </a:rPr>
              <a:t>pip install pandas </a:t>
            </a:r>
            <a:r>
              <a:rPr lang="en-GB" b="1" i="1" dirty="0" err="1">
                <a:solidFill>
                  <a:prstClr val="black"/>
                </a:solidFill>
              </a:rPr>
              <a:t>openpyxl</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95108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import pandas as pd</a:t>
            </a:r>
          </a:p>
          <a:p>
            <a:pPr>
              <a:buFont typeface="+mj-lt"/>
              <a:buNone/>
            </a:pPr>
            <a:endParaRPr lang="en-GB" noProof="0" dirty="0"/>
          </a:p>
          <a:p>
            <a:pPr>
              <a:buFont typeface="+mj-lt"/>
              <a:buNone/>
            </a:pPr>
            <a:r>
              <a:rPr lang="en-GB" noProof="0" dirty="0"/>
              <a:t>print("Module 3 - Industrial Sensor Data Analysis")</a:t>
            </a:r>
          </a:p>
          <a:p>
            <a:pPr>
              <a:buFont typeface="+mj-lt"/>
              <a:buNone/>
            </a:pPr>
            <a:r>
              <a:rPr lang="en-GB" noProof="0" dirty="0"/>
              <a:t>print("------------------------------------------")</a:t>
            </a:r>
          </a:p>
          <a:p>
            <a:pPr>
              <a:buFont typeface="+mj-lt"/>
              <a:buNone/>
            </a:pPr>
            <a:endParaRPr lang="en-GB" noProof="0" dirty="0"/>
          </a:p>
          <a:p>
            <a:pPr>
              <a:buFont typeface="+mj-lt"/>
              <a:buNone/>
            </a:pPr>
            <a:r>
              <a:rPr lang="en-GB" noProof="0" dirty="0"/>
              <a:t># Load the industrial sensor dataset</a:t>
            </a:r>
          </a:p>
          <a:p>
            <a:pPr>
              <a:buFont typeface="+mj-lt"/>
              <a:buNone/>
            </a:pPr>
            <a:r>
              <a:rPr lang="en-GB" noProof="0" dirty="0" err="1"/>
              <a:t>file_path</a:t>
            </a:r>
            <a:r>
              <a:rPr lang="en-GB" noProof="0" dirty="0"/>
              <a:t> = "Industrial_Sensor_Predictive_Analytics_Dataset.xlsx"</a:t>
            </a:r>
          </a:p>
          <a:p>
            <a:pPr>
              <a:buFont typeface="+mj-lt"/>
              <a:buNone/>
            </a:pPr>
            <a:endParaRPr lang="en-GB" noProof="0" dirty="0"/>
          </a:p>
          <a:p>
            <a:pPr>
              <a:buFont typeface="+mj-lt"/>
              <a:buNone/>
            </a:pPr>
            <a:r>
              <a:rPr lang="en-GB" noProof="0" dirty="0"/>
              <a:t>df = </a:t>
            </a:r>
            <a:r>
              <a:rPr lang="en-GB" noProof="0" dirty="0" err="1"/>
              <a:t>pd.read_excel</a:t>
            </a:r>
            <a:r>
              <a:rPr lang="en-GB" noProof="0" dirty="0"/>
              <a:t>(</a:t>
            </a:r>
          </a:p>
          <a:p>
            <a:pPr>
              <a:buFont typeface="+mj-lt"/>
              <a:buNone/>
            </a:pPr>
            <a:r>
              <a:rPr lang="en-GB" noProof="0" dirty="0"/>
              <a:t>    </a:t>
            </a:r>
            <a:r>
              <a:rPr lang="en-GB" noProof="0" dirty="0" err="1"/>
              <a:t>file_path</a:t>
            </a:r>
            <a:r>
              <a:rPr lang="en-GB" noProof="0" dirty="0"/>
              <a:t>,</a:t>
            </a:r>
          </a:p>
          <a:p>
            <a:pPr>
              <a:buFont typeface="+mj-lt"/>
              <a:buNone/>
            </a:pPr>
            <a:r>
              <a:rPr lang="en-GB" noProof="0" dirty="0"/>
              <a:t>    </a:t>
            </a:r>
            <a:r>
              <a:rPr lang="en-GB" noProof="0" dirty="0" err="1"/>
              <a:t>sheet_name</a:t>
            </a:r>
            <a:r>
              <a:rPr lang="en-GB" noProof="0" dirty="0"/>
              <a:t>="</a:t>
            </a:r>
            <a:r>
              <a:rPr lang="en-GB" noProof="0" dirty="0" err="1"/>
              <a:t>Industrial_Sensor_Data</a:t>
            </a:r>
            <a:r>
              <a:rPr lang="en-GB" noProof="0" dirty="0"/>
              <a:t>"</a:t>
            </a:r>
          </a:p>
          <a:p>
            <a:pPr>
              <a:buFont typeface="+mj-lt"/>
              <a:buNone/>
            </a:pPr>
            <a:r>
              <a:rPr lang="en-GB" noProof="0" dirty="0"/>
              <a:t>)</a:t>
            </a:r>
          </a:p>
          <a:p>
            <a:pPr>
              <a:buFont typeface="+mj-lt"/>
              <a:buNone/>
            </a:pPr>
            <a:endParaRPr lang="en-GB" noProof="0" dirty="0"/>
          </a:p>
          <a:p>
            <a:pPr>
              <a:buFont typeface="+mj-lt"/>
              <a:buNone/>
            </a:pPr>
            <a:r>
              <a:rPr lang="en-GB" noProof="0" dirty="0"/>
              <a:t># Display first five records</a:t>
            </a:r>
          </a:p>
          <a:p>
            <a:pPr>
              <a:buFont typeface="+mj-lt"/>
              <a:buNone/>
            </a:pPr>
            <a:r>
              <a:rPr lang="en-GB" noProof="0" dirty="0"/>
              <a:t>print("\</a:t>
            </a:r>
            <a:r>
              <a:rPr lang="en-GB" noProof="0" dirty="0" err="1"/>
              <a:t>nFirst</a:t>
            </a:r>
            <a:r>
              <a:rPr lang="en-GB" noProof="0" dirty="0"/>
              <a:t> 5 Records:")</a:t>
            </a:r>
          </a:p>
          <a:p>
            <a:pPr>
              <a:buFont typeface="+mj-lt"/>
              <a:buNone/>
            </a:pPr>
            <a:r>
              <a:rPr lang="en-GB" noProof="0" dirty="0"/>
              <a:t>print(</a:t>
            </a:r>
            <a:r>
              <a:rPr lang="en-GB" noProof="0" dirty="0" err="1"/>
              <a:t>df.head</a:t>
            </a:r>
            <a:r>
              <a:rPr lang="en-GB" noProof="0" dirty="0"/>
              <a:t>())</a:t>
            </a:r>
          </a:p>
          <a:p>
            <a:pPr>
              <a:buFont typeface="+mj-lt"/>
              <a:buNone/>
            </a:pPr>
            <a:endParaRPr lang="en-GB" noProof="0" dirty="0"/>
          </a:p>
          <a:p>
            <a:pPr>
              <a:buFont typeface="+mj-lt"/>
              <a:buNone/>
            </a:pPr>
            <a:r>
              <a:rPr lang="en-GB" noProof="0" dirty="0"/>
              <a:t># Display dataset size</a:t>
            </a:r>
          </a:p>
          <a:p>
            <a:pPr>
              <a:buFont typeface="+mj-lt"/>
              <a:buNone/>
            </a:pPr>
            <a:r>
              <a:rPr lang="en-GB" noProof="0" dirty="0"/>
              <a:t>print("\</a:t>
            </a:r>
            <a:r>
              <a:rPr lang="en-GB" noProof="0" dirty="0" err="1"/>
              <a:t>nDataset</a:t>
            </a:r>
            <a:r>
              <a:rPr lang="en-GB" noProof="0" dirty="0"/>
              <a:t> Size:")</a:t>
            </a:r>
          </a:p>
          <a:p>
            <a:pPr>
              <a:buFont typeface="+mj-lt"/>
              <a:buNone/>
            </a:pPr>
            <a:r>
              <a:rPr lang="en-GB" noProof="0" dirty="0"/>
              <a:t>print("Rows:", </a:t>
            </a:r>
            <a:r>
              <a:rPr lang="en-GB" noProof="0" dirty="0" err="1"/>
              <a:t>df.shape</a:t>
            </a:r>
            <a:r>
              <a:rPr lang="en-GB" noProof="0" dirty="0"/>
              <a:t>[0])</a:t>
            </a:r>
          </a:p>
          <a:p>
            <a:pPr>
              <a:buFont typeface="+mj-lt"/>
              <a:buNone/>
            </a:pPr>
            <a:r>
              <a:rPr lang="en-GB" noProof="0" dirty="0"/>
              <a:t>print("Columns:", </a:t>
            </a:r>
            <a:r>
              <a:rPr lang="en-GB" noProof="0" dirty="0" err="1"/>
              <a:t>df.shape</a:t>
            </a:r>
            <a:r>
              <a:rPr lang="en-GB" noProof="0" dirty="0"/>
              <a:t>[1])</a:t>
            </a:r>
          </a:p>
          <a:p>
            <a:pPr>
              <a:buFont typeface="+mj-lt"/>
              <a:buNone/>
            </a:pPr>
            <a:endParaRPr lang="en-GB" noProof="0" dirty="0"/>
          </a:p>
          <a:p>
            <a:pPr>
              <a:buFont typeface="+mj-lt"/>
              <a:buNone/>
            </a:pPr>
            <a:r>
              <a:rPr lang="en-GB" noProof="0" dirty="0"/>
              <a:t># Display column names</a:t>
            </a:r>
          </a:p>
          <a:p>
            <a:pPr>
              <a:buFont typeface="+mj-lt"/>
              <a:buNone/>
            </a:pPr>
            <a:r>
              <a:rPr lang="en-GB" noProof="0" dirty="0"/>
              <a:t>print("\</a:t>
            </a:r>
            <a:r>
              <a:rPr lang="en-GB" noProof="0" dirty="0" err="1"/>
              <a:t>nColumn</a:t>
            </a:r>
            <a:r>
              <a:rPr lang="en-GB" noProof="0" dirty="0"/>
              <a:t> Names:")</a:t>
            </a:r>
          </a:p>
          <a:p>
            <a:pPr>
              <a:buFont typeface="+mj-lt"/>
              <a:buNone/>
            </a:pPr>
            <a:r>
              <a:rPr lang="en-GB" noProof="0" dirty="0"/>
              <a:t>print(</a:t>
            </a:r>
            <a:r>
              <a:rPr lang="en-GB" noProof="0" dirty="0" err="1"/>
              <a:t>df.columns.tolist</a:t>
            </a:r>
            <a:r>
              <a:rPr lang="en-GB" noProof="0" dirty="0"/>
              <a:t>())</a:t>
            </a:r>
          </a:p>
          <a:p>
            <a:pPr>
              <a:buFont typeface="+mj-lt"/>
              <a:buNone/>
            </a:pPr>
            <a:endParaRPr lang="en-GB" noProof="0" dirty="0"/>
          </a:p>
          <a:p>
            <a:pPr>
              <a:buFont typeface="+mj-lt"/>
              <a:buNone/>
            </a:pPr>
            <a:r>
              <a:rPr lang="en-GB" noProof="0" dirty="0"/>
              <a:t># Display data types</a:t>
            </a:r>
          </a:p>
          <a:p>
            <a:pPr>
              <a:buFont typeface="+mj-lt"/>
              <a:buNone/>
            </a:pPr>
            <a:r>
              <a:rPr lang="en-GB" noProof="0" dirty="0"/>
              <a:t>print("\</a:t>
            </a:r>
            <a:r>
              <a:rPr lang="en-GB" noProof="0" dirty="0" err="1"/>
              <a:t>nData</a:t>
            </a:r>
            <a:r>
              <a:rPr lang="en-GB" noProof="0" dirty="0"/>
              <a:t> Types:")</a:t>
            </a:r>
          </a:p>
          <a:p>
            <a:pPr>
              <a:buFont typeface="+mj-lt"/>
              <a:buNone/>
            </a:pPr>
            <a:r>
              <a:rPr lang="en-GB" noProof="0" dirty="0"/>
              <a:t>print(</a:t>
            </a:r>
            <a:r>
              <a:rPr lang="en-GB" noProof="0" dirty="0" err="1"/>
              <a:t>df.dtypes</a:t>
            </a:r>
            <a:r>
              <a:rPr lang="en-GB" noProof="0" dirty="0"/>
              <a:t>)</a:t>
            </a:r>
          </a:p>
          <a:p>
            <a:pPr>
              <a:buFont typeface="+mj-lt"/>
              <a:buNone/>
            </a:pPr>
            <a:endParaRPr lang="en-GB" noProof="0" dirty="0"/>
          </a:p>
          <a:p>
            <a:pPr>
              <a:buFont typeface="+mj-lt"/>
              <a:buNone/>
            </a:pPr>
            <a:r>
              <a:rPr lang="en-GB" noProof="0" dirty="0"/>
              <a:t># Display summary statistics</a:t>
            </a:r>
          </a:p>
          <a:p>
            <a:pPr>
              <a:buFont typeface="+mj-lt"/>
              <a:buNone/>
            </a:pPr>
            <a:r>
              <a:rPr lang="en-GB" noProof="0" dirty="0"/>
              <a:t>print("\</a:t>
            </a:r>
            <a:r>
              <a:rPr lang="en-GB" noProof="0" dirty="0" err="1"/>
              <a:t>nSummary</a:t>
            </a:r>
            <a:r>
              <a:rPr lang="en-GB" noProof="0" dirty="0"/>
              <a:t> Statistics:")</a:t>
            </a:r>
          </a:p>
          <a:p>
            <a:pPr>
              <a:buFont typeface="+mj-lt"/>
              <a:buNone/>
            </a:pPr>
            <a:r>
              <a:rPr lang="en-GB" noProof="0" dirty="0"/>
              <a:t>print(</a:t>
            </a:r>
            <a:r>
              <a:rPr lang="en-GB" noProof="0" dirty="0" err="1"/>
              <a:t>df.describe</a:t>
            </a:r>
            <a:r>
              <a:rPr lang="en-GB" noProof="0" dirty="0"/>
              <a:t>())</a:t>
            </a:r>
          </a:p>
          <a:p>
            <a:pPr>
              <a:buFont typeface="+mj-lt"/>
              <a:buNone/>
            </a:pPr>
            <a:endParaRPr lang="en-GB" noProof="0" dirty="0"/>
          </a:p>
          <a:p>
            <a:pPr>
              <a:buFont typeface="+mj-lt"/>
              <a:buNone/>
            </a:pPr>
            <a:r>
              <a:rPr lang="en-GB" noProof="0" dirty="0"/>
              <a:t># Identify timestamp column</a:t>
            </a:r>
          </a:p>
          <a:p>
            <a:pPr>
              <a:buFont typeface="+mj-lt"/>
              <a:buNone/>
            </a:pPr>
            <a:r>
              <a:rPr lang="en-GB" noProof="0" dirty="0"/>
              <a:t>print("\</a:t>
            </a:r>
            <a:r>
              <a:rPr lang="en-GB" noProof="0" dirty="0" err="1"/>
              <a:t>nTimestamp</a:t>
            </a:r>
            <a:r>
              <a:rPr lang="en-GB" noProof="0" dirty="0"/>
              <a:t> Column:")</a:t>
            </a:r>
          </a:p>
          <a:p>
            <a:pPr>
              <a:buFont typeface="+mj-lt"/>
              <a:buNone/>
            </a:pPr>
            <a:r>
              <a:rPr lang="en-GB" noProof="0" dirty="0"/>
              <a:t>print("Timestamp")</a:t>
            </a:r>
          </a:p>
          <a:p>
            <a:pPr>
              <a:buFont typeface="+mj-lt"/>
              <a:buNone/>
            </a:pPr>
            <a:endParaRPr lang="en-GB" noProof="0" dirty="0"/>
          </a:p>
          <a:p>
            <a:pPr>
              <a:buFont typeface="+mj-lt"/>
              <a:buNone/>
            </a:pPr>
            <a:r>
              <a:rPr lang="en-GB" noProof="0" dirty="0"/>
              <a:t># Identify sensor measurement columns</a:t>
            </a:r>
          </a:p>
          <a:p>
            <a:pPr>
              <a:buFont typeface="+mj-lt"/>
              <a:buNone/>
            </a:pPr>
            <a:r>
              <a:rPr lang="en-GB" noProof="0" dirty="0" err="1"/>
              <a:t>sensor_columns</a:t>
            </a:r>
            <a:r>
              <a:rPr lang="en-GB" noProof="0" dirty="0"/>
              <a:t> = [</a:t>
            </a:r>
          </a:p>
          <a:p>
            <a:pPr>
              <a:buFont typeface="+mj-lt"/>
              <a:buNone/>
            </a:pPr>
            <a:r>
              <a:rPr lang="en-GB" noProof="0" dirty="0"/>
              <a:t>    "</a:t>
            </a:r>
            <a:r>
              <a:rPr lang="en-GB" noProof="0" dirty="0" err="1"/>
              <a:t>Temperature_C</a:t>
            </a:r>
            <a:r>
              <a:rPr lang="en-GB" noProof="0" dirty="0"/>
              <a:t>",</a:t>
            </a:r>
          </a:p>
          <a:p>
            <a:pPr>
              <a:buFont typeface="+mj-lt"/>
              <a:buNone/>
            </a:pPr>
            <a:r>
              <a:rPr lang="en-GB" noProof="0" dirty="0"/>
              <a:t>    "</a:t>
            </a:r>
            <a:r>
              <a:rPr lang="en-GB" noProof="0" dirty="0" err="1"/>
              <a:t>Pressure_bar</a:t>
            </a:r>
            <a:r>
              <a:rPr lang="en-GB" noProof="0" dirty="0"/>
              <a:t>",</a:t>
            </a:r>
          </a:p>
          <a:p>
            <a:pPr>
              <a:buFont typeface="+mj-lt"/>
              <a:buNone/>
            </a:pPr>
            <a:r>
              <a:rPr lang="en-GB" noProof="0" dirty="0"/>
              <a:t>    "</a:t>
            </a:r>
            <a:r>
              <a:rPr lang="en-GB" noProof="0" dirty="0" err="1"/>
              <a:t>Vibration_mm_s</a:t>
            </a:r>
            <a:r>
              <a:rPr lang="en-GB" noProof="0" dirty="0"/>
              <a:t>",</a:t>
            </a:r>
          </a:p>
          <a:p>
            <a:pPr>
              <a:buFont typeface="+mj-lt"/>
              <a:buNone/>
            </a:pPr>
            <a:r>
              <a:rPr lang="en-GB" noProof="0" dirty="0"/>
              <a:t>    "RPM",</a:t>
            </a:r>
          </a:p>
          <a:p>
            <a:pPr>
              <a:buFont typeface="+mj-lt"/>
              <a:buNone/>
            </a:pPr>
            <a:r>
              <a:rPr lang="en-GB" noProof="0" dirty="0"/>
              <a:t>    "</a:t>
            </a:r>
            <a:r>
              <a:rPr lang="en-GB" noProof="0" dirty="0" err="1"/>
              <a:t>Current_A</a:t>
            </a:r>
            <a:r>
              <a:rPr lang="en-GB" noProof="0" dirty="0"/>
              <a:t>",</a:t>
            </a:r>
          </a:p>
          <a:p>
            <a:pPr>
              <a:buFont typeface="+mj-lt"/>
              <a:buNone/>
            </a:pPr>
            <a:r>
              <a:rPr lang="en-GB" noProof="0" dirty="0"/>
              <a:t>    "</a:t>
            </a:r>
            <a:r>
              <a:rPr lang="en-GB" noProof="0" dirty="0" err="1"/>
              <a:t>Humidity_pct</a:t>
            </a:r>
            <a:r>
              <a:rPr lang="en-GB" noProof="0" dirty="0"/>
              <a:t>"</a:t>
            </a:r>
          </a:p>
          <a:p>
            <a:pPr>
              <a:buFont typeface="+mj-lt"/>
              <a:buNone/>
            </a:pPr>
            <a:r>
              <a:rPr lang="en-GB" noProof="0" dirty="0"/>
              <a:t>]</a:t>
            </a:r>
          </a:p>
          <a:p>
            <a:pPr>
              <a:buFont typeface="+mj-lt"/>
              <a:buNone/>
            </a:pPr>
            <a:endParaRPr lang="en-GB" noProof="0" dirty="0"/>
          </a:p>
          <a:p>
            <a:pPr>
              <a:buFont typeface="+mj-lt"/>
              <a:buNone/>
            </a:pPr>
            <a:r>
              <a:rPr lang="en-GB" noProof="0" dirty="0"/>
              <a:t>print("\</a:t>
            </a:r>
            <a:r>
              <a:rPr lang="en-GB" noProof="0" dirty="0" err="1"/>
              <a:t>nSensor</a:t>
            </a:r>
            <a:r>
              <a:rPr lang="en-GB" noProof="0" dirty="0"/>
              <a:t> Measurement Columns:")</a:t>
            </a:r>
          </a:p>
          <a:p>
            <a:pPr>
              <a:buFont typeface="+mj-lt"/>
              <a:buNone/>
            </a:pPr>
            <a:r>
              <a:rPr lang="en-GB" noProof="0" dirty="0"/>
              <a:t>for column in </a:t>
            </a:r>
            <a:r>
              <a:rPr lang="en-GB" noProof="0" dirty="0" err="1"/>
              <a:t>sensor_columns</a:t>
            </a:r>
            <a:r>
              <a:rPr lang="en-GB" noProof="0" dirty="0"/>
              <a:t>:</a:t>
            </a:r>
          </a:p>
          <a:p>
            <a:pPr>
              <a:buFont typeface="+mj-lt"/>
              <a:buNone/>
            </a:pPr>
            <a:r>
              <a:rPr lang="en-GB" noProof="0" dirty="0"/>
              <a:t>    print("-", column)</a:t>
            </a:r>
          </a:p>
          <a:p>
            <a:pPr>
              <a:buFont typeface="+mj-lt"/>
              <a:buNone/>
            </a:pPr>
            <a:endParaRPr lang="en-GB" noProof="0" dirty="0"/>
          </a:p>
          <a:p>
            <a:pPr>
              <a:buFont typeface="+mj-lt"/>
              <a:buNone/>
            </a:pPr>
            <a:r>
              <a:rPr lang="en-GB" noProof="0" dirty="0"/>
              <a:t>print("\</a:t>
            </a:r>
            <a:r>
              <a:rPr lang="en-GB" noProof="0" dirty="0" err="1"/>
              <a:t>nStep</a:t>
            </a:r>
            <a:r>
              <a:rPr lang="en-GB" noProof="0" dirty="0"/>
              <a:t> 1 completed successfully.")</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49615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b="1" i="1" dirty="0"/>
              <a:t>python module3_sensor_analysis.py</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49212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Explanation:</a:t>
            </a:r>
            <a:r>
              <a:rPr lang="en-US" dirty="0"/>
              <a:t> An extreme sensor measurement may represent either an error or a genuine abnormal operating condition, making engineering context essential before removal.</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49347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C</a:t>
            </a:r>
            <a:endParaRPr lang="en-US" dirty="0"/>
          </a:p>
          <a:p>
            <a:r>
              <a:rPr lang="en-US" b="1" dirty="0"/>
              <a:t>Explanation:</a:t>
            </a:r>
            <a:r>
              <a:rPr lang="en-US" dirty="0"/>
              <a:t> Timestamp alignment provides a consistent temporal reference for comparing measurements generated by sensors operating at different times or frequencies.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35544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96763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2920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1719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noProof="0" dirty="0"/>
              <a:t>This infographic illustrates how Python supports an industrial predictive analytics workflow from raw data to actionable engineering insights. Industrial data is first acquired and prepared through preprocessing and integration. Python can then be used to clean, transform and organise the information into an analytics-ready dataset. The prepared data supports predictive modelling, feature analysis and visualisation to identify patterns and generate useful insights. Results can subsequently be presented through reports and </a:t>
            </a:r>
            <a:r>
              <a:rPr lang="en-US" noProof="0" dirty="0" err="1"/>
              <a:t>visualisations</a:t>
            </a:r>
            <a:r>
              <a:rPr lang="en-US" noProof="0" dirty="0"/>
              <a:t> to support engineering decisions. The feedback loop allows new operational information to continuously improve the analysis, demonstrating Python's role as a flexible foundation for data preparation, predictive modelling, visualisation and industrial decision support.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02492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21397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43326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65156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93564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This infographic illustrates a typical </a:t>
            </a:r>
            <a:r>
              <a:rPr lang="en-US" b="1" dirty="0"/>
              <a:t>Pandas workflow for preparing and </a:t>
            </a:r>
            <a:r>
              <a:rPr lang="en-US" b="1" dirty="0" err="1"/>
              <a:t>analysing</a:t>
            </a:r>
            <a:r>
              <a:rPr lang="en-US" b="1" dirty="0"/>
              <a:t> industrial datasets</a:t>
            </a:r>
            <a:r>
              <a:rPr lang="en-US" dirty="0"/>
              <a:t>. Data from CSV files, Excel workbooks or manufacturing records is first loaded into a Pandas DataFrame and inspected to understand its rows, columns, data types and basic statistics. Relevant records can then be selected and filtered according to machines, shifts, operating conditions or other variables. Pandas aggregation functions can calculate measures such as mean, maximum, minimum, count and sum. The processed information can then be analysed for </a:t>
            </a:r>
            <a:r>
              <a:rPr lang="en-US" b="1" dirty="0"/>
              <a:t>equipment performance, quality trends and operational behaviour</a:t>
            </a:r>
            <a:r>
              <a:rPr lang="en-US" dirty="0"/>
              <a:t>, producing a structured, analytics-ready dataset for visualisation or predictive modelling.</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39961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05309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75694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99854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26430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pip install pandas </a:t>
            </a:r>
            <a:r>
              <a:rPr lang="en-GB" noProof="0" dirty="0" err="1"/>
              <a:t>numpy</a:t>
            </a:r>
            <a:r>
              <a:rPr lang="en-GB" noProof="0" dirty="0"/>
              <a:t> </a:t>
            </a:r>
            <a:r>
              <a:rPr lang="en-GB" noProof="0" dirty="0" err="1"/>
              <a:t>openpyxl</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69822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69697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import pandas as pd</a:t>
            </a:r>
          </a:p>
          <a:p>
            <a:pPr>
              <a:buFont typeface="+mj-lt"/>
              <a:buNone/>
            </a:pPr>
            <a:r>
              <a:rPr lang="en-GB" noProof="0" dirty="0"/>
              <a:t>import </a:t>
            </a:r>
            <a:r>
              <a:rPr lang="en-GB" noProof="0" dirty="0" err="1"/>
              <a:t>numpy</a:t>
            </a:r>
            <a:r>
              <a:rPr lang="en-GB" noProof="0" dirty="0"/>
              <a:t> as np</a:t>
            </a:r>
          </a:p>
          <a:p>
            <a:pPr>
              <a:buFont typeface="+mj-lt"/>
              <a:buNone/>
            </a:pPr>
            <a:endParaRPr lang="en-GB" noProof="0" dirty="0"/>
          </a:p>
          <a:p>
            <a:pPr>
              <a:buFont typeface="+mj-lt"/>
              <a:buNone/>
            </a:pPr>
            <a:r>
              <a:rPr lang="en-GB" noProof="0" dirty="0"/>
              <a:t>print("Module 4 - Industrial Predictive Analytics Lab")</a:t>
            </a:r>
          </a:p>
          <a:p>
            <a:pPr>
              <a:buFont typeface="+mj-lt"/>
              <a:buNone/>
            </a:pPr>
            <a:r>
              <a:rPr lang="en-GB" noProof="0" dirty="0"/>
              <a:t>print("----------------------------------------------")</a:t>
            </a:r>
          </a:p>
          <a:p>
            <a:pPr>
              <a:buFont typeface="+mj-lt"/>
              <a:buNone/>
            </a:pPr>
            <a:endParaRPr lang="en-GB" noProof="0" dirty="0"/>
          </a:p>
          <a:p>
            <a:pPr>
              <a:buFont typeface="+mj-lt"/>
              <a:buNone/>
            </a:pPr>
            <a:r>
              <a:rPr lang="en-GB" noProof="0" dirty="0" err="1"/>
              <a:t>file_path</a:t>
            </a:r>
            <a:r>
              <a:rPr lang="en-GB" noProof="0" dirty="0"/>
              <a:t> = "Module_4/Industrial_Sensor_Predictive_Analytics_Dataset.xlsx"</a:t>
            </a:r>
          </a:p>
          <a:p>
            <a:pPr>
              <a:buFont typeface="+mj-lt"/>
              <a:buNone/>
            </a:pPr>
            <a:endParaRPr lang="en-GB" noProof="0" dirty="0"/>
          </a:p>
          <a:p>
            <a:pPr>
              <a:buFont typeface="+mj-lt"/>
              <a:buNone/>
            </a:pPr>
            <a:r>
              <a:rPr lang="en-GB" noProof="0" dirty="0"/>
              <a:t>df = </a:t>
            </a:r>
            <a:r>
              <a:rPr lang="en-GB" noProof="0" dirty="0" err="1"/>
              <a:t>pd.read_excel</a:t>
            </a:r>
            <a:r>
              <a:rPr lang="en-GB" noProof="0" dirty="0"/>
              <a:t>(</a:t>
            </a:r>
          </a:p>
          <a:p>
            <a:pPr>
              <a:buFont typeface="+mj-lt"/>
              <a:buNone/>
            </a:pPr>
            <a:r>
              <a:rPr lang="en-GB" noProof="0" dirty="0"/>
              <a:t>    </a:t>
            </a:r>
            <a:r>
              <a:rPr lang="en-GB" noProof="0" dirty="0" err="1"/>
              <a:t>file_path</a:t>
            </a:r>
            <a:r>
              <a:rPr lang="en-GB" noProof="0" dirty="0"/>
              <a:t>,</a:t>
            </a:r>
          </a:p>
          <a:p>
            <a:pPr>
              <a:buFont typeface="+mj-lt"/>
              <a:buNone/>
            </a:pPr>
            <a:r>
              <a:rPr lang="en-GB" noProof="0" dirty="0"/>
              <a:t>    </a:t>
            </a:r>
            <a:r>
              <a:rPr lang="en-GB" noProof="0" dirty="0" err="1"/>
              <a:t>sheet_name</a:t>
            </a:r>
            <a:r>
              <a:rPr lang="en-GB" noProof="0" dirty="0"/>
              <a:t>="</a:t>
            </a:r>
            <a:r>
              <a:rPr lang="en-GB" noProof="0" dirty="0" err="1"/>
              <a:t>Industrial_Sensor_Data</a:t>
            </a:r>
            <a:r>
              <a:rPr lang="en-GB" noProof="0" dirty="0"/>
              <a:t>"</a:t>
            </a:r>
          </a:p>
          <a:p>
            <a:pPr>
              <a:buFont typeface="+mj-lt"/>
              <a:buNone/>
            </a:pPr>
            <a:r>
              <a:rPr lang="en-GB" noProof="0" dirty="0"/>
              <a:t>)</a:t>
            </a:r>
          </a:p>
          <a:p>
            <a:pPr>
              <a:buFont typeface="+mj-lt"/>
              <a:buNone/>
            </a:pPr>
            <a:endParaRPr lang="en-GB" noProof="0" dirty="0"/>
          </a:p>
          <a:p>
            <a:pPr>
              <a:buFont typeface="+mj-lt"/>
              <a:buNone/>
            </a:pPr>
            <a:r>
              <a:rPr lang="en-GB" noProof="0" dirty="0"/>
              <a:t>print("\</a:t>
            </a:r>
            <a:r>
              <a:rPr lang="en-GB" noProof="0" dirty="0" err="1"/>
              <a:t>nDataset</a:t>
            </a:r>
            <a:r>
              <a:rPr lang="en-GB" noProof="0" dirty="0"/>
              <a:t> loaded successfully.")</a:t>
            </a:r>
          </a:p>
          <a:p>
            <a:pPr>
              <a:buFont typeface="+mj-lt"/>
              <a:buNone/>
            </a:pPr>
            <a:endParaRPr lang="en-GB" noProof="0" dirty="0"/>
          </a:p>
          <a:p>
            <a:pPr>
              <a:buFont typeface="+mj-lt"/>
              <a:buNone/>
            </a:pPr>
            <a:r>
              <a:rPr lang="en-GB" noProof="0" dirty="0"/>
              <a:t>print("\</a:t>
            </a:r>
            <a:r>
              <a:rPr lang="en-GB" noProof="0" dirty="0" err="1"/>
              <a:t>nFirst</a:t>
            </a:r>
            <a:r>
              <a:rPr lang="en-GB" noProof="0" dirty="0"/>
              <a:t> 5 records:")</a:t>
            </a:r>
          </a:p>
          <a:p>
            <a:pPr>
              <a:buFont typeface="+mj-lt"/>
              <a:buNone/>
            </a:pPr>
            <a:r>
              <a:rPr lang="en-GB" noProof="0" dirty="0"/>
              <a:t>print(</a:t>
            </a:r>
            <a:r>
              <a:rPr lang="en-GB" noProof="0" dirty="0" err="1"/>
              <a:t>df.head</a:t>
            </a: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20338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DATASET INSPECTION ---")</a:t>
            </a:r>
          </a:p>
          <a:p>
            <a:pPr>
              <a:buFont typeface="+mj-lt"/>
              <a:buNone/>
            </a:pPr>
            <a:endParaRPr lang="en-GB" noProof="0" dirty="0"/>
          </a:p>
          <a:p>
            <a:pPr>
              <a:buFont typeface="+mj-lt"/>
              <a:buNone/>
            </a:pPr>
            <a:r>
              <a:rPr lang="en-GB" noProof="0" dirty="0"/>
              <a:t>print("\</a:t>
            </a:r>
            <a:r>
              <a:rPr lang="en-GB" noProof="0" dirty="0" err="1"/>
              <a:t>nDataset</a:t>
            </a:r>
            <a:r>
              <a:rPr lang="en-GB" noProof="0" dirty="0"/>
              <a:t> Dimensions:")</a:t>
            </a:r>
          </a:p>
          <a:p>
            <a:pPr>
              <a:buFont typeface="+mj-lt"/>
              <a:buNone/>
            </a:pPr>
            <a:r>
              <a:rPr lang="en-GB" noProof="0" dirty="0"/>
              <a:t>print(</a:t>
            </a:r>
            <a:r>
              <a:rPr lang="en-GB" noProof="0" dirty="0" err="1"/>
              <a:t>df.shape</a:t>
            </a:r>
            <a:r>
              <a:rPr lang="en-GB" noProof="0" dirty="0"/>
              <a:t>)</a:t>
            </a:r>
          </a:p>
          <a:p>
            <a:pPr>
              <a:buFont typeface="+mj-lt"/>
              <a:buNone/>
            </a:pPr>
            <a:endParaRPr lang="en-GB" noProof="0" dirty="0"/>
          </a:p>
          <a:p>
            <a:pPr>
              <a:buFont typeface="+mj-lt"/>
              <a:buNone/>
            </a:pPr>
            <a:r>
              <a:rPr lang="en-GB" noProof="0" dirty="0"/>
              <a:t>print("\</a:t>
            </a:r>
            <a:r>
              <a:rPr lang="en-GB" noProof="0" dirty="0" err="1"/>
              <a:t>nColumn</a:t>
            </a:r>
            <a:r>
              <a:rPr lang="en-GB" noProof="0" dirty="0"/>
              <a:t> Names:")</a:t>
            </a:r>
          </a:p>
          <a:p>
            <a:pPr>
              <a:buFont typeface="+mj-lt"/>
              <a:buNone/>
            </a:pPr>
            <a:r>
              <a:rPr lang="en-GB" noProof="0" dirty="0"/>
              <a:t>print(</a:t>
            </a:r>
            <a:r>
              <a:rPr lang="en-GB" noProof="0" dirty="0" err="1"/>
              <a:t>df.columns.tolist</a:t>
            </a:r>
            <a:r>
              <a:rPr lang="en-GB" noProof="0" dirty="0"/>
              <a:t>())</a:t>
            </a:r>
          </a:p>
          <a:p>
            <a:pPr>
              <a:buFont typeface="+mj-lt"/>
              <a:buNone/>
            </a:pPr>
            <a:endParaRPr lang="en-GB" noProof="0" dirty="0"/>
          </a:p>
          <a:p>
            <a:pPr>
              <a:buFont typeface="+mj-lt"/>
              <a:buNone/>
            </a:pPr>
            <a:r>
              <a:rPr lang="en-GB" noProof="0" dirty="0"/>
              <a:t>print("\</a:t>
            </a:r>
            <a:r>
              <a:rPr lang="en-GB" noProof="0" dirty="0" err="1"/>
              <a:t>nData</a:t>
            </a:r>
            <a:r>
              <a:rPr lang="en-GB" noProof="0" dirty="0"/>
              <a:t> Types:")</a:t>
            </a:r>
          </a:p>
          <a:p>
            <a:pPr>
              <a:buFont typeface="+mj-lt"/>
              <a:buNone/>
            </a:pPr>
            <a:r>
              <a:rPr lang="en-GB" noProof="0" dirty="0"/>
              <a:t>print(</a:t>
            </a:r>
            <a:r>
              <a:rPr lang="en-GB" noProof="0" dirty="0" err="1"/>
              <a:t>df.dtypes</a:t>
            </a:r>
            <a:r>
              <a:rPr lang="en-GB" noProof="0" dirty="0"/>
              <a:t>)</a:t>
            </a:r>
          </a:p>
          <a:p>
            <a:pPr>
              <a:buFont typeface="+mj-lt"/>
              <a:buNone/>
            </a:pPr>
            <a:endParaRPr lang="en-GB" noProof="0" dirty="0"/>
          </a:p>
          <a:p>
            <a:pPr>
              <a:buFont typeface="+mj-lt"/>
              <a:buNone/>
            </a:pPr>
            <a:r>
              <a:rPr lang="en-GB" noProof="0" dirty="0"/>
              <a:t>print("\</a:t>
            </a:r>
            <a:r>
              <a:rPr lang="en-GB" noProof="0" dirty="0" err="1"/>
              <a:t>nDataset</a:t>
            </a:r>
            <a:r>
              <a:rPr lang="en-GB" noProof="0" dirty="0"/>
              <a:t> Information:")</a:t>
            </a:r>
          </a:p>
          <a:p>
            <a:pPr>
              <a:buFont typeface="+mj-lt"/>
              <a:buNone/>
            </a:pPr>
            <a:r>
              <a:rPr lang="en-GB" noProof="0" dirty="0"/>
              <a:t>df.info()</a:t>
            </a:r>
          </a:p>
          <a:p>
            <a:pPr>
              <a:buFont typeface="+mj-lt"/>
              <a:buNone/>
            </a:pPr>
            <a:endParaRPr lang="en-GB" noProof="0" dirty="0"/>
          </a:p>
          <a:p>
            <a:pPr>
              <a:buFont typeface="+mj-lt"/>
              <a:buNone/>
            </a:pPr>
            <a:r>
              <a:rPr lang="en-GB" noProof="0" dirty="0"/>
              <a:t>print("\</a:t>
            </a:r>
            <a:r>
              <a:rPr lang="en-GB" noProof="0" dirty="0" err="1"/>
              <a:t>nSummary</a:t>
            </a:r>
            <a:r>
              <a:rPr lang="en-GB" noProof="0" dirty="0"/>
              <a:t> Statistics:")</a:t>
            </a:r>
          </a:p>
          <a:p>
            <a:pPr>
              <a:buFont typeface="+mj-lt"/>
              <a:buNone/>
            </a:pPr>
            <a:r>
              <a:rPr lang="en-GB" noProof="0" dirty="0"/>
              <a:t>print(</a:t>
            </a:r>
            <a:r>
              <a:rPr lang="en-GB" noProof="0" dirty="0" err="1"/>
              <a:t>df.describe</a:t>
            </a:r>
            <a:r>
              <a:rPr lang="en-GB" noProof="0" dirty="0"/>
              <a:t>())</a:t>
            </a:r>
          </a:p>
          <a:p>
            <a:pPr>
              <a:buFont typeface="+mj-lt"/>
              <a:buNone/>
            </a:pPr>
            <a:endParaRPr lang="en-GB" noProof="0" dirty="0"/>
          </a:p>
          <a:p>
            <a:pPr>
              <a:buFont typeface="+mj-lt"/>
              <a:buNone/>
            </a:pPr>
            <a:r>
              <a:rPr lang="en-GB" noProof="0" dirty="0"/>
              <a:t>print("\</a:t>
            </a:r>
            <a:r>
              <a:rPr lang="en-GB" noProof="0" dirty="0" err="1"/>
              <a:t>nMissing</a:t>
            </a:r>
            <a:r>
              <a:rPr lang="en-GB" noProof="0" dirty="0"/>
              <a:t> Values:")</a:t>
            </a:r>
          </a:p>
          <a:p>
            <a:pPr>
              <a:buFont typeface="+mj-lt"/>
              <a:buNone/>
            </a:pPr>
            <a:r>
              <a:rPr lang="en-GB" noProof="0" dirty="0"/>
              <a:t>print(</a:t>
            </a:r>
            <a:r>
              <a:rPr lang="en-GB" noProof="0" dirty="0" err="1"/>
              <a:t>df.isnull</a:t>
            </a:r>
            <a:r>
              <a:rPr lang="en-GB" noProof="0" dirty="0"/>
              <a:t>().sum())</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91017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b="1" dirty="0">
                <a:solidFill>
                  <a:prstClr val="black"/>
                </a:solidFill>
                <a:ea typeface="Calibri" panose="020F0502020204030204"/>
                <a:cs typeface="Calibri" panose="020F0502020204030204"/>
              </a:rPr>
              <a:t>python Module_4/module4_industrial_analysis.py</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63193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INDUSTRIAL SENSOR ANALYSIS ---")</a:t>
            </a:r>
          </a:p>
          <a:p>
            <a:pPr>
              <a:buFont typeface="+mj-lt"/>
              <a:buNone/>
            </a:pPr>
            <a:endParaRPr lang="en-GB" noProof="0" dirty="0"/>
          </a:p>
          <a:p>
            <a:pPr>
              <a:buFont typeface="+mj-lt"/>
              <a:buNone/>
            </a:pPr>
            <a:r>
              <a:rPr lang="en-GB" noProof="0" dirty="0"/>
              <a:t># Average temperature</a:t>
            </a:r>
          </a:p>
          <a:p>
            <a:pPr>
              <a:buFont typeface="+mj-lt"/>
              <a:buNone/>
            </a:pPr>
            <a:r>
              <a:rPr lang="en-GB" noProof="0" dirty="0" err="1"/>
              <a:t>average_temperature</a:t>
            </a:r>
            <a:r>
              <a:rPr lang="en-GB" noProof="0" dirty="0"/>
              <a:t> = df["</a:t>
            </a:r>
            <a:r>
              <a:rPr lang="en-GB" noProof="0" dirty="0" err="1"/>
              <a:t>Temperature_C</a:t>
            </a:r>
            <a:r>
              <a:rPr lang="en-GB" noProof="0" dirty="0"/>
              <a:t>"].mean()</a:t>
            </a:r>
          </a:p>
          <a:p>
            <a:pPr>
              <a:buFont typeface="+mj-lt"/>
              <a:buNone/>
            </a:pPr>
            <a:endParaRPr lang="en-GB" noProof="0" dirty="0"/>
          </a:p>
          <a:p>
            <a:pPr>
              <a:buFont typeface="+mj-lt"/>
              <a:buNone/>
            </a:pPr>
            <a:r>
              <a:rPr lang="en-GB" noProof="0" dirty="0"/>
              <a:t>print("\</a:t>
            </a:r>
            <a:r>
              <a:rPr lang="en-GB" noProof="0" dirty="0" err="1"/>
              <a:t>nAverage</a:t>
            </a:r>
            <a:r>
              <a:rPr lang="en-GB" noProof="0" dirty="0"/>
              <a:t> Machine Temperature:")</a:t>
            </a:r>
          </a:p>
          <a:p>
            <a:pPr>
              <a:buFont typeface="+mj-lt"/>
              <a:buNone/>
            </a:pPr>
            <a:r>
              <a:rPr lang="en-GB" noProof="0" dirty="0"/>
              <a:t>print(round(</a:t>
            </a:r>
            <a:r>
              <a:rPr lang="en-GB" noProof="0" dirty="0" err="1"/>
              <a:t>average_temperature</a:t>
            </a:r>
            <a:r>
              <a:rPr lang="en-GB" noProof="0" dirty="0"/>
              <a:t>, 2), "°C")</a:t>
            </a:r>
          </a:p>
          <a:p>
            <a:pPr>
              <a:buFont typeface="+mj-lt"/>
              <a:buNone/>
            </a:pPr>
            <a:endParaRPr lang="en-GB" noProof="0" dirty="0"/>
          </a:p>
          <a:p>
            <a:pPr>
              <a:buFont typeface="+mj-lt"/>
              <a:buNone/>
            </a:pPr>
            <a:endParaRPr lang="en-GB" noProof="0" dirty="0"/>
          </a:p>
          <a:p>
            <a:pPr>
              <a:buFont typeface="+mj-lt"/>
              <a:buNone/>
            </a:pPr>
            <a:r>
              <a:rPr lang="en-GB" noProof="0" dirty="0"/>
              <a:t># Average vibration</a:t>
            </a:r>
          </a:p>
          <a:p>
            <a:pPr>
              <a:buFont typeface="+mj-lt"/>
              <a:buNone/>
            </a:pPr>
            <a:r>
              <a:rPr lang="en-GB" noProof="0" dirty="0" err="1"/>
              <a:t>average_vibration</a:t>
            </a:r>
            <a:r>
              <a:rPr lang="en-GB" noProof="0" dirty="0"/>
              <a:t> = df["</a:t>
            </a:r>
            <a:r>
              <a:rPr lang="en-GB" noProof="0" dirty="0" err="1"/>
              <a:t>Vibration_mm_s</a:t>
            </a:r>
            <a:r>
              <a:rPr lang="en-GB" noProof="0" dirty="0"/>
              <a:t>"].mean()</a:t>
            </a:r>
          </a:p>
          <a:p>
            <a:pPr>
              <a:buFont typeface="+mj-lt"/>
              <a:buNone/>
            </a:pPr>
            <a:endParaRPr lang="en-GB" noProof="0" dirty="0"/>
          </a:p>
          <a:p>
            <a:pPr>
              <a:buFont typeface="+mj-lt"/>
              <a:buNone/>
            </a:pPr>
            <a:r>
              <a:rPr lang="en-GB" noProof="0" dirty="0"/>
              <a:t>print("\</a:t>
            </a:r>
            <a:r>
              <a:rPr lang="en-GB" noProof="0" dirty="0" err="1"/>
              <a:t>nAverage</a:t>
            </a:r>
            <a:r>
              <a:rPr lang="en-GB" noProof="0" dirty="0"/>
              <a:t> Machine Vibration:")</a:t>
            </a:r>
          </a:p>
          <a:p>
            <a:pPr>
              <a:buFont typeface="+mj-lt"/>
              <a:buNone/>
            </a:pPr>
            <a:r>
              <a:rPr lang="en-GB" noProof="0" dirty="0"/>
              <a:t>print(round(</a:t>
            </a:r>
            <a:r>
              <a:rPr lang="en-GB" noProof="0" dirty="0" err="1"/>
              <a:t>average_vibration</a:t>
            </a:r>
            <a:r>
              <a:rPr lang="en-GB" noProof="0" dirty="0"/>
              <a:t>, 2), "mm/s")</a:t>
            </a:r>
          </a:p>
          <a:p>
            <a:pPr>
              <a:buFont typeface="+mj-lt"/>
              <a:buNone/>
            </a:pPr>
            <a:endParaRPr lang="en-GB" noProof="0" dirty="0"/>
          </a:p>
          <a:p>
            <a:pPr>
              <a:buFont typeface="+mj-lt"/>
              <a:buNone/>
            </a:pPr>
            <a:endParaRPr lang="en-GB" noProof="0" dirty="0"/>
          </a:p>
          <a:p>
            <a:pPr>
              <a:buFont typeface="+mj-lt"/>
              <a:buNone/>
            </a:pPr>
            <a:r>
              <a:rPr lang="en-GB" noProof="0" dirty="0"/>
              <a:t># Average production rate</a:t>
            </a:r>
          </a:p>
          <a:p>
            <a:pPr>
              <a:buFont typeface="+mj-lt"/>
              <a:buNone/>
            </a:pPr>
            <a:r>
              <a:rPr lang="en-GB" noProof="0" dirty="0" err="1"/>
              <a:t>average_production</a:t>
            </a:r>
            <a:r>
              <a:rPr lang="en-GB" noProof="0" dirty="0"/>
              <a:t> = df["</a:t>
            </a:r>
            <a:r>
              <a:rPr lang="en-GB" noProof="0" dirty="0" err="1"/>
              <a:t>Production_Rate</a:t>
            </a:r>
            <a:r>
              <a:rPr lang="en-GB" noProof="0" dirty="0"/>
              <a:t>"].mean()</a:t>
            </a:r>
          </a:p>
          <a:p>
            <a:pPr>
              <a:buFont typeface="+mj-lt"/>
              <a:buNone/>
            </a:pPr>
            <a:endParaRPr lang="en-GB" noProof="0" dirty="0"/>
          </a:p>
          <a:p>
            <a:pPr>
              <a:buFont typeface="+mj-lt"/>
              <a:buNone/>
            </a:pPr>
            <a:r>
              <a:rPr lang="en-GB" noProof="0" dirty="0"/>
              <a:t>print("\</a:t>
            </a:r>
            <a:r>
              <a:rPr lang="en-GB" noProof="0" dirty="0" err="1"/>
              <a:t>nAverage</a:t>
            </a:r>
            <a:r>
              <a:rPr lang="en-GB" noProof="0" dirty="0"/>
              <a:t> Production Rate:")</a:t>
            </a:r>
          </a:p>
          <a:p>
            <a:pPr>
              <a:buFont typeface="+mj-lt"/>
              <a:buNone/>
            </a:pPr>
            <a:r>
              <a:rPr lang="en-GB" noProof="0" dirty="0"/>
              <a:t>print(round(</a:t>
            </a:r>
            <a:r>
              <a:rPr lang="en-GB" noProof="0" dirty="0" err="1"/>
              <a:t>average_production</a:t>
            </a:r>
            <a:r>
              <a:rPr lang="en-GB" noProof="0" dirty="0"/>
              <a:t>, 2))</a:t>
            </a:r>
          </a:p>
          <a:p>
            <a:pPr>
              <a:buFont typeface="+mj-lt"/>
              <a:buNone/>
            </a:pPr>
            <a:endParaRPr lang="en-GB" noProof="0" dirty="0"/>
          </a:p>
          <a:p>
            <a:pPr>
              <a:buFont typeface="+mj-lt"/>
              <a:buNone/>
            </a:pPr>
            <a:endParaRPr lang="en-GB" noProof="0" dirty="0"/>
          </a:p>
          <a:p>
            <a:pPr>
              <a:buFont typeface="+mj-lt"/>
              <a:buNone/>
            </a:pPr>
            <a:r>
              <a:rPr lang="en-GB" noProof="0" dirty="0"/>
              <a:t># Average quality score</a:t>
            </a:r>
          </a:p>
          <a:p>
            <a:pPr>
              <a:buFont typeface="+mj-lt"/>
              <a:buNone/>
            </a:pPr>
            <a:r>
              <a:rPr lang="en-GB" noProof="0" dirty="0" err="1"/>
              <a:t>average_quality</a:t>
            </a:r>
            <a:r>
              <a:rPr lang="en-GB" noProof="0" dirty="0"/>
              <a:t> = df["</a:t>
            </a:r>
            <a:r>
              <a:rPr lang="en-GB" noProof="0" dirty="0" err="1"/>
              <a:t>Quality_Score</a:t>
            </a:r>
            <a:r>
              <a:rPr lang="en-GB" noProof="0" dirty="0"/>
              <a:t>"].mean()</a:t>
            </a:r>
          </a:p>
          <a:p>
            <a:pPr>
              <a:buFont typeface="+mj-lt"/>
              <a:buNone/>
            </a:pPr>
            <a:endParaRPr lang="en-GB" noProof="0" dirty="0"/>
          </a:p>
          <a:p>
            <a:pPr>
              <a:buFont typeface="+mj-lt"/>
              <a:buNone/>
            </a:pPr>
            <a:r>
              <a:rPr lang="en-GB" noProof="0" dirty="0"/>
              <a:t>print("\</a:t>
            </a:r>
            <a:r>
              <a:rPr lang="en-GB" noProof="0" dirty="0" err="1"/>
              <a:t>nAverage</a:t>
            </a:r>
            <a:r>
              <a:rPr lang="en-GB" noProof="0" dirty="0"/>
              <a:t> Quality Score:")</a:t>
            </a:r>
          </a:p>
          <a:p>
            <a:pPr>
              <a:buFont typeface="+mj-lt"/>
              <a:buNone/>
            </a:pPr>
            <a:r>
              <a:rPr lang="en-GB" noProof="0" dirty="0"/>
              <a:t>print(round(</a:t>
            </a:r>
            <a:r>
              <a:rPr lang="en-GB" noProof="0" dirty="0" err="1"/>
              <a:t>average_quality</a:t>
            </a:r>
            <a:r>
              <a:rPr lang="en-GB" noProof="0" dirty="0"/>
              <a:t>, 2))</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839798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rtl="0"/>
            <a:r>
              <a:rPr lang="en-US" dirty="0"/>
              <a:t>print("\n--- MACHINE-WISE ANALYSIS ---")</a:t>
            </a:r>
          </a:p>
          <a:p>
            <a:pPr rtl="0"/>
            <a:br>
              <a:rPr lang="en-US" dirty="0"/>
            </a:br>
            <a:endParaRPr lang="en-US" dirty="0"/>
          </a:p>
          <a:p>
            <a:pPr rtl="0"/>
            <a:r>
              <a:rPr lang="en-US" dirty="0" err="1"/>
              <a:t>machine_summary</a:t>
            </a:r>
            <a:r>
              <a:rPr lang="en-US" dirty="0"/>
              <a:t> = </a:t>
            </a:r>
            <a:r>
              <a:rPr lang="en-US" dirty="0" err="1"/>
              <a:t>df.groupby</a:t>
            </a:r>
            <a:r>
              <a:rPr lang="en-US" dirty="0"/>
              <a:t>("</a:t>
            </a:r>
            <a:r>
              <a:rPr lang="en-US" dirty="0" err="1"/>
              <a:t>Machine_ID</a:t>
            </a:r>
            <a:r>
              <a:rPr lang="en-US" dirty="0"/>
              <a:t>").</a:t>
            </a:r>
            <a:r>
              <a:rPr lang="en-US" dirty="0" err="1"/>
              <a:t>agg</a:t>
            </a:r>
            <a:r>
              <a:rPr lang="en-US" dirty="0"/>
              <a:t>({</a:t>
            </a:r>
          </a:p>
          <a:p>
            <a:pPr rtl="0"/>
            <a:r>
              <a:rPr lang="en-US" dirty="0"/>
              <a:t>"</a:t>
            </a:r>
            <a:r>
              <a:rPr lang="en-US" dirty="0" err="1"/>
              <a:t>Temperature_C</a:t>
            </a:r>
            <a:r>
              <a:rPr lang="en-US" dirty="0"/>
              <a:t>": "mean",</a:t>
            </a:r>
          </a:p>
          <a:p>
            <a:pPr rtl="0"/>
            <a:r>
              <a:rPr lang="en-US" dirty="0"/>
              <a:t>"</a:t>
            </a:r>
            <a:r>
              <a:rPr lang="en-US" dirty="0" err="1"/>
              <a:t>Pressure_bar</a:t>
            </a:r>
            <a:r>
              <a:rPr lang="en-US" dirty="0"/>
              <a:t>": "mean",</a:t>
            </a:r>
          </a:p>
          <a:p>
            <a:pPr rtl="0"/>
            <a:r>
              <a:rPr lang="en-US" dirty="0"/>
              <a:t>"</a:t>
            </a:r>
            <a:r>
              <a:rPr lang="en-US" dirty="0" err="1"/>
              <a:t>Vibration_mm_s</a:t>
            </a:r>
            <a:r>
              <a:rPr lang="en-US" dirty="0"/>
              <a:t>": "mean",</a:t>
            </a:r>
          </a:p>
          <a:p>
            <a:pPr rtl="0"/>
            <a:r>
              <a:rPr lang="en-US" dirty="0"/>
              <a:t>"RPM": "mean",</a:t>
            </a:r>
          </a:p>
          <a:p>
            <a:pPr rtl="0"/>
            <a:r>
              <a:rPr lang="en-US" dirty="0"/>
              <a:t>"</a:t>
            </a:r>
            <a:r>
              <a:rPr lang="en-US" dirty="0" err="1"/>
              <a:t>Production_Rate</a:t>
            </a:r>
            <a:r>
              <a:rPr lang="en-US" dirty="0"/>
              <a:t>": "mean",</a:t>
            </a:r>
          </a:p>
          <a:p>
            <a:pPr rtl="0"/>
            <a:r>
              <a:rPr lang="en-US" dirty="0"/>
              <a:t>"</a:t>
            </a:r>
            <a:r>
              <a:rPr lang="en-US" dirty="0" err="1"/>
              <a:t>Quality_Score</a:t>
            </a:r>
            <a:r>
              <a:rPr lang="en-US" dirty="0"/>
              <a:t>": "mean"</a:t>
            </a:r>
          </a:p>
          <a:p>
            <a:pPr rtl="0"/>
            <a:r>
              <a:rPr lang="en-US" dirty="0"/>
              <a:t>})</a:t>
            </a:r>
          </a:p>
          <a:p>
            <a:pPr rtl="0"/>
            <a:br>
              <a:rPr lang="en-US" dirty="0"/>
            </a:br>
            <a:endParaRPr lang="en-US" dirty="0"/>
          </a:p>
          <a:p>
            <a:pPr rtl="0"/>
            <a:r>
              <a:rPr lang="en-US" dirty="0"/>
              <a:t>print(</a:t>
            </a:r>
            <a:r>
              <a:rPr lang="en-US" dirty="0" err="1"/>
              <a:t>machine_summary.round</a:t>
            </a:r>
            <a:r>
              <a:rPr lang="en-US" dirty="0"/>
              <a:t>(2))</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223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FAULT ANALYSIS ---")</a:t>
            </a:r>
          </a:p>
          <a:p>
            <a:pPr>
              <a:buFont typeface="+mj-lt"/>
              <a:buNone/>
            </a:pPr>
            <a:endParaRPr lang="en-GB" noProof="0" dirty="0"/>
          </a:p>
          <a:p>
            <a:pPr>
              <a:buFont typeface="+mj-lt"/>
              <a:buNone/>
            </a:pPr>
            <a:r>
              <a:rPr lang="en-GB" noProof="0" dirty="0" err="1"/>
              <a:t>fault_records</a:t>
            </a:r>
            <a:r>
              <a:rPr lang="en-GB" noProof="0" dirty="0"/>
              <a:t> = df[df["</a:t>
            </a:r>
            <a:r>
              <a:rPr lang="en-GB" noProof="0" dirty="0" err="1"/>
              <a:t>Fault_Status</a:t>
            </a:r>
            <a:r>
              <a:rPr lang="en-GB" noProof="0" dirty="0"/>
              <a:t>"] != "Normal"]</a:t>
            </a:r>
          </a:p>
          <a:p>
            <a:pPr>
              <a:buFont typeface="+mj-lt"/>
              <a:buNone/>
            </a:pPr>
            <a:endParaRPr lang="en-GB" noProof="0" dirty="0"/>
          </a:p>
          <a:p>
            <a:pPr>
              <a:buFont typeface="+mj-lt"/>
              <a:buNone/>
            </a:pPr>
            <a:r>
              <a:rPr lang="en-GB" noProof="0" dirty="0"/>
              <a:t>print("\</a:t>
            </a:r>
            <a:r>
              <a:rPr lang="en-GB" noProof="0" dirty="0" err="1"/>
              <a:t>nNumber</a:t>
            </a:r>
            <a:r>
              <a:rPr lang="en-GB" noProof="0" dirty="0"/>
              <a:t> of Non-Normal Fault Records:")</a:t>
            </a:r>
          </a:p>
          <a:p>
            <a:pPr>
              <a:buFont typeface="+mj-lt"/>
              <a:buNone/>
            </a:pPr>
            <a:r>
              <a:rPr lang="en-GB" noProof="0" dirty="0"/>
              <a:t>print(</a:t>
            </a:r>
            <a:r>
              <a:rPr lang="en-GB" noProof="0" dirty="0" err="1"/>
              <a:t>len</a:t>
            </a:r>
            <a:r>
              <a:rPr lang="en-GB" noProof="0" dirty="0"/>
              <a:t>(</a:t>
            </a:r>
            <a:r>
              <a:rPr lang="en-GB" noProof="0" dirty="0" err="1"/>
              <a:t>fault_records</a:t>
            </a:r>
            <a:r>
              <a:rPr lang="en-GB" noProof="0" dirty="0"/>
              <a:t>))</a:t>
            </a:r>
          </a:p>
          <a:p>
            <a:pPr>
              <a:buFont typeface="+mj-lt"/>
              <a:buNone/>
            </a:pPr>
            <a:endParaRPr lang="en-GB" noProof="0" dirty="0"/>
          </a:p>
          <a:p>
            <a:pPr>
              <a:buFont typeface="+mj-lt"/>
              <a:buNone/>
            </a:pPr>
            <a:r>
              <a:rPr lang="en-GB" noProof="0" dirty="0"/>
              <a:t>print("\</a:t>
            </a:r>
            <a:r>
              <a:rPr lang="en-GB" noProof="0" dirty="0" err="1"/>
              <a:t>nSample</a:t>
            </a:r>
            <a:r>
              <a:rPr lang="en-GB" noProof="0" dirty="0"/>
              <a:t> Fault Records:")</a:t>
            </a:r>
          </a:p>
          <a:p>
            <a:pPr>
              <a:buFont typeface="+mj-lt"/>
              <a:buNone/>
            </a:pPr>
            <a:r>
              <a:rPr lang="en-GB" noProof="0" dirty="0"/>
              <a:t>print(</a:t>
            </a:r>
          </a:p>
          <a:p>
            <a:pPr>
              <a:buFont typeface="+mj-lt"/>
              <a:buNone/>
            </a:pPr>
            <a:r>
              <a:rPr lang="en-GB" noProof="0" dirty="0"/>
              <a:t>    </a:t>
            </a:r>
            <a:r>
              <a:rPr lang="en-GB" noProof="0" dirty="0" err="1"/>
              <a:t>fault_records</a:t>
            </a:r>
            <a:r>
              <a:rPr lang="en-GB" noProof="0" dirty="0"/>
              <a:t>[</a:t>
            </a:r>
          </a:p>
          <a:p>
            <a:pPr>
              <a:buFont typeface="+mj-lt"/>
              <a:buNone/>
            </a:pPr>
            <a:r>
              <a:rPr lang="en-GB" noProof="0" dirty="0"/>
              <a:t>        [</a:t>
            </a:r>
          </a:p>
          <a:p>
            <a:pPr>
              <a:buFont typeface="+mj-lt"/>
              <a:buNone/>
            </a:pPr>
            <a:r>
              <a:rPr lang="en-GB" noProof="0" dirty="0"/>
              <a:t>            "Timestamp",</a:t>
            </a:r>
          </a:p>
          <a:p>
            <a:pPr>
              <a:buFont typeface="+mj-lt"/>
              <a:buNone/>
            </a:pPr>
            <a:r>
              <a:rPr lang="en-GB" noProof="0" dirty="0"/>
              <a:t>            "</a:t>
            </a:r>
            <a:r>
              <a:rPr lang="en-GB" noProof="0" dirty="0" err="1"/>
              <a:t>Machine_ID</a:t>
            </a:r>
            <a:r>
              <a:rPr lang="en-GB" noProof="0" dirty="0"/>
              <a:t>",</a:t>
            </a:r>
          </a:p>
          <a:p>
            <a:pPr>
              <a:buFont typeface="+mj-lt"/>
              <a:buNone/>
            </a:pPr>
            <a:r>
              <a:rPr lang="en-GB" noProof="0" dirty="0"/>
              <a:t>            "</a:t>
            </a:r>
            <a:r>
              <a:rPr lang="en-GB" noProof="0" dirty="0" err="1"/>
              <a:t>Temperature_C</a:t>
            </a:r>
            <a:r>
              <a:rPr lang="en-GB" noProof="0" dirty="0"/>
              <a:t>",</a:t>
            </a:r>
          </a:p>
          <a:p>
            <a:pPr>
              <a:buFont typeface="+mj-lt"/>
              <a:buNone/>
            </a:pPr>
            <a:r>
              <a:rPr lang="en-GB" noProof="0" dirty="0"/>
              <a:t>            "</a:t>
            </a:r>
            <a:r>
              <a:rPr lang="en-GB" noProof="0" dirty="0" err="1"/>
              <a:t>Vibration_mm_s</a:t>
            </a:r>
            <a:r>
              <a:rPr lang="en-GB" noProof="0" dirty="0"/>
              <a:t>",</a:t>
            </a:r>
          </a:p>
          <a:p>
            <a:pPr>
              <a:buFont typeface="+mj-lt"/>
              <a:buNone/>
            </a:pPr>
            <a:r>
              <a:rPr lang="en-GB" noProof="0" dirty="0"/>
              <a:t>            "</a:t>
            </a:r>
            <a:r>
              <a:rPr lang="en-GB" noProof="0" dirty="0" err="1"/>
              <a:t>Fault_Status</a:t>
            </a:r>
            <a:r>
              <a:rPr lang="en-GB" noProof="0" dirty="0"/>
              <a:t>",</a:t>
            </a:r>
          </a:p>
          <a:p>
            <a:pPr>
              <a:buFont typeface="+mj-lt"/>
              <a:buNone/>
            </a:pPr>
            <a:r>
              <a:rPr lang="en-GB" noProof="0" dirty="0"/>
              <a:t>            "</a:t>
            </a:r>
            <a:r>
              <a:rPr lang="en-GB" noProof="0" dirty="0" err="1"/>
              <a:t>Maintenance_Required</a:t>
            </a:r>
            <a:r>
              <a:rPr lang="en-GB" noProof="0" dirty="0"/>
              <a:t>"</a:t>
            </a:r>
          </a:p>
          <a:p>
            <a:pPr>
              <a:buFont typeface="+mj-lt"/>
              <a:buNone/>
            </a:pPr>
            <a:r>
              <a:rPr lang="en-GB" noProof="0" dirty="0"/>
              <a:t>        ]</a:t>
            </a:r>
          </a:p>
          <a:p>
            <a:pPr>
              <a:buFont typeface="+mj-lt"/>
              <a:buNone/>
            </a:pPr>
            <a:r>
              <a:rPr lang="en-GB" noProof="0" dirty="0"/>
              <a:t>    ].head(10)</a:t>
            </a:r>
          </a:p>
          <a:p>
            <a:pPr>
              <a:buFont typeface="+mj-lt"/>
              <a:buNone/>
            </a:pP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454163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MAINTENANCE ANALYSIS ---")</a:t>
            </a:r>
          </a:p>
          <a:p>
            <a:pPr>
              <a:buFont typeface="+mj-lt"/>
              <a:buNone/>
            </a:pPr>
            <a:endParaRPr lang="en-GB" noProof="0" dirty="0"/>
          </a:p>
          <a:p>
            <a:pPr>
              <a:buFont typeface="+mj-lt"/>
              <a:buNone/>
            </a:pPr>
            <a:r>
              <a:rPr lang="en-GB" noProof="0" dirty="0" err="1"/>
              <a:t>maintenance_records</a:t>
            </a:r>
            <a:r>
              <a:rPr lang="en-GB" noProof="0" dirty="0"/>
              <a:t> = df[</a:t>
            </a:r>
          </a:p>
          <a:p>
            <a:pPr>
              <a:buFont typeface="+mj-lt"/>
              <a:buNone/>
            </a:pPr>
            <a:r>
              <a:rPr lang="en-GB" noProof="0" dirty="0"/>
              <a:t>    df["</a:t>
            </a:r>
            <a:r>
              <a:rPr lang="en-GB" noProof="0" dirty="0" err="1"/>
              <a:t>Maintenance_Required</a:t>
            </a:r>
            <a:r>
              <a:rPr lang="en-GB" noProof="0" dirty="0"/>
              <a:t>"] == "Yes"</a:t>
            </a:r>
          </a:p>
          <a:p>
            <a:pPr>
              <a:buFont typeface="+mj-lt"/>
              <a:buNone/>
            </a:pPr>
            <a:r>
              <a:rPr lang="en-GB" noProof="0" dirty="0"/>
              <a:t>]</a:t>
            </a:r>
          </a:p>
          <a:p>
            <a:pPr>
              <a:buFont typeface="+mj-lt"/>
              <a:buNone/>
            </a:pPr>
            <a:endParaRPr lang="en-GB" noProof="0" dirty="0"/>
          </a:p>
          <a:p>
            <a:pPr>
              <a:buFont typeface="+mj-lt"/>
              <a:buNone/>
            </a:pPr>
            <a:r>
              <a:rPr lang="en-GB" noProof="0" dirty="0"/>
              <a:t>print("\</a:t>
            </a:r>
            <a:r>
              <a:rPr lang="en-GB" noProof="0" dirty="0" err="1"/>
              <a:t>nMachines</a:t>
            </a:r>
            <a:r>
              <a:rPr lang="en-GB" noProof="0" dirty="0"/>
              <a:t> Requiring Maintenance:")</a:t>
            </a:r>
          </a:p>
          <a:p>
            <a:pPr>
              <a:buFont typeface="+mj-lt"/>
              <a:buNone/>
            </a:pPr>
            <a:r>
              <a:rPr lang="en-GB" noProof="0" dirty="0"/>
              <a:t>print(</a:t>
            </a:r>
            <a:r>
              <a:rPr lang="en-GB" noProof="0" dirty="0" err="1"/>
              <a:t>len</a:t>
            </a:r>
            <a:r>
              <a:rPr lang="en-GB" noProof="0" dirty="0"/>
              <a:t>(</a:t>
            </a:r>
            <a:r>
              <a:rPr lang="en-GB" noProof="0" dirty="0" err="1"/>
              <a:t>maintenance_records</a:t>
            </a:r>
            <a:r>
              <a:rPr lang="en-GB" noProof="0" dirty="0"/>
              <a:t>))</a:t>
            </a:r>
          </a:p>
          <a:p>
            <a:pPr>
              <a:buFont typeface="+mj-lt"/>
              <a:buNone/>
            </a:pPr>
            <a:endParaRPr lang="en-GB" noProof="0" dirty="0"/>
          </a:p>
          <a:p>
            <a:pPr>
              <a:buFont typeface="+mj-lt"/>
              <a:buNone/>
            </a:pPr>
            <a:r>
              <a:rPr lang="en-GB" noProof="0" dirty="0"/>
              <a:t>print(</a:t>
            </a:r>
          </a:p>
          <a:p>
            <a:pPr>
              <a:buFont typeface="+mj-lt"/>
              <a:buNone/>
            </a:pPr>
            <a:r>
              <a:rPr lang="en-GB" noProof="0" dirty="0"/>
              <a:t>    </a:t>
            </a:r>
            <a:r>
              <a:rPr lang="en-GB" noProof="0" dirty="0" err="1"/>
              <a:t>maintenance_records</a:t>
            </a:r>
            <a:r>
              <a:rPr lang="en-GB" noProof="0" dirty="0"/>
              <a:t>[</a:t>
            </a:r>
          </a:p>
          <a:p>
            <a:pPr>
              <a:buFont typeface="+mj-lt"/>
              <a:buNone/>
            </a:pPr>
            <a:r>
              <a:rPr lang="en-GB" noProof="0" dirty="0"/>
              <a:t>        [</a:t>
            </a:r>
          </a:p>
          <a:p>
            <a:pPr>
              <a:buFont typeface="+mj-lt"/>
              <a:buNone/>
            </a:pPr>
            <a:r>
              <a:rPr lang="en-GB" noProof="0" dirty="0"/>
              <a:t>            "Timestamp",</a:t>
            </a:r>
          </a:p>
          <a:p>
            <a:pPr>
              <a:buFont typeface="+mj-lt"/>
              <a:buNone/>
            </a:pPr>
            <a:r>
              <a:rPr lang="en-GB" noProof="0" dirty="0"/>
              <a:t>            "</a:t>
            </a:r>
            <a:r>
              <a:rPr lang="en-GB" noProof="0" dirty="0" err="1"/>
              <a:t>Machine_ID</a:t>
            </a:r>
            <a:r>
              <a:rPr lang="en-GB" noProof="0" dirty="0"/>
              <a:t>",</a:t>
            </a:r>
          </a:p>
          <a:p>
            <a:pPr>
              <a:buFont typeface="+mj-lt"/>
              <a:buNone/>
            </a:pPr>
            <a:r>
              <a:rPr lang="en-GB" noProof="0" dirty="0"/>
              <a:t>            "</a:t>
            </a:r>
            <a:r>
              <a:rPr lang="en-GB" noProof="0" dirty="0" err="1"/>
              <a:t>Temperature_C</a:t>
            </a:r>
            <a:r>
              <a:rPr lang="en-GB" noProof="0" dirty="0"/>
              <a:t>",</a:t>
            </a:r>
          </a:p>
          <a:p>
            <a:pPr>
              <a:buFont typeface="+mj-lt"/>
              <a:buNone/>
            </a:pPr>
            <a:r>
              <a:rPr lang="en-GB" noProof="0" dirty="0"/>
              <a:t>            "</a:t>
            </a:r>
            <a:r>
              <a:rPr lang="en-GB" noProof="0" dirty="0" err="1"/>
              <a:t>Vibration_mm_s</a:t>
            </a:r>
            <a:r>
              <a:rPr lang="en-GB" noProof="0" dirty="0"/>
              <a:t>",</a:t>
            </a:r>
          </a:p>
          <a:p>
            <a:pPr>
              <a:buFont typeface="+mj-lt"/>
              <a:buNone/>
            </a:pPr>
            <a:r>
              <a:rPr lang="en-GB" noProof="0" dirty="0"/>
              <a:t>            "RPM",</a:t>
            </a:r>
          </a:p>
          <a:p>
            <a:pPr>
              <a:buFont typeface="+mj-lt"/>
              <a:buNone/>
            </a:pPr>
            <a:r>
              <a:rPr lang="en-GB" noProof="0" dirty="0"/>
              <a:t>            "</a:t>
            </a:r>
            <a:r>
              <a:rPr lang="en-GB" noProof="0" dirty="0" err="1"/>
              <a:t>Fault_Status</a:t>
            </a:r>
            <a:r>
              <a:rPr lang="en-GB" noProof="0" dirty="0"/>
              <a:t>"</a:t>
            </a:r>
          </a:p>
          <a:p>
            <a:pPr>
              <a:buFont typeface="+mj-lt"/>
              <a:buNone/>
            </a:pPr>
            <a:r>
              <a:rPr lang="en-GB" noProof="0" dirty="0"/>
              <a:t>        ]</a:t>
            </a:r>
          </a:p>
          <a:p>
            <a:pPr>
              <a:buFont typeface="+mj-lt"/>
              <a:buNone/>
            </a:pPr>
            <a:r>
              <a:rPr lang="en-GB" noProof="0" dirty="0"/>
              <a:t>    ].head(10)</a:t>
            </a:r>
          </a:p>
          <a:p>
            <a:pPr>
              <a:buFont typeface="+mj-lt"/>
              <a:buNone/>
            </a:pP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90048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a:t>
            </a:r>
            <a:r>
              <a:rPr lang="en-GB" noProof="0" dirty="0" err="1"/>
              <a:t>nFault</a:t>
            </a:r>
            <a:r>
              <a:rPr lang="en-GB" noProof="0" dirty="0"/>
              <a:t> Status Distribution:")</a:t>
            </a:r>
          </a:p>
          <a:p>
            <a:pPr>
              <a:buFont typeface="+mj-lt"/>
              <a:buNone/>
            </a:pPr>
            <a:endParaRPr lang="en-GB" noProof="0" dirty="0"/>
          </a:p>
          <a:p>
            <a:pPr>
              <a:buFont typeface="+mj-lt"/>
              <a:buNone/>
            </a:pPr>
            <a:r>
              <a:rPr lang="en-GB" noProof="0" dirty="0" err="1"/>
              <a:t>fault_distribution</a:t>
            </a:r>
            <a:r>
              <a:rPr lang="en-GB" noProof="0" dirty="0"/>
              <a:t> = df["</a:t>
            </a:r>
            <a:r>
              <a:rPr lang="en-GB" noProof="0" dirty="0" err="1"/>
              <a:t>Fault_Status</a:t>
            </a:r>
            <a:r>
              <a:rPr lang="en-GB" noProof="0" dirty="0"/>
              <a:t>"].</a:t>
            </a:r>
            <a:r>
              <a:rPr lang="en-GB" noProof="0" dirty="0" err="1"/>
              <a:t>value_counts</a:t>
            </a:r>
            <a:r>
              <a:rPr lang="en-GB" noProof="0" dirty="0"/>
              <a:t>()</a:t>
            </a:r>
          </a:p>
          <a:p>
            <a:pPr>
              <a:buFont typeface="+mj-lt"/>
              <a:buNone/>
            </a:pPr>
            <a:endParaRPr lang="en-GB" noProof="0" dirty="0"/>
          </a:p>
          <a:p>
            <a:pPr>
              <a:buFont typeface="+mj-lt"/>
              <a:buNone/>
            </a:pPr>
            <a:r>
              <a:rPr lang="en-GB" noProof="0" dirty="0"/>
              <a:t>print(</a:t>
            </a:r>
            <a:r>
              <a:rPr lang="en-GB" noProof="0" dirty="0" err="1"/>
              <a:t>fault_distribution</a:t>
            </a:r>
            <a:r>
              <a:rPr lang="en-GB" noProof="0" dirty="0"/>
              <a:t>)</a:t>
            </a:r>
          </a:p>
          <a:p>
            <a:pPr>
              <a:buFont typeface="+mj-lt"/>
              <a:buNone/>
            </a:pPr>
            <a:endParaRPr lang="en-GB" noProof="0" dirty="0"/>
          </a:p>
          <a:p>
            <a:pPr>
              <a:buFont typeface="+mj-lt"/>
              <a:buNone/>
            </a:pPr>
            <a:r>
              <a:rPr lang="en-GB" noProof="0" dirty="0"/>
              <a:t>print("\</a:t>
            </a:r>
            <a:r>
              <a:rPr lang="en-GB" noProof="0" dirty="0" err="1"/>
              <a:t>nMaintenance</a:t>
            </a:r>
            <a:r>
              <a:rPr lang="en-GB" noProof="0" dirty="0"/>
              <a:t> Requirement Distribution:")</a:t>
            </a:r>
          </a:p>
          <a:p>
            <a:pPr>
              <a:buFont typeface="+mj-lt"/>
              <a:buNone/>
            </a:pPr>
            <a:endParaRPr lang="en-GB" noProof="0" dirty="0"/>
          </a:p>
          <a:p>
            <a:pPr>
              <a:buFont typeface="+mj-lt"/>
              <a:buNone/>
            </a:pPr>
            <a:r>
              <a:rPr lang="en-GB" noProof="0" dirty="0" err="1"/>
              <a:t>maintenance_distribution</a:t>
            </a:r>
            <a:r>
              <a:rPr lang="en-GB" noProof="0" dirty="0"/>
              <a:t> = (</a:t>
            </a:r>
          </a:p>
          <a:p>
            <a:pPr>
              <a:buFont typeface="+mj-lt"/>
              <a:buNone/>
            </a:pPr>
            <a:r>
              <a:rPr lang="en-GB" noProof="0" dirty="0"/>
              <a:t>    df["</a:t>
            </a:r>
            <a:r>
              <a:rPr lang="en-GB" noProof="0" dirty="0" err="1"/>
              <a:t>Maintenance_Required</a:t>
            </a:r>
            <a:r>
              <a:rPr lang="en-GB" noProof="0" dirty="0"/>
              <a:t>"].</a:t>
            </a:r>
            <a:r>
              <a:rPr lang="en-GB" noProof="0" dirty="0" err="1"/>
              <a:t>value_counts</a:t>
            </a:r>
            <a:r>
              <a:rPr lang="en-GB" noProof="0" dirty="0"/>
              <a:t>()</a:t>
            </a:r>
          </a:p>
          <a:p>
            <a:pPr>
              <a:buFont typeface="+mj-lt"/>
              <a:buNone/>
            </a:pPr>
            <a:r>
              <a:rPr lang="en-GB" noProof="0" dirty="0"/>
              <a:t>)</a:t>
            </a:r>
          </a:p>
          <a:p>
            <a:pPr>
              <a:buFont typeface="+mj-lt"/>
              <a:buNone/>
            </a:pPr>
            <a:endParaRPr lang="en-GB" noProof="0" dirty="0"/>
          </a:p>
          <a:p>
            <a:pPr>
              <a:buFont typeface="+mj-lt"/>
              <a:buNone/>
            </a:pPr>
            <a:r>
              <a:rPr lang="en-GB" noProof="0" dirty="0"/>
              <a:t>print(</a:t>
            </a:r>
            <a:r>
              <a:rPr lang="en-GB" noProof="0" dirty="0" err="1"/>
              <a:t>maintenance_distribution</a:t>
            </a: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209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NUMPY SENSOR ANALYSIS ---")</a:t>
            </a:r>
          </a:p>
          <a:p>
            <a:pPr>
              <a:buFont typeface="+mj-lt"/>
              <a:buNone/>
            </a:pPr>
            <a:endParaRPr lang="en-GB" noProof="0" dirty="0"/>
          </a:p>
          <a:p>
            <a:pPr>
              <a:buFont typeface="+mj-lt"/>
              <a:buNone/>
            </a:pPr>
            <a:r>
              <a:rPr lang="en-GB" noProof="0" dirty="0" err="1"/>
              <a:t>temperature_values</a:t>
            </a:r>
            <a:r>
              <a:rPr lang="en-GB" noProof="0" dirty="0"/>
              <a:t> = df["</a:t>
            </a:r>
            <a:r>
              <a:rPr lang="en-GB" noProof="0" dirty="0" err="1"/>
              <a:t>Temperature_C</a:t>
            </a:r>
            <a:r>
              <a:rPr lang="en-GB" noProof="0" dirty="0"/>
              <a:t>"].</a:t>
            </a:r>
            <a:r>
              <a:rPr lang="en-GB" noProof="0" dirty="0" err="1"/>
              <a:t>dropna</a:t>
            </a:r>
            <a:r>
              <a:rPr lang="en-GB" noProof="0" dirty="0"/>
              <a:t>().</a:t>
            </a:r>
            <a:r>
              <a:rPr lang="en-GB" noProof="0" dirty="0" err="1"/>
              <a:t>to_numpy</a:t>
            </a:r>
            <a:r>
              <a:rPr lang="en-GB" noProof="0" dirty="0"/>
              <a:t>()</a:t>
            </a:r>
          </a:p>
          <a:p>
            <a:pPr>
              <a:buFont typeface="+mj-lt"/>
              <a:buNone/>
            </a:pPr>
            <a:endParaRPr lang="en-GB" noProof="0" dirty="0"/>
          </a:p>
          <a:p>
            <a:pPr>
              <a:buFont typeface="+mj-lt"/>
              <a:buNone/>
            </a:pPr>
            <a:r>
              <a:rPr lang="en-GB" noProof="0" dirty="0" err="1"/>
              <a:t>vibration_values</a:t>
            </a:r>
            <a:r>
              <a:rPr lang="en-GB" noProof="0" dirty="0"/>
              <a:t> = df["</a:t>
            </a:r>
            <a:r>
              <a:rPr lang="en-GB" noProof="0" dirty="0" err="1"/>
              <a:t>Vibration_mm_s</a:t>
            </a:r>
            <a:r>
              <a:rPr lang="en-GB" noProof="0" dirty="0"/>
              <a:t>"].</a:t>
            </a:r>
            <a:r>
              <a:rPr lang="en-GB" noProof="0" dirty="0" err="1"/>
              <a:t>dropna</a:t>
            </a:r>
            <a:r>
              <a:rPr lang="en-GB" noProof="0" dirty="0"/>
              <a:t>().</a:t>
            </a:r>
            <a:r>
              <a:rPr lang="en-GB" noProof="0" dirty="0" err="1"/>
              <a:t>to_numpy</a:t>
            </a:r>
            <a:r>
              <a:rPr lang="en-GB" noProof="0" dirty="0"/>
              <a:t>()</a:t>
            </a:r>
          </a:p>
          <a:p>
            <a:pPr>
              <a:buFont typeface="+mj-lt"/>
              <a:buNone/>
            </a:pPr>
            <a:endParaRPr lang="en-GB" noProof="0" dirty="0"/>
          </a:p>
          <a:p>
            <a:pPr>
              <a:buFont typeface="+mj-lt"/>
              <a:buNone/>
            </a:pPr>
            <a:r>
              <a:rPr lang="en-GB" noProof="0" dirty="0" err="1"/>
              <a:t>rpm_values</a:t>
            </a:r>
            <a:r>
              <a:rPr lang="en-GB" noProof="0" dirty="0"/>
              <a:t> = df["RPM"].</a:t>
            </a:r>
            <a:r>
              <a:rPr lang="en-GB" noProof="0" dirty="0" err="1"/>
              <a:t>to_numpy</a:t>
            </a: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96267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b="1" dirty="0"/>
              <a:t>Calculate temperature statistics</a:t>
            </a:r>
          </a:p>
          <a:p>
            <a:pPr rtl="0"/>
            <a:r>
              <a:rPr lang="en-US" dirty="0"/>
              <a:t>print("\</a:t>
            </a:r>
            <a:r>
              <a:rPr lang="en-US" dirty="0" err="1"/>
              <a:t>nTemperature</a:t>
            </a:r>
            <a:r>
              <a:rPr lang="en-US" dirty="0"/>
              <a:t> Statistics:")</a:t>
            </a:r>
          </a:p>
          <a:p>
            <a:pPr rtl="0"/>
            <a:br>
              <a:rPr lang="en-US" dirty="0"/>
            </a:br>
            <a:endParaRPr lang="en-US" dirty="0"/>
          </a:p>
          <a:p>
            <a:pPr rtl="0"/>
            <a:r>
              <a:rPr lang="en-US" dirty="0"/>
              <a:t>print(</a:t>
            </a:r>
          </a:p>
          <a:p>
            <a:pPr rtl="0"/>
            <a:r>
              <a:rPr lang="en-US" dirty="0"/>
              <a:t>"Mean Temperature:",</a:t>
            </a:r>
          </a:p>
          <a:p>
            <a:pPr rtl="0"/>
            <a:r>
              <a:rPr lang="en-US" dirty="0"/>
              <a:t>round(</a:t>
            </a:r>
            <a:r>
              <a:rPr lang="en-US" dirty="0" err="1"/>
              <a:t>np.mean</a:t>
            </a:r>
            <a:r>
              <a:rPr lang="en-US" dirty="0"/>
              <a:t>(</a:t>
            </a:r>
            <a:r>
              <a:rPr lang="en-US" dirty="0" err="1"/>
              <a:t>temperature_values</a:t>
            </a:r>
            <a:r>
              <a:rPr lang="en-US" dirty="0"/>
              <a:t>), 2)</a:t>
            </a:r>
          </a:p>
          <a:p>
            <a:pPr rtl="0"/>
            <a:r>
              <a:rPr lang="en-US" dirty="0"/>
              <a:t>)</a:t>
            </a:r>
          </a:p>
          <a:p>
            <a:pPr rtl="0"/>
            <a:br>
              <a:rPr lang="en-US" dirty="0"/>
            </a:br>
            <a:endParaRPr lang="en-US" dirty="0"/>
          </a:p>
          <a:p>
            <a:pPr rtl="0"/>
            <a:r>
              <a:rPr lang="en-US" dirty="0"/>
              <a:t>print(</a:t>
            </a:r>
          </a:p>
          <a:p>
            <a:pPr rtl="0"/>
            <a:r>
              <a:rPr lang="en-US" dirty="0"/>
              <a:t>"Maximum Temperature:",</a:t>
            </a:r>
          </a:p>
          <a:p>
            <a:pPr rtl="0"/>
            <a:r>
              <a:rPr lang="en-US" dirty="0"/>
              <a:t>round(</a:t>
            </a:r>
            <a:r>
              <a:rPr lang="en-US" dirty="0" err="1"/>
              <a:t>np.max</a:t>
            </a:r>
            <a:r>
              <a:rPr lang="en-US" dirty="0"/>
              <a:t>(</a:t>
            </a:r>
            <a:r>
              <a:rPr lang="en-US" dirty="0" err="1"/>
              <a:t>temperature_values</a:t>
            </a:r>
            <a:r>
              <a:rPr lang="en-US" dirty="0"/>
              <a:t>), 2)</a:t>
            </a:r>
          </a:p>
          <a:p>
            <a:pPr rtl="0"/>
            <a:r>
              <a:rPr lang="en-US" dirty="0"/>
              <a:t>)</a:t>
            </a:r>
          </a:p>
          <a:p>
            <a:pPr rtl="0"/>
            <a:br>
              <a:rPr lang="en-US" dirty="0"/>
            </a:br>
            <a:endParaRPr lang="en-US" dirty="0"/>
          </a:p>
          <a:p>
            <a:pPr rtl="0"/>
            <a:r>
              <a:rPr lang="en-US" dirty="0"/>
              <a:t>print(</a:t>
            </a:r>
          </a:p>
          <a:p>
            <a:pPr rtl="0"/>
            <a:r>
              <a:rPr lang="en-US" dirty="0"/>
              <a:t>"Minimum Temperature:",</a:t>
            </a:r>
          </a:p>
          <a:p>
            <a:pPr rtl="0"/>
            <a:r>
              <a:rPr lang="en-US" dirty="0"/>
              <a:t>round(</a:t>
            </a:r>
            <a:r>
              <a:rPr lang="en-US" dirty="0" err="1"/>
              <a:t>np.min</a:t>
            </a:r>
            <a:r>
              <a:rPr lang="en-US" dirty="0"/>
              <a:t>(</a:t>
            </a:r>
            <a:r>
              <a:rPr lang="en-US" dirty="0" err="1"/>
              <a:t>temperature_values</a:t>
            </a:r>
            <a:r>
              <a:rPr lang="en-US" dirty="0"/>
              <a:t>), 2)</a:t>
            </a:r>
          </a:p>
          <a:p>
            <a:pPr rtl="0"/>
            <a:r>
              <a:rPr lang="en-US" dirty="0"/>
              <a:t>)</a:t>
            </a:r>
          </a:p>
          <a:p>
            <a:pPr rtl="0"/>
            <a:br>
              <a:rPr lang="en-US" dirty="0"/>
            </a:br>
            <a:endParaRPr lang="en-US" dirty="0"/>
          </a:p>
          <a:p>
            <a:pPr rtl="0"/>
            <a:r>
              <a:rPr lang="en-US" dirty="0"/>
              <a:t>print(</a:t>
            </a:r>
          </a:p>
          <a:p>
            <a:pPr rtl="0"/>
            <a:r>
              <a:rPr lang="en-US" dirty="0"/>
              <a:t>"Temperature Standard Deviation:",</a:t>
            </a:r>
          </a:p>
          <a:p>
            <a:pPr rtl="0"/>
            <a:r>
              <a:rPr lang="en-US" dirty="0"/>
              <a:t>round(</a:t>
            </a:r>
            <a:r>
              <a:rPr lang="en-US" dirty="0" err="1"/>
              <a:t>np.std</a:t>
            </a:r>
            <a:r>
              <a:rPr lang="en-US" dirty="0"/>
              <a:t>(</a:t>
            </a:r>
            <a:r>
              <a:rPr lang="en-US" dirty="0" err="1"/>
              <a:t>temperature_values</a:t>
            </a:r>
            <a:r>
              <a:rPr lang="en-US" dirty="0"/>
              <a:t>), 2)</a:t>
            </a:r>
          </a:p>
          <a:p>
            <a:pPr rtl="0"/>
            <a:r>
              <a:rPr lang="en-US" dirty="0"/>
              <a:t>)</a:t>
            </a:r>
          </a:p>
          <a:p>
            <a:r>
              <a:rPr lang="en-US" b="1" dirty="0" err="1"/>
              <a:t>Analyse</a:t>
            </a:r>
            <a:r>
              <a:rPr lang="en-US" b="1" dirty="0"/>
              <a:t> vibration</a:t>
            </a:r>
          </a:p>
          <a:p>
            <a:pPr rtl="0"/>
            <a:r>
              <a:rPr lang="en-US" dirty="0"/>
              <a:t>print("\</a:t>
            </a:r>
            <a:r>
              <a:rPr lang="en-US" dirty="0" err="1"/>
              <a:t>nVibration</a:t>
            </a:r>
            <a:r>
              <a:rPr lang="en-US" dirty="0"/>
              <a:t> Statistics:")</a:t>
            </a:r>
          </a:p>
          <a:p>
            <a:pPr rtl="0"/>
            <a:br>
              <a:rPr lang="en-US" dirty="0"/>
            </a:br>
            <a:endParaRPr lang="en-US" dirty="0"/>
          </a:p>
          <a:p>
            <a:pPr rtl="0"/>
            <a:r>
              <a:rPr lang="en-US" dirty="0"/>
              <a:t>print(</a:t>
            </a:r>
          </a:p>
          <a:p>
            <a:pPr rtl="0"/>
            <a:r>
              <a:rPr lang="en-US" dirty="0"/>
              <a:t>"Mean Vibration:",</a:t>
            </a:r>
          </a:p>
          <a:p>
            <a:pPr rtl="0"/>
            <a:r>
              <a:rPr lang="en-US" dirty="0"/>
              <a:t>round(</a:t>
            </a:r>
            <a:r>
              <a:rPr lang="en-US" dirty="0" err="1"/>
              <a:t>np.mean</a:t>
            </a:r>
            <a:r>
              <a:rPr lang="en-US" dirty="0"/>
              <a:t>(</a:t>
            </a:r>
            <a:r>
              <a:rPr lang="en-US" dirty="0" err="1"/>
              <a:t>vibration_values</a:t>
            </a:r>
            <a:r>
              <a:rPr lang="en-US" dirty="0"/>
              <a:t>), 2)</a:t>
            </a:r>
          </a:p>
          <a:p>
            <a:pPr rtl="0"/>
            <a:r>
              <a:rPr lang="en-US" dirty="0"/>
              <a:t>)</a:t>
            </a:r>
          </a:p>
          <a:p>
            <a:pPr rtl="0"/>
            <a:br>
              <a:rPr lang="en-US" dirty="0"/>
            </a:br>
            <a:endParaRPr lang="en-US" dirty="0"/>
          </a:p>
          <a:p>
            <a:pPr rtl="0"/>
            <a:r>
              <a:rPr lang="en-US" dirty="0"/>
              <a:t>print(</a:t>
            </a:r>
          </a:p>
          <a:p>
            <a:pPr rtl="0"/>
            <a:r>
              <a:rPr lang="en-US" dirty="0"/>
              <a:t>"Maximum Vibration:",</a:t>
            </a:r>
          </a:p>
          <a:p>
            <a:pPr rtl="0"/>
            <a:r>
              <a:rPr lang="en-US" dirty="0"/>
              <a:t>round(</a:t>
            </a:r>
            <a:r>
              <a:rPr lang="en-US" dirty="0" err="1"/>
              <a:t>np.max</a:t>
            </a:r>
            <a:r>
              <a:rPr lang="en-US" dirty="0"/>
              <a:t>(</a:t>
            </a:r>
            <a:r>
              <a:rPr lang="en-US" dirty="0" err="1"/>
              <a:t>vibration_values</a:t>
            </a:r>
            <a:r>
              <a:rPr lang="en-US" dirty="0"/>
              <a:t>), 2)</a:t>
            </a:r>
          </a:p>
          <a:p>
            <a:pPr rtl="0"/>
            <a:r>
              <a:rPr lang="en-US" dirty="0"/>
              <a:t>)</a:t>
            </a:r>
          </a:p>
          <a:p>
            <a:pPr rtl="0"/>
            <a:br>
              <a:rPr lang="en-US" dirty="0"/>
            </a:br>
            <a:endParaRPr lang="en-US" dirty="0"/>
          </a:p>
          <a:p>
            <a:pPr rtl="0"/>
            <a:r>
              <a:rPr lang="en-US" dirty="0"/>
              <a:t>print(</a:t>
            </a:r>
          </a:p>
          <a:p>
            <a:pPr rtl="0"/>
            <a:r>
              <a:rPr lang="en-US" dirty="0"/>
              <a:t>"Vibration Standard Deviation:",</a:t>
            </a:r>
          </a:p>
          <a:p>
            <a:pPr rtl="0"/>
            <a:r>
              <a:rPr lang="en-US" dirty="0"/>
              <a:t>round(</a:t>
            </a:r>
            <a:r>
              <a:rPr lang="en-US" dirty="0" err="1"/>
              <a:t>np.std</a:t>
            </a:r>
            <a:r>
              <a:rPr lang="en-US" dirty="0"/>
              <a:t>(</a:t>
            </a:r>
            <a:r>
              <a:rPr lang="en-US" dirty="0" err="1"/>
              <a:t>vibration_values</a:t>
            </a:r>
            <a:r>
              <a:rPr lang="en-US" dirty="0"/>
              <a:t>), 2)</a:t>
            </a:r>
          </a:p>
          <a:p>
            <a:pPr rtl="0"/>
            <a:r>
              <a:rPr lang="en-US" dirty="0"/>
              <a:t>)</a:t>
            </a:r>
          </a:p>
          <a:p>
            <a:r>
              <a:rPr lang="en-US" b="1" dirty="0" err="1"/>
              <a:t>Analyse</a:t>
            </a:r>
            <a:r>
              <a:rPr lang="en-US" b="1" dirty="0"/>
              <a:t> RPM</a:t>
            </a:r>
          </a:p>
          <a:p>
            <a:pPr rtl="0"/>
            <a:r>
              <a:rPr lang="en-US" dirty="0"/>
              <a:t>print("\</a:t>
            </a:r>
            <a:r>
              <a:rPr lang="en-US" dirty="0" err="1"/>
              <a:t>nRPM</a:t>
            </a:r>
            <a:r>
              <a:rPr lang="en-US" dirty="0"/>
              <a:t> Statistics:")</a:t>
            </a:r>
          </a:p>
          <a:p>
            <a:pPr rtl="0"/>
            <a:br>
              <a:rPr lang="en-US" dirty="0"/>
            </a:br>
            <a:endParaRPr lang="en-US" dirty="0"/>
          </a:p>
          <a:p>
            <a:pPr rtl="0"/>
            <a:r>
              <a:rPr lang="en-US" dirty="0"/>
              <a:t>print(</a:t>
            </a:r>
          </a:p>
          <a:p>
            <a:pPr rtl="0"/>
            <a:r>
              <a:rPr lang="en-US" dirty="0"/>
              <a:t>"Average RPM:",</a:t>
            </a:r>
          </a:p>
          <a:p>
            <a:pPr rtl="0"/>
            <a:r>
              <a:rPr lang="en-US" dirty="0"/>
              <a:t>round(</a:t>
            </a:r>
            <a:r>
              <a:rPr lang="en-US" dirty="0" err="1"/>
              <a:t>np.mean</a:t>
            </a:r>
            <a:r>
              <a:rPr lang="en-US" dirty="0"/>
              <a:t>(</a:t>
            </a:r>
            <a:r>
              <a:rPr lang="en-US" dirty="0" err="1"/>
              <a:t>rpm_values</a:t>
            </a:r>
            <a:r>
              <a:rPr lang="en-US" dirty="0"/>
              <a:t>), 2)</a:t>
            </a:r>
          </a:p>
          <a:p>
            <a:pPr rtl="0"/>
            <a:r>
              <a:rPr lang="en-US" dirty="0"/>
              <a:t>)</a:t>
            </a:r>
          </a:p>
          <a:p>
            <a:pPr rtl="0"/>
            <a:br>
              <a:rPr lang="en-US" dirty="0"/>
            </a:br>
            <a:endParaRPr lang="en-US" dirty="0"/>
          </a:p>
          <a:p>
            <a:pPr rtl="0"/>
            <a:r>
              <a:rPr lang="en-US" dirty="0"/>
              <a:t>print(</a:t>
            </a:r>
          </a:p>
          <a:p>
            <a:pPr rtl="0"/>
            <a:r>
              <a:rPr lang="en-US" dirty="0"/>
              <a:t>"Maximum RPM:",</a:t>
            </a:r>
          </a:p>
          <a:p>
            <a:pPr rtl="0"/>
            <a:r>
              <a:rPr lang="en-US" dirty="0" err="1"/>
              <a:t>np.max</a:t>
            </a:r>
            <a:r>
              <a:rPr lang="en-US" dirty="0"/>
              <a:t>(</a:t>
            </a:r>
            <a:r>
              <a:rPr lang="en-US" dirty="0" err="1"/>
              <a:t>rpm_values</a:t>
            </a:r>
            <a:r>
              <a:rPr lang="en-US" dirty="0"/>
              <a:t>)</a:t>
            </a:r>
          </a:p>
          <a:p>
            <a:pPr rtl="0"/>
            <a:r>
              <a:rPr lang="en-US" dirty="0"/>
              <a:t>)</a:t>
            </a:r>
          </a:p>
          <a:p>
            <a:pPr rtl="0"/>
            <a:br>
              <a:rPr lang="en-US" dirty="0"/>
            </a:br>
            <a:endParaRPr lang="en-US" dirty="0"/>
          </a:p>
          <a:p>
            <a:pPr rtl="0"/>
            <a:r>
              <a:rPr lang="en-US" dirty="0"/>
              <a:t>print(</a:t>
            </a:r>
          </a:p>
          <a:p>
            <a:pPr rtl="0"/>
            <a:r>
              <a:rPr lang="en-US" dirty="0"/>
              <a:t>"Minimum RPM:",</a:t>
            </a:r>
          </a:p>
          <a:p>
            <a:pPr rtl="0"/>
            <a:r>
              <a:rPr lang="en-US" dirty="0" err="1"/>
              <a:t>np.min</a:t>
            </a:r>
            <a:r>
              <a:rPr lang="en-US" dirty="0"/>
              <a:t>(</a:t>
            </a:r>
            <a:r>
              <a:rPr lang="en-US" dirty="0" err="1"/>
              <a:t>rpm_values</a:t>
            </a:r>
            <a:r>
              <a:rPr lang="en-US" dirty="0"/>
              <a:t>)</a:t>
            </a:r>
          </a:p>
          <a:p>
            <a:pPr rtl="0"/>
            <a:r>
              <a:rPr lang="en-US" dirty="0"/>
              <a:t>)</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61660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6558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BASIC OPERATING INDICATORS ---")</a:t>
            </a:r>
          </a:p>
          <a:p>
            <a:pPr>
              <a:buFont typeface="+mj-lt"/>
              <a:buNone/>
            </a:pPr>
            <a:endParaRPr lang="en-GB" noProof="0" dirty="0"/>
          </a:p>
          <a:p>
            <a:pPr>
              <a:buFont typeface="+mj-lt"/>
              <a:buNone/>
            </a:pPr>
            <a:r>
              <a:rPr lang="en-GB" noProof="0" dirty="0"/>
              <a:t>df["</a:t>
            </a:r>
            <a:r>
              <a:rPr lang="en-GB" noProof="0" dirty="0" err="1"/>
              <a:t>Temperature_Status</a:t>
            </a:r>
            <a:r>
              <a:rPr lang="en-GB" noProof="0" dirty="0"/>
              <a:t>"] = </a:t>
            </a:r>
            <a:r>
              <a:rPr lang="en-GB" noProof="0" dirty="0" err="1"/>
              <a:t>np.where</a:t>
            </a:r>
            <a:r>
              <a:rPr lang="en-GB" noProof="0" dirty="0"/>
              <a:t>(</a:t>
            </a:r>
          </a:p>
          <a:p>
            <a:pPr>
              <a:buFont typeface="+mj-lt"/>
              <a:buNone/>
            </a:pPr>
            <a:r>
              <a:rPr lang="en-GB" noProof="0" dirty="0"/>
              <a:t>    df["</a:t>
            </a:r>
            <a:r>
              <a:rPr lang="en-GB" noProof="0" dirty="0" err="1"/>
              <a:t>Temperature_C</a:t>
            </a:r>
            <a:r>
              <a:rPr lang="en-GB" noProof="0" dirty="0"/>
              <a:t>"] &gt; 75,</a:t>
            </a:r>
          </a:p>
          <a:p>
            <a:pPr>
              <a:buFont typeface="+mj-lt"/>
              <a:buNone/>
            </a:pPr>
            <a:r>
              <a:rPr lang="en-GB" noProof="0" dirty="0"/>
              <a:t>    "High",</a:t>
            </a:r>
          </a:p>
          <a:p>
            <a:pPr>
              <a:buFont typeface="+mj-lt"/>
              <a:buNone/>
            </a:pPr>
            <a:r>
              <a:rPr lang="en-GB" noProof="0" dirty="0"/>
              <a:t>    "Normal"</a:t>
            </a:r>
          </a:p>
          <a:p>
            <a:pPr>
              <a:buFont typeface="+mj-lt"/>
              <a:buNone/>
            </a:pPr>
            <a:r>
              <a:rPr lang="en-GB" noProof="0" dirty="0"/>
              <a:t>)</a:t>
            </a:r>
          </a:p>
          <a:p>
            <a:pPr>
              <a:buFont typeface="+mj-lt"/>
              <a:buNone/>
            </a:pPr>
            <a:endParaRPr lang="en-GB" noProof="0" dirty="0"/>
          </a:p>
          <a:p>
            <a:pPr>
              <a:buFont typeface="+mj-lt"/>
              <a:buNone/>
            </a:pPr>
            <a:r>
              <a:rPr lang="en-GB" noProof="0" dirty="0"/>
              <a:t>df["</a:t>
            </a:r>
            <a:r>
              <a:rPr lang="en-GB" noProof="0" dirty="0" err="1"/>
              <a:t>Vibration_Status</a:t>
            </a:r>
            <a:r>
              <a:rPr lang="en-GB" noProof="0" dirty="0"/>
              <a:t>"] = </a:t>
            </a:r>
            <a:r>
              <a:rPr lang="en-GB" noProof="0" dirty="0" err="1"/>
              <a:t>np.where</a:t>
            </a:r>
            <a:r>
              <a:rPr lang="en-GB" noProof="0" dirty="0"/>
              <a:t>(</a:t>
            </a:r>
          </a:p>
          <a:p>
            <a:pPr>
              <a:buFont typeface="+mj-lt"/>
              <a:buNone/>
            </a:pPr>
            <a:r>
              <a:rPr lang="en-GB" noProof="0" dirty="0"/>
              <a:t>    df["</a:t>
            </a:r>
            <a:r>
              <a:rPr lang="en-GB" noProof="0" dirty="0" err="1"/>
              <a:t>Vibration_mm_s</a:t>
            </a:r>
            <a:r>
              <a:rPr lang="en-GB" noProof="0" dirty="0"/>
              <a:t>"] &gt; 3.0,</a:t>
            </a:r>
          </a:p>
          <a:p>
            <a:pPr>
              <a:buFont typeface="+mj-lt"/>
              <a:buNone/>
            </a:pPr>
            <a:r>
              <a:rPr lang="en-GB" noProof="0" dirty="0"/>
              <a:t>    "High",</a:t>
            </a:r>
          </a:p>
          <a:p>
            <a:pPr>
              <a:buFont typeface="+mj-lt"/>
              <a:buNone/>
            </a:pPr>
            <a:r>
              <a:rPr lang="en-GB" noProof="0" dirty="0"/>
              <a:t>    "Normal"</a:t>
            </a:r>
          </a:p>
          <a:p>
            <a:pPr>
              <a:buFont typeface="+mj-lt"/>
              <a:buNone/>
            </a:pPr>
            <a:r>
              <a:rPr lang="en-GB" noProof="0" dirty="0"/>
              <a:t>)</a:t>
            </a:r>
          </a:p>
          <a:p>
            <a:pPr>
              <a:buFont typeface="+mj-lt"/>
              <a:buNone/>
            </a:pPr>
            <a:endParaRPr lang="en-GB" noProof="0" dirty="0"/>
          </a:p>
          <a:p>
            <a:pPr>
              <a:buFont typeface="+mj-lt"/>
              <a:buNone/>
            </a:pPr>
            <a:r>
              <a:rPr lang="en-US" noProof="0" dirty="0"/>
              <a:t>print(</a:t>
            </a:r>
          </a:p>
          <a:p>
            <a:pPr>
              <a:buFont typeface="+mj-lt"/>
              <a:buNone/>
            </a:pPr>
            <a:r>
              <a:rPr lang="en-US" noProof="0" dirty="0"/>
              <a:t>    df[</a:t>
            </a:r>
          </a:p>
          <a:p>
            <a:pPr>
              <a:buFont typeface="+mj-lt"/>
              <a:buNone/>
            </a:pPr>
            <a:r>
              <a:rPr lang="en-US" noProof="0" dirty="0"/>
              <a:t>        [</a:t>
            </a:r>
          </a:p>
          <a:p>
            <a:pPr>
              <a:buFont typeface="+mj-lt"/>
              <a:buNone/>
            </a:pPr>
            <a:r>
              <a:rPr lang="en-US" noProof="0" dirty="0"/>
              <a:t>            "</a:t>
            </a:r>
            <a:r>
              <a:rPr lang="en-US" noProof="0" dirty="0" err="1"/>
              <a:t>Machine_ID</a:t>
            </a:r>
            <a:r>
              <a:rPr lang="en-US" noProof="0" dirty="0"/>
              <a:t>",</a:t>
            </a:r>
          </a:p>
          <a:p>
            <a:pPr>
              <a:buFont typeface="+mj-lt"/>
              <a:buNone/>
            </a:pPr>
            <a:r>
              <a:rPr lang="en-US" noProof="0" dirty="0"/>
              <a:t>            "</a:t>
            </a:r>
            <a:r>
              <a:rPr lang="en-US" noProof="0" dirty="0" err="1"/>
              <a:t>Temperature_C</a:t>
            </a:r>
            <a:r>
              <a:rPr lang="en-US" noProof="0" dirty="0"/>
              <a:t>",</a:t>
            </a:r>
          </a:p>
          <a:p>
            <a:pPr>
              <a:buFont typeface="+mj-lt"/>
              <a:buNone/>
            </a:pPr>
            <a:r>
              <a:rPr lang="en-US" noProof="0" dirty="0"/>
              <a:t>            "</a:t>
            </a:r>
            <a:r>
              <a:rPr lang="en-US" noProof="0" dirty="0" err="1"/>
              <a:t>Temperature_Status</a:t>
            </a:r>
            <a:r>
              <a:rPr lang="en-US" noProof="0" dirty="0"/>
              <a:t>",</a:t>
            </a:r>
          </a:p>
          <a:p>
            <a:pPr>
              <a:buFont typeface="+mj-lt"/>
              <a:buNone/>
            </a:pPr>
            <a:r>
              <a:rPr lang="en-US" noProof="0" dirty="0"/>
              <a:t>            "</a:t>
            </a:r>
            <a:r>
              <a:rPr lang="en-US" noProof="0" dirty="0" err="1"/>
              <a:t>Vibration_mm_s</a:t>
            </a:r>
            <a:r>
              <a:rPr lang="en-US" noProof="0" dirty="0"/>
              <a:t>",</a:t>
            </a:r>
          </a:p>
          <a:p>
            <a:pPr>
              <a:buFont typeface="+mj-lt"/>
              <a:buNone/>
            </a:pPr>
            <a:r>
              <a:rPr lang="en-US" noProof="0" dirty="0"/>
              <a:t>            "</a:t>
            </a:r>
            <a:r>
              <a:rPr lang="en-US" noProof="0" dirty="0" err="1"/>
              <a:t>Vibration_Status</a:t>
            </a:r>
            <a:r>
              <a:rPr lang="en-US" noProof="0" dirty="0"/>
              <a:t>",</a:t>
            </a:r>
          </a:p>
          <a:p>
            <a:pPr>
              <a:buFont typeface="+mj-lt"/>
              <a:buNone/>
            </a:pPr>
            <a:r>
              <a:rPr lang="en-US" noProof="0" dirty="0"/>
              <a:t>            "</a:t>
            </a:r>
            <a:r>
              <a:rPr lang="en-US" noProof="0" dirty="0" err="1"/>
              <a:t>Fault_Status</a:t>
            </a:r>
            <a:r>
              <a:rPr lang="en-US" noProof="0" dirty="0"/>
              <a:t>"</a:t>
            </a:r>
          </a:p>
          <a:p>
            <a:pPr>
              <a:buFont typeface="+mj-lt"/>
              <a:buNone/>
            </a:pPr>
            <a:r>
              <a:rPr lang="en-US" noProof="0" dirty="0"/>
              <a:t>        ]</a:t>
            </a:r>
          </a:p>
          <a:p>
            <a:pPr>
              <a:buFont typeface="+mj-lt"/>
              <a:buNone/>
            </a:pPr>
            <a:r>
              <a:rPr lang="en-US" noProof="0" dirty="0"/>
              <a:t>    ].head(15)</a:t>
            </a:r>
          </a:p>
          <a:p>
            <a:pPr>
              <a:buFont typeface="+mj-lt"/>
              <a:buNone/>
            </a:pPr>
            <a:r>
              <a:rPr lang="en-US" noProof="0"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991016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b="1" dirty="0"/>
              <a:t>Count high-temperature readings</a:t>
            </a:r>
          </a:p>
          <a:p>
            <a:pPr rtl="0"/>
            <a:r>
              <a:rPr lang="en-US" dirty="0" err="1"/>
              <a:t>high_temperature_count</a:t>
            </a:r>
            <a:r>
              <a:rPr lang="en-US" dirty="0"/>
              <a:t> = (</a:t>
            </a:r>
          </a:p>
          <a:p>
            <a:pPr rtl="0"/>
            <a:r>
              <a:rPr lang="en-US" dirty="0"/>
              <a:t>df["</a:t>
            </a:r>
            <a:r>
              <a:rPr lang="en-US" dirty="0" err="1"/>
              <a:t>Temperature_Status</a:t>
            </a:r>
            <a:r>
              <a:rPr lang="en-US" dirty="0"/>
              <a:t>"] == "High"</a:t>
            </a:r>
          </a:p>
          <a:p>
            <a:pPr rtl="0"/>
            <a:r>
              <a:rPr lang="en-US" dirty="0"/>
              <a:t>).sum()</a:t>
            </a:r>
          </a:p>
          <a:p>
            <a:pPr rtl="0"/>
            <a:br>
              <a:rPr lang="en-US" dirty="0"/>
            </a:br>
            <a:endParaRPr lang="en-US" dirty="0"/>
          </a:p>
          <a:p>
            <a:pPr rtl="0"/>
            <a:r>
              <a:rPr lang="en-US" dirty="0"/>
              <a:t>print(</a:t>
            </a:r>
          </a:p>
          <a:p>
            <a:pPr rtl="0"/>
            <a:r>
              <a:rPr lang="en-US" dirty="0"/>
              <a:t>"\</a:t>
            </a:r>
            <a:r>
              <a:rPr lang="en-US" dirty="0" err="1"/>
              <a:t>nHigh</a:t>
            </a:r>
            <a:r>
              <a:rPr lang="en-US" dirty="0"/>
              <a:t> Temperature Readings:",</a:t>
            </a:r>
          </a:p>
          <a:p>
            <a:pPr rtl="0"/>
            <a:r>
              <a:rPr lang="en-US" dirty="0" err="1"/>
              <a:t>high_temperature_count</a:t>
            </a:r>
            <a:endParaRPr lang="en-US" dirty="0"/>
          </a:p>
          <a:p>
            <a:pPr rtl="0"/>
            <a:r>
              <a:rPr lang="en-US" dirty="0"/>
              <a:t>)</a:t>
            </a:r>
          </a:p>
          <a:p>
            <a:r>
              <a:rPr lang="en-US" b="1" dirty="0"/>
              <a:t>Count high-vibration readings</a:t>
            </a:r>
          </a:p>
          <a:p>
            <a:pPr rtl="0"/>
            <a:r>
              <a:rPr lang="en-US" dirty="0" err="1"/>
              <a:t>high_vibration_count</a:t>
            </a:r>
            <a:r>
              <a:rPr lang="en-US" dirty="0"/>
              <a:t> = (</a:t>
            </a:r>
          </a:p>
          <a:p>
            <a:pPr rtl="0"/>
            <a:r>
              <a:rPr lang="en-US" dirty="0"/>
              <a:t>df["</a:t>
            </a:r>
            <a:r>
              <a:rPr lang="en-US" dirty="0" err="1"/>
              <a:t>Vibration_Status</a:t>
            </a:r>
            <a:r>
              <a:rPr lang="en-US" dirty="0"/>
              <a:t>"] == "High"</a:t>
            </a:r>
          </a:p>
          <a:p>
            <a:pPr rtl="0"/>
            <a:r>
              <a:rPr lang="en-US" dirty="0"/>
              <a:t>).sum()</a:t>
            </a:r>
          </a:p>
          <a:p>
            <a:pPr rtl="0"/>
            <a:br>
              <a:rPr lang="en-US" dirty="0"/>
            </a:br>
            <a:endParaRPr lang="en-US" dirty="0"/>
          </a:p>
          <a:p>
            <a:pPr rtl="0"/>
            <a:r>
              <a:rPr lang="en-US" dirty="0"/>
              <a:t>print(</a:t>
            </a:r>
          </a:p>
          <a:p>
            <a:pPr rtl="0"/>
            <a:r>
              <a:rPr lang="en-US" dirty="0"/>
              <a:t>"High Vibration Readings:",</a:t>
            </a:r>
          </a:p>
          <a:p>
            <a:pPr rtl="0"/>
            <a:r>
              <a:rPr lang="en-US" dirty="0" err="1"/>
              <a:t>high_vibration_count</a:t>
            </a:r>
            <a:endParaRPr lang="en-US" dirty="0"/>
          </a:p>
          <a:p>
            <a:pPr rtl="0"/>
            <a:r>
              <a:rPr lang="en-US" dirty="0"/>
              <a:t>)</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29420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745885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MACHINE PERFORMANCE SUMMARY ---")</a:t>
            </a:r>
          </a:p>
          <a:p>
            <a:pPr>
              <a:buFont typeface="+mj-lt"/>
              <a:buNone/>
            </a:pPr>
            <a:endParaRPr lang="en-GB" noProof="0" dirty="0"/>
          </a:p>
          <a:p>
            <a:pPr>
              <a:buFont typeface="+mj-lt"/>
              <a:buNone/>
            </a:pPr>
            <a:r>
              <a:rPr lang="en-GB" noProof="0" dirty="0" err="1"/>
              <a:t>machine_performance</a:t>
            </a:r>
            <a:r>
              <a:rPr lang="en-GB" noProof="0" dirty="0"/>
              <a:t> = </a:t>
            </a:r>
            <a:r>
              <a:rPr lang="en-GB" noProof="0" dirty="0" err="1"/>
              <a:t>df.groupby</a:t>
            </a:r>
            <a:r>
              <a:rPr lang="en-GB" noProof="0" dirty="0"/>
              <a:t>("</a:t>
            </a:r>
            <a:r>
              <a:rPr lang="en-GB" noProof="0" dirty="0" err="1"/>
              <a:t>Machine_ID</a:t>
            </a:r>
            <a:r>
              <a:rPr lang="en-GB" noProof="0" dirty="0"/>
              <a:t>").</a:t>
            </a:r>
            <a:r>
              <a:rPr lang="en-GB" noProof="0" dirty="0" err="1"/>
              <a:t>agg</a:t>
            </a:r>
            <a:r>
              <a:rPr lang="en-GB" noProof="0" dirty="0"/>
              <a:t>(</a:t>
            </a:r>
          </a:p>
          <a:p>
            <a:pPr>
              <a:buFont typeface="+mj-lt"/>
              <a:buNone/>
            </a:pPr>
            <a:r>
              <a:rPr lang="en-GB" noProof="0" dirty="0"/>
              <a:t>    </a:t>
            </a:r>
            <a:r>
              <a:rPr lang="en-GB" noProof="0" dirty="0" err="1"/>
              <a:t>Average_Temperature</a:t>
            </a:r>
            <a:r>
              <a:rPr lang="en-GB" noProof="0" dirty="0"/>
              <a:t>=("</a:t>
            </a:r>
            <a:r>
              <a:rPr lang="en-GB" noProof="0" dirty="0" err="1"/>
              <a:t>Temperature_C</a:t>
            </a:r>
            <a:r>
              <a:rPr lang="en-GB" noProof="0" dirty="0"/>
              <a:t>", "mean"),</a:t>
            </a:r>
          </a:p>
          <a:p>
            <a:pPr>
              <a:buFont typeface="+mj-lt"/>
              <a:buNone/>
            </a:pPr>
            <a:r>
              <a:rPr lang="en-GB" noProof="0" dirty="0"/>
              <a:t>    </a:t>
            </a:r>
            <a:r>
              <a:rPr lang="en-GB" noProof="0" dirty="0" err="1"/>
              <a:t>Average_Pressure</a:t>
            </a:r>
            <a:r>
              <a:rPr lang="en-GB" noProof="0" dirty="0"/>
              <a:t>=("</a:t>
            </a:r>
            <a:r>
              <a:rPr lang="en-GB" noProof="0" dirty="0" err="1"/>
              <a:t>Pressure_bar</a:t>
            </a:r>
            <a:r>
              <a:rPr lang="en-GB" noProof="0" dirty="0"/>
              <a:t>", "mean"),</a:t>
            </a:r>
          </a:p>
          <a:p>
            <a:pPr>
              <a:buFont typeface="+mj-lt"/>
              <a:buNone/>
            </a:pPr>
            <a:r>
              <a:rPr lang="en-GB" noProof="0" dirty="0"/>
              <a:t>    </a:t>
            </a:r>
            <a:r>
              <a:rPr lang="en-GB" noProof="0" dirty="0" err="1"/>
              <a:t>Average_Vibration</a:t>
            </a:r>
            <a:r>
              <a:rPr lang="en-GB" noProof="0" dirty="0"/>
              <a:t>=("</a:t>
            </a:r>
            <a:r>
              <a:rPr lang="en-GB" noProof="0" dirty="0" err="1"/>
              <a:t>Vibration_mm_s</a:t>
            </a:r>
            <a:r>
              <a:rPr lang="en-GB" noProof="0" dirty="0"/>
              <a:t>", "mean"),</a:t>
            </a:r>
          </a:p>
          <a:p>
            <a:pPr>
              <a:buFont typeface="+mj-lt"/>
              <a:buNone/>
            </a:pPr>
            <a:r>
              <a:rPr lang="en-GB" noProof="0" dirty="0"/>
              <a:t>    </a:t>
            </a:r>
            <a:r>
              <a:rPr lang="en-GB" noProof="0" dirty="0" err="1"/>
              <a:t>Average_RPM</a:t>
            </a:r>
            <a:r>
              <a:rPr lang="en-GB" noProof="0" dirty="0"/>
              <a:t>=("RPM", "mean"),</a:t>
            </a:r>
          </a:p>
          <a:p>
            <a:pPr>
              <a:buFont typeface="+mj-lt"/>
              <a:buNone/>
            </a:pPr>
            <a:r>
              <a:rPr lang="en-GB" noProof="0" dirty="0"/>
              <a:t>    </a:t>
            </a:r>
            <a:r>
              <a:rPr lang="en-GB" noProof="0" dirty="0" err="1"/>
              <a:t>Average_Production</a:t>
            </a:r>
            <a:r>
              <a:rPr lang="en-GB" noProof="0" dirty="0"/>
              <a:t>=("</a:t>
            </a:r>
            <a:r>
              <a:rPr lang="en-GB" noProof="0" dirty="0" err="1"/>
              <a:t>Production_Rate</a:t>
            </a:r>
            <a:r>
              <a:rPr lang="en-GB" noProof="0" dirty="0"/>
              <a:t>", "mean"),</a:t>
            </a:r>
          </a:p>
          <a:p>
            <a:pPr>
              <a:buFont typeface="+mj-lt"/>
              <a:buNone/>
            </a:pPr>
            <a:r>
              <a:rPr lang="en-GB" noProof="0" dirty="0"/>
              <a:t>    </a:t>
            </a:r>
            <a:r>
              <a:rPr lang="en-GB" noProof="0" dirty="0" err="1"/>
              <a:t>Average_Quality</a:t>
            </a:r>
            <a:r>
              <a:rPr lang="en-GB" noProof="0" dirty="0"/>
              <a:t>=("</a:t>
            </a:r>
            <a:r>
              <a:rPr lang="en-GB" noProof="0" dirty="0" err="1"/>
              <a:t>Quality_Score</a:t>
            </a:r>
            <a:r>
              <a:rPr lang="en-GB" noProof="0" dirty="0"/>
              <a:t>", "mean")</a:t>
            </a:r>
          </a:p>
          <a:p>
            <a:pPr>
              <a:buFont typeface="+mj-lt"/>
              <a:buNone/>
            </a:pPr>
            <a:r>
              <a:rPr lang="en-GB" noProof="0" dirty="0"/>
              <a:t>).round(2)</a:t>
            </a:r>
          </a:p>
          <a:p>
            <a:pPr>
              <a:buFont typeface="+mj-lt"/>
              <a:buNone/>
            </a:pPr>
            <a:endParaRPr lang="en-GB" noProof="0" dirty="0"/>
          </a:p>
          <a:p>
            <a:pPr>
              <a:buFont typeface="+mj-lt"/>
              <a:buNone/>
            </a:pPr>
            <a:r>
              <a:rPr lang="en-GB" noProof="0" dirty="0"/>
              <a:t>print(</a:t>
            </a:r>
            <a:r>
              <a:rPr lang="en-GB" noProof="0" dirty="0" err="1"/>
              <a:t>machine_performance</a:t>
            </a:r>
            <a:r>
              <a:rPr lang="en-GB" noProof="0" dirty="0"/>
              <a:t>)</a:t>
            </a:r>
          </a:p>
          <a:p>
            <a:pPr>
              <a:buFont typeface="+mj-lt"/>
              <a:buNone/>
            </a:pPr>
            <a:endParaRPr lang="en-GB" noProof="0" dirty="0"/>
          </a:p>
          <a:p>
            <a:pPr>
              <a:buFont typeface="+mj-lt"/>
              <a:buNone/>
            </a:pPr>
            <a:r>
              <a:rPr lang="en-US" noProof="0" dirty="0" err="1"/>
              <a:t>maintenance_by_machine</a:t>
            </a:r>
            <a:r>
              <a:rPr lang="en-US" noProof="0" dirty="0"/>
              <a:t> = (</a:t>
            </a:r>
          </a:p>
          <a:p>
            <a:pPr>
              <a:buFont typeface="+mj-lt"/>
              <a:buNone/>
            </a:pPr>
            <a:r>
              <a:rPr lang="en-US" noProof="0" dirty="0"/>
              <a:t>    df[df["</a:t>
            </a:r>
            <a:r>
              <a:rPr lang="en-US" noProof="0" dirty="0" err="1"/>
              <a:t>Maintenance_Required</a:t>
            </a:r>
            <a:r>
              <a:rPr lang="en-US" noProof="0" dirty="0"/>
              <a:t>"] == "Yes"]</a:t>
            </a:r>
          </a:p>
          <a:p>
            <a:pPr>
              <a:buFont typeface="+mj-lt"/>
              <a:buNone/>
            </a:pPr>
            <a:r>
              <a:rPr lang="en-US" noProof="0" dirty="0"/>
              <a:t>    .</a:t>
            </a:r>
            <a:r>
              <a:rPr lang="en-US" noProof="0" dirty="0" err="1"/>
              <a:t>groupby</a:t>
            </a:r>
            <a:r>
              <a:rPr lang="en-US" noProof="0" dirty="0"/>
              <a:t>("</a:t>
            </a:r>
            <a:r>
              <a:rPr lang="en-US" noProof="0" dirty="0" err="1"/>
              <a:t>Machine_ID</a:t>
            </a:r>
            <a:r>
              <a:rPr lang="en-US" noProof="0" dirty="0"/>
              <a:t>")</a:t>
            </a:r>
          </a:p>
          <a:p>
            <a:pPr>
              <a:buFont typeface="+mj-lt"/>
              <a:buNone/>
            </a:pPr>
            <a:r>
              <a:rPr lang="en-US" noProof="0" dirty="0"/>
              <a:t>    .size()</a:t>
            </a:r>
          </a:p>
          <a:p>
            <a:pPr>
              <a:buFont typeface="+mj-lt"/>
              <a:buNone/>
            </a:pPr>
            <a:r>
              <a:rPr lang="en-US" noProof="0" dirty="0"/>
              <a:t>)</a:t>
            </a:r>
          </a:p>
          <a:p>
            <a:pPr>
              <a:buFont typeface="+mj-lt"/>
              <a:buNone/>
            </a:pPr>
            <a:endParaRPr lang="en-US" noProof="0" dirty="0"/>
          </a:p>
          <a:p>
            <a:pPr>
              <a:buFont typeface="+mj-lt"/>
              <a:buNone/>
            </a:pPr>
            <a:r>
              <a:rPr lang="en-US" noProof="0" dirty="0"/>
              <a:t>print("\</a:t>
            </a:r>
            <a:r>
              <a:rPr lang="en-US" noProof="0" dirty="0" err="1"/>
              <a:t>nMaintenance</a:t>
            </a:r>
            <a:r>
              <a:rPr lang="en-US" noProof="0" dirty="0"/>
              <a:t> Events by Machine:")</a:t>
            </a:r>
          </a:p>
          <a:p>
            <a:pPr>
              <a:buFont typeface="+mj-lt"/>
              <a:buNone/>
            </a:pPr>
            <a:r>
              <a:rPr lang="en-US" noProof="0" dirty="0"/>
              <a:t>print(</a:t>
            </a:r>
            <a:r>
              <a:rPr lang="en-US" noProof="0" dirty="0" err="1"/>
              <a:t>maintenance_by_machine</a:t>
            </a:r>
            <a:r>
              <a:rPr lang="en-US" noProof="0"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653070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023625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7071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solidFill>
                  <a:prstClr val="black"/>
                </a:solidFill>
                <a:ea typeface="Calibri" panose="020F0502020204030204"/>
                <a:cs typeface="Calibri" panose="020F0502020204030204"/>
              </a:rPr>
              <a:t>python Module_4/module4_industrial_analysis.py</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135433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Explanation:</a:t>
            </a:r>
            <a:r>
              <a:rPr lang="en-US" dirty="0"/>
              <a:t> Pandas grouping and aggregation can organise records by machine and efficiently calculate statistics such as mean, maximum, minimum, and totals.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766080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C</a:t>
            </a:r>
            <a:endParaRPr lang="en-US" dirty="0"/>
          </a:p>
          <a:p>
            <a:r>
              <a:rPr lang="en-US" b="1" dirty="0"/>
              <a:t>Explanation:</a:t>
            </a:r>
            <a:r>
              <a:rPr lang="en-US" dirty="0"/>
              <a:t> NumPy provides efficient array structures and numerical operations for processing large collections of industrial measurements.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133621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166925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03548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the </a:t>
            </a:r>
            <a:r>
              <a:rPr lang="en-US" b="1" dirty="0"/>
              <a:t>data-cleaning cycle used to prepare raw industrial information for reliable analysis and machine learning</a:t>
            </a:r>
            <a:r>
              <a:rPr lang="en-US" dirty="0"/>
              <a:t>. Data collected from different sources is first imported and merged into a common dataset. Missing information is identified and addressed, while standardisation and </a:t>
            </a:r>
            <a:r>
              <a:rPr lang="en-US" dirty="0" err="1"/>
              <a:t>normalisation</a:t>
            </a:r>
            <a:r>
              <a:rPr lang="en-US" dirty="0"/>
              <a:t> help create consistent formats, units and numerical scales. Duplicate records are removed to prevent repeated observations from influencing the analysis. The cleaned data is then verified and, where necessary, enriched with additional information before being exported for further analysis. These activities improve </a:t>
            </a:r>
            <a:r>
              <a:rPr lang="en-US" b="1" dirty="0"/>
              <a:t>data quality, consistency and reliability</a:t>
            </a:r>
            <a:r>
              <a:rPr lang="en-US" dirty="0"/>
              <a:t>, providing a stronger foundation for accurate industrial machine-learning models.</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759461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424260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20727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407147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solidFill>
                  <a:prstClr val="black"/>
                </a:solidFill>
              </a:rPr>
              <a:t>This can improve model usefulness while helping engineering teams understand why particular variables contribute to predictions.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321123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013537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647114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916502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130799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94903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import pandas as pd</a:t>
            </a:r>
          </a:p>
          <a:p>
            <a:pPr>
              <a:buFont typeface="+mj-lt"/>
              <a:buNone/>
            </a:pPr>
            <a:r>
              <a:rPr lang="en-GB" noProof="0" dirty="0"/>
              <a:t>import </a:t>
            </a:r>
            <a:r>
              <a:rPr lang="en-GB" noProof="0" dirty="0" err="1"/>
              <a:t>numpy</a:t>
            </a:r>
            <a:r>
              <a:rPr lang="en-GB" noProof="0" dirty="0"/>
              <a:t> as np</a:t>
            </a:r>
          </a:p>
          <a:p>
            <a:pPr>
              <a:buFont typeface="+mj-lt"/>
              <a:buNone/>
            </a:pPr>
            <a:endParaRPr lang="en-GB" noProof="0" dirty="0"/>
          </a:p>
          <a:p>
            <a:pPr>
              <a:buFont typeface="+mj-lt"/>
              <a:buNone/>
            </a:pPr>
            <a:r>
              <a:rPr lang="en-GB" noProof="0" dirty="0"/>
              <a:t>print("Module 5 - Data Preparation and Feature Engineering")</a:t>
            </a:r>
          </a:p>
          <a:p>
            <a:pPr>
              <a:buFont typeface="+mj-lt"/>
              <a:buNone/>
            </a:pPr>
            <a:r>
              <a:rPr lang="en-GB" noProof="0" dirty="0"/>
              <a:t>print("--------------------------------------------------")</a:t>
            </a:r>
          </a:p>
          <a:p>
            <a:pPr>
              <a:buFont typeface="+mj-lt"/>
              <a:buNone/>
            </a:pPr>
            <a:endParaRPr lang="en-GB" noProof="0" dirty="0"/>
          </a:p>
          <a:p>
            <a:pPr>
              <a:buFont typeface="+mj-lt"/>
              <a:buNone/>
            </a:pPr>
            <a:r>
              <a:rPr lang="en-GB" noProof="0" dirty="0" err="1"/>
              <a:t>file_path</a:t>
            </a:r>
            <a:r>
              <a:rPr lang="en-GB" noProof="0" dirty="0"/>
              <a:t> = "Module_4/output/Module4_Processed_Sensor_Data.csv"</a:t>
            </a:r>
          </a:p>
          <a:p>
            <a:pPr>
              <a:buFont typeface="+mj-lt"/>
              <a:buNone/>
            </a:pPr>
            <a:endParaRPr lang="en-GB" noProof="0" dirty="0"/>
          </a:p>
          <a:p>
            <a:pPr>
              <a:buFont typeface="+mj-lt"/>
              <a:buNone/>
            </a:pPr>
            <a:r>
              <a:rPr lang="en-GB" noProof="0" dirty="0"/>
              <a:t>df = </a:t>
            </a:r>
            <a:r>
              <a:rPr lang="en-GB" noProof="0" dirty="0" err="1"/>
              <a:t>pd.read_csv</a:t>
            </a:r>
            <a:r>
              <a:rPr lang="en-GB" noProof="0" dirty="0"/>
              <a:t>(</a:t>
            </a:r>
            <a:r>
              <a:rPr lang="en-GB" noProof="0" dirty="0" err="1"/>
              <a:t>file_path</a:t>
            </a:r>
            <a:r>
              <a:rPr lang="en-GB" noProof="0" dirty="0"/>
              <a:t>)</a:t>
            </a:r>
          </a:p>
          <a:p>
            <a:pPr>
              <a:buFont typeface="+mj-lt"/>
              <a:buNone/>
            </a:pPr>
            <a:endParaRPr lang="en-GB" noProof="0" dirty="0"/>
          </a:p>
          <a:p>
            <a:pPr>
              <a:buFont typeface="+mj-lt"/>
              <a:buNone/>
            </a:pPr>
            <a:r>
              <a:rPr lang="en-GB" noProof="0" dirty="0"/>
              <a:t>print("\</a:t>
            </a:r>
            <a:r>
              <a:rPr lang="en-GB" noProof="0" dirty="0" err="1"/>
              <a:t>nDataset</a:t>
            </a:r>
            <a:r>
              <a:rPr lang="en-GB" noProof="0" dirty="0"/>
              <a:t> loaded successfully.")</a:t>
            </a:r>
          </a:p>
          <a:p>
            <a:pPr>
              <a:buFont typeface="+mj-lt"/>
              <a:buNone/>
            </a:pPr>
            <a:r>
              <a:rPr lang="en-GB" noProof="0" dirty="0"/>
              <a:t>print(</a:t>
            </a:r>
            <a:r>
              <a:rPr lang="en-GB" noProof="0" dirty="0" err="1"/>
              <a:t>df.head</a:t>
            </a:r>
            <a:r>
              <a:rPr lang="en-GB" noProof="0" dirty="0"/>
              <a:t>())</a:t>
            </a:r>
          </a:p>
          <a:p>
            <a:pPr>
              <a:buFont typeface="+mj-lt"/>
              <a:buNone/>
            </a:pPr>
            <a:endParaRPr lang="en-GB" noProof="0" dirty="0"/>
          </a:p>
          <a:p>
            <a:pPr>
              <a:buFont typeface="+mj-lt"/>
              <a:buNone/>
            </a:pPr>
            <a:r>
              <a:rPr lang="en-GB" noProof="0" dirty="0"/>
              <a:t>print("\</a:t>
            </a:r>
            <a:r>
              <a:rPr lang="en-GB" noProof="0" dirty="0" err="1"/>
              <a:t>nDataset</a:t>
            </a:r>
            <a:r>
              <a:rPr lang="en-GB" noProof="0" dirty="0"/>
              <a:t> shape:")</a:t>
            </a:r>
          </a:p>
          <a:p>
            <a:pPr>
              <a:buFont typeface="+mj-lt"/>
              <a:buNone/>
            </a:pPr>
            <a:r>
              <a:rPr lang="en-GB" noProof="0" dirty="0"/>
              <a:t>print(</a:t>
            </a:r>
            <a:r>
              <a:rPr lang="en-GB" noProof="0" dirty="0" err="1"/>
              <a:t>df.shape</a:t>
            </a: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863419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DATA CLEANING ---")</a:t>
            </a:r>
          </a:p>
          <a:p>
            <a:pPr>
              <a:buFont typeface="+mj-lt"/>
              <a:buNone/>
            </a:pPr>
            <a:endParaRPr lang="en-GB" noProof="0" dirty="0"/>
          </a:p>
          <a:p>
            <a:pPr>
              <a:buFont typeface="+mj-lt"/>
              <a:buNone/>
            </a:pPr>
            <a:r>
              <a:rPr lang="en-GB" noProof="0" dirty="0"/>
              <a:t># Convert Timestamp into datetime format</a:t>
            </a:r>
          </a:p>
          <a:p>
            <a:pPr>
              <a:buFont typeface="+mj-lt"/>
              <a:buNone/>
            </a:pPr>
            <a:r>
              <a:rPr lang="en-GB" noProof="0" dirty="0"/>
              <a:t>df["Timestamp"] = </a:t>
            </a:r>
            <a:r>
              <a:rPr lang="en-GB" noProof="0" dirty="0" err="1"/>
              <a:t>pd.to_datetime</a:t>
            </a:r>
            <a:r>
              <a:rPr lang="en-GB" noProof="0" dirty="0"/>
              <a:t>(df["Timestamp"])</a:t>
            </a:r>
          </a:p>
          <a:p>
            <a:pPr>
              <a:buFont typeface="+mj-lt"/>
              <a:buNone/>
            </a:pPr>
            <a:endParaRPr lang="en-GB" noProof="0" dirty="0"/>
          </a:p>
          <a:p>
            <a:pPr>
              <a:buFont typeface="+mj-lt"/>
              <a:buNone/>
            </a:pPr>
            <a:r>
              <a:rPr lang="en-GB" noProof="0" dirty="0"/>
              <a:t>print("\</a:t>
            </a:r>
            <a:r>
              <a:rPr lang="en-GB" noProof="0" dirty="0" err="1"/>
              <a:t>nMissing</a:t>
            </a:r>
            <a:r>
              <a:rPr lang="en-GB" noProof="0" dirty="0"/>
              <a:t> values before cleaning:")</a:t>
            </a:r>
          </a:p>
          <a:p>
            <a:pPr>
              <a:buFont typeface="+mj-lt"/>
              <a:buNone/>
            </a:pPr>
            <a:r>
              <a:rPr lang="en-GB" noProof="0" dirty="0"/>
              <a:t>print(</a:t>
            </a:r>
            <a:r>
              <a:rPr lang="en-GB" noProof="0" dirty="0" err="1"/>
              <a:t>df.isnull</a:t>
            </a:r>
            <a:r>
              <a:rPr lang="en-GB" noProof="0" dirty="0"/>
              <a:t>().sum())</a:t>
            </a:r>
          </a:p>
          <a:p>
            <a:pPr>
              <a:buFont typeface="+mj-lt"/>
              <a:buNone/>
            </a:pPr>
            <a:endParaRPr lang="en-GB" noProof="0" dirty="0"/>
          </a:p>
          <a:p>
            <a:r>
              <a:rPr lang="en-IN" dirty="0"/>
              <a:t>Now fill missing numerical sensor values using the median:</a:t>
            </a:r>
          </a:p>
          <a:p>
            <a:pPr rtl="0"/>
            <a:r>
              <a:rPr lang="en-IN" dirty="0" err="1"/>
              <a:t>sensor_columns</a:t>
            </a:r>
            <a:r>
              <a:rPr lang="en-IN" dirty="0"/>
              <a:t> = [</a:t>
            </a:r>
          </a:p>
          <a:p>
            <a:pPr rtl="0"/>
            <a:r>
              <a:rPr lang="en-IN" dirty="0"/>
              <a:t>"</a:t>
            </a:r>
            <a:r>
              <a:rPr lang="en-IN" dirty="0" err="1"/>
              <a:t>Temperature_C</a:t>
            </a:r>
            <a:r>
              <a:rPr lang="en-IN" dirty="0"/>
              <a:t>",</a:t>
            </a:r>
          </a:p>
          <a:p>
            <a:pPr rtl="0"/>
            <a:r>
              <a:rPr lang="en-IN" dirty="0"/>
              <a:t>"</a:t>
            </a:r>
            <a:r>
              <a:rPr lang="en-IN" dirty="0" err="1"/>
              <a:t>Pressure_bar</a:t>
            </a:r>
            <a:r>
              <a:rPr lang="en-IN" dirty="0"/>
              <a:t>",</a:t>
            </a:r>
          </a:p>
          <a:p>
            <a:pPr rtl="0"/>
            <a:r>
              <a:rPr lang="en-IN" dirty="0"/>
              <a:t>"</a:t>
            </a:r>
            <a:r>
              <a:rPr lang="en-IN" dirty="0" err="1"/>
              <a:t>Vibration_mm_s</a:t>
            </a:r>
            <a:r>
              <a:rPr lang="en-IN" dirty="0"/>
              <a:t>",</a:t>
            </a:r>
          </a:p>
          <a:p>
            <a:pPr rtl="0"/>
            <a:r>
              <a:rPr lang="en-IN" dirty="0"/>
              <a:t>"RPM",</a:t>
            </a:r>
          </a:p>
          <a:p>
            <a:pPr rtl="0"/>
            <a:r>
              <a:rPr lang="en-IN" dirty="0"/>
              <a:t>"</a:t>
            </a:r>
            <a:r>
              <a:rPr lang="en-IN" dirty="0" err="1"/>
              <a:t>Current_A</a:t>
            </a:r>
            <a:r>
              <a:rPr lang="en-IN" dirty="0"/>
              <a:t>",</a:t>
            </a:r>
          </a:p>
          <a:p>
            <a:pPr rtl="0"/>
            <a:r>
              <a:rPr lang="en-IN" dirty="0"/>
              <a:t>"</a:t>
            </a:r>
            <a:r>
              <a:rPr lang="en-IN" dirty="0" err="1"/>
              <a:t>Humidity_pct</a:t>
            </a:r>
            <a:r>
              <a:rPr lang="en-IN" dirty="0"/>
              <a:t>",</a:t>
            </a:r>
          </a:p>
          <a:p>
            <a:pPr rtl="0"/>
            <a:r>
              <a:rPr lang="en-IN" dirty="0"/>
              <a:t>"</a:t>
            </a:r>
            <a:r>
              <a:rPr lang="en-IN" dirty="0" err="1"/>
              <a:t>Production_Rate</a:t>
            </a:r>
            <a:r>
              <a:rPr lang="en-IN" dirty="0"/>
              <a:t>",</a:t>
            </a:r>
          </a:p>
          <a:p>
            <a:pPr rtl="0"/>
            <a:r>
              <a:rPr lang="en-IN" dirty="0"/>
              <a:t>"</a:t>
            </a:r>
            <a:r>
              <a:rPr lang="en-IN" dirty="0" err="1"/>
              <a:t>Quality_Score</a:t>
            </a:r>
            <a:r>
              <a:rPr lang="en-IN" dirty="0"/>
              <a:t>"</a:t>
            </a:r>
          </a:p>
          <a:p>
            <a:pPr rtl="0"/>
            <a:r>
              <a:rPr lang="en-IN" dirty="0"/>
              <a:t>]</a:t>
            </a:r>
          </a:p>
          <a:p>
            <a:pPr rtl="0"/>
            <a:br>
              <a:rPr lang="en-IN" dirty="0"/>
            </a:br>
            <a:endParaRPr lang="en-IN" dirty="0"/>
          </a:p>
          <a:p>
            <a:pPr rtl="0"/>
            <a:r>
              <a:rPr lang="en-IN" dirty="0"/>
              <a:t>for column in </a:t>
            </a:r>
            <a:r>
              <a:rPr lang="en-IN" dirty="0" err="1"/>
              <a:t>sensor_columns</a:t>
            </a:r>
            <a:r>
              <a:rPr lang="en-IN" dirty="0"/>
              <a:t>:</a:t>
            </a:r>
          </a:p>
          <a:p>
            <a:pPr rtl="0"/>
            <a:r>
              <a:rPr lang="en-IN" dirty="0"/>
              <a:t>df[column] = df[column].</a:t>
            </a:r>
            <a:r>
              <a:rPr lang="en-IN" dirty="0" err="1"/>
              <a:t>fillna</a:t>
            </a:r>
            <a:r>
              <a:rPr lang="en-IN" dirty="0"/>
              <a:t>(df[column].median())</a:t>
            </a:r>
          </a:p>
          <a:p>
            <a:pPr>
              <a:buFont typeface="+mj-lt"/>
              <a:buNone/>
            </a:pPr>
            <a:r>
              <a:rPr lang="en-US" noProof="0" dirty="0"/>
              <a:t>print("\</a:t>
            </a:r>
            <a:r>
              <a:rPr lang="en-US" noProof="0" dirty="0" err="1"/>
              <a:t>nMissing</a:t>
            </a:r>
            <a:r>
              <a:rPr lang="en-US" noProof="0" dirty="0"/>
              <a:t> values after cleaning:")</a:t>
            </a:r>
          </a:p>
          <a:p>
            <a:pPr>
              <a:buFont typeface="+mj-lt"/>
              <a:buNone/>
            </a:pPr>
            <a:r>
              <a:rPr lang="en-US" noProof="0" dirty="0"/>
              <a:t>print(</a:t>
            </a:r>
            <a:r>
              <a:rPr lang="en-US" noProof="0" dirty="0" err="1"/>
              <a:t>df.isnull</a:t>
            </a:r>
            <a:r>
              <a:rPr lang="en-US" noProof="0" dirty="0"/>
              <a:t>().sum())</a:t>
            </a:r>
          </a:p>
          <a:p>
            <a:pPr>
              <a:buFont typeface="+mj-lt"/>
              <a:buNone/>
            </a:pPr>
            <a:endParaRPr lang="en-US" noProof="0" dirty="0"/>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975770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895924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b="1" dirty="0"/>
              <a:t>Step 3 — Create Manufacturing Features</a:t>
            </a:r>
          </a:p>
          <a:p>
            <a:r>
              <a:rPr lang="en-IN" b="1" dirty="0"/>
              <a:t>Purpose</a:t>
            </a:r>
          </a:p>
          <a:p>
            <a:r>
              <a:rPr lang="en-IN" dirty="0"/>
              <a:t>Transform raw sensor readings into features that may be more useful for predictive modelling.</a:t>
            </a:r>
          </a:p>
          <a:p>
            <a:r>
              <a:rPr lang="en-IN" dirty="0"/>
              <a:t>First sort the dataset correctly:</a:t>
            </a:r>
          </a:p>
          <a:p>
            <a:pPr rtl="0"/>
            <a:r>
              <a:rPr lang="en-IN" dirty="0"/>
              <a:t>df = </a:t>
            </a:r>
            <a:r>
              <a:rPr lang="en-IN" dirty="0" err="1"/>
              <a:t>df.sort_values</a:t>
            </a:r>
            <a:r>
              <a:rPr lang="en-IN" dirty="0"/>
              <a:t>(</a:t>
            </a:r>
          </a:p>
          <a:p>
            <a:pPr rtl="0"/>
            <a:r>
              <a:rPr lang="en-IN" dirty="0"/>
              <a:t>by=["</a:t>
            </a:r>
            <a:r>
              <a:rPr lang="en-IN" dirty="0" err="1"/>
              <a:t>Machine_ID</a:t>
            </a:r>
            <a:r>
              <a:rPr lang="en-IN" dirty="0"/>
              <a:t>", "Timestamp"]</a:t>
            </a:r>
          </a:p>
          <a:p>
            <a:pPr rtl="0"/>
            <a:r>
              <a:rPr lang="en-IN" dirty="0"/>
              <a:t>).</a:t>
            </a:r>
            <a:r>
              <a:rPr lang="en-IN" dirty="0" err="1"/>
              <a:t>reset_index</a:t>
            </a:r>
            <a:r>
              <a:rPr lang="en-IN" dirty="0"/>
              <a:t>(drop=True)</a:t>
            </a:r>
          </a:p>
          <a:p>
            <a:r>
              <a:rPr lang="en-IN" dirty="0"/>
              <a:t>Now create a simple temperature-pressure interaction feature:</a:t>
            </a:r>
          </a:p>
          <a:p>
            <a:pPr rtl="0"/>
            <a:r>
              <a:rPr lang="en-IN" dirty="0"/>
              <a:t>df["</a:t>
            </a:r>
            <a:r>
              <a:rPr lang="en-IN" dirty="0" err="1"/>
              <a:t>Temp_Pressure_Index</a:t>
            </a:r>
            <a:r>
              <a:rPr lang="en-IN" dirty="0"/>
              <a:t>"] = (</a:t>
            </a:r>
          </a:p>
          <a:p>
            <a:pPr rtl="0"/>
            <a:r>
              <a:rPr lang="en-IN" dirty="0"/>
              <a:t>df["</a:t>
            </a:r>
            <a:r>
              <a:rPr lang="en-IN" dirty="0" err="1"/>
              <a:t>Temperature_C</a:t>
            </a:r>
            <a:r>
              <a:rPr lang="en-IN" dirty="0"/>
              <a:t>"] * df["</a:t>
            </a:r>
            <a:r>
              <a:rPr lang="en-IN" dirty="0" err="1"/>
              <a:t>Pressure_bar</a:t>
            </a:r>
            <a:r>
              <a:rPr lang="en-IN" dirty="0"/>
              <a:t>"]</a:t>
            </a:r>
          </a:p>
          <a:p>
            <a:pPr rtl="0"/>
            <a:r>
              <a:rPr lang="en-IN" dirty="0"/>
              <a:t>)</a:t>
            </a:r>
          </a:p>
          <a:p>
            <a:r>
              <a:rPr lang="en-IN" dirty="0"/>
              <a:t>Create vibration-to-RPM ratio:</a:t>
            </a:r>
          </a:p>
          <a:p>
            <a:pPr rtl="0"/>
            <a:r>
              <a:rPr lang="en-IN" dirty="0"/>
              <a:t>df["</a:t>
            </a:r>
            <a:r>
              <a:rPr lang="en-IN" dirty="0" err="1"/>
              <a:t>Vibration_RPM_Ratio</a:t>
            </a:r>
            <a:r>
              <a:rPr lang="en-IN" dirty="0"/>
              <a:t>"] = (</a:t>
            </a:r>
          </a:p>
          <a:p>
            <a:pPr rtl="0"/>
            <a:r>
              <a:rPr lang="en-IN" dirty="0"/>
              <a:t>df["</a:t>
            </a:r>
            <a:r>
              <a:rPr lang="en-IN" dirty="0" err="1"/>
              <a:t>Vibration_mm_s</a:t>
            </a:r>
            <a:r>
              <a:rPr lang="en-IN" dirty="0"/>
              <a:t>"] /</a:t>
            </a:r>
          </a:p>
          <a:p>
            <a:pPr rtl="0"/>
            <a:r>
              <a:rPr lang="en-IN" dirty="0"/>
              <a:t>df["RPM"].replace(0, </a:t>
            </a:r>
            <a:r>
              <a:rPr lang="en-IN" dirty="0" err="1"/>
              <a:t>np.nan</a:t>
            </a:r>
            <a:r>
              <a:rPr lang="en-IN" dirty="0"/>
              <a:t>)</a:t>
            </a:r>
          </a:p>
          <a:p>
            <a:pPr rtl="0"/>
            <a:r>
              <a:rPr lang="en-IN" dirty="0"/>
              <a:t>)</a:t>
            </a:r>
          </a:p>
          <a:p>
            <a:r>
              <a:rPr lang="en-IN" dirty="0"/>
              <a:t>Create production-quality interaction:</a:t>
            </a:r>
          </a:p>
          <a:p>
            <a:pPr rtl="0"/>
            <a:r>
              <a:rPr lang="en-IN" dirty="0"/>
              <a:t>df["</a:t>
            </a:r>
            <a:r>
              <a:rPr lang="en-IN" dirty="0" err="1"/>
              <a:t>Production_Quality_Index</a:t>
            </a:r>
            <a:r>
              <a:rPr lang="en-IN" dirty="0"/>
              <a:t>"] = (</a:t>
            </a:r>
          </a:p>
          <a:p>
            <a:pPr rtl="0"/>
            <a:r>
              <a:rPr lang="en-IN" dirty="0"/>
              <a:t>df["</a:t>
            </a:r>
            <a:r>
              <a:rPr lang="en-IN" dirty="0" err="1"/>
              <a:t>Production_Rate</a:t>
            </a:r>
            <a:r>
              <a:rPr lang="en-IN" dirty="0"/>
              <a:t>"] *</a:t>
            </a:r>
          </a:p>
          <a:p>
            <a:pPr rtl="0"/>
            <a:r>
              <a:rPr lang="en-IN" dirty="0"/>
              <a:t>df["</a:t>
            </a:r>
            <a:r>
              <a:rPr lang="en-IN" dirty="0" err="1"/>
              <a:t>Quality_Score</a:t>
            </a:r>
            <a:r>
              <a:rPr lang="en-IN" dirty="0"/>
              <a:t>"]</a:t>
            </a:r>
          </a:p>
          <a:p>
            <a:pPr rtl="0"/>
            <a:r>
              <a:rPr lang="en-IN" dirty="0"/>
              <a:t>)</a:t>
            </a:r>
          </a:p>
          <a:p>
            <a:r>
              <a:rPr lang="en-IN" dirty="0"/>
              <a:t>Display the new features:</a:t>
            </a:r>
          </a:p>
          <a:p>
            <a:pPr rtl="0"/>
            <a:r>
              <a:rPr lang="en-IN" dirty="0"/>
              <a:t>print("\n--- ENGINEERED FEATURES ---")</a:t>
            </a:r>
          </a:p>
          <a:p>
            <a:pPr rtl="0"/>
            <a:br>
              <a:rPr lang="en-IN" dirty="0"/>
            </a:br>
            <a:endParaRPr lang="en-IN" dirty="0"/>
          </a:p>
          <a:p>
            <a:pPr rtl="0"/>
            <a:r>
              <a:rPr lang="en-IN" dirty="0"/>
              <a:t>print(</a:t>
            </a:r>
          </a:p>
          <a:p>
            <a:pPr rtl="0"/>
            <a:r>
              <a:rPr lang="en-IN" dirty="0"/>
              <a:t>df[</a:t>
            </a:r>
          </a:p>
          <a:p>
            <a:pPr rtl="0"/>
            <a:r>
              <a:rPr lang="en-IN" dirty="0"/>
              <a:t>[</a:t>
            </a:r>
          </a:p>
          <a:p>
            <a:pPr rtl="0"/>
            <a:r>
              <a:rPr lang="en-IN" dirty="0"/>
              <a:t>"</a:t>
            </a:r>
            <a:r>
              <a:rPr lang="en-IN" dirty="0" err="1"/>
              <a:t>Machine_ID</a:t>
            </a:r>
            <a:r>
              <a:rPr lang="en-IN" dirty="0"/>
              <a:t>",</a:t>
            </a:r>
          </a:p>
          <a:p>
            <a:pPr rtl="0"/>
            <a:r>
              <a:rPr lang="en-IN" dirty="0"/>
              <a:t>"</a:t>
            </a:r>
            <a:r>
              <a:rPr lang="en-IN" dirty="0" err="1"/>
              <a:t>Temperature_C</a:t>
            </a:r>
            <a:r>
              <a:rPr lang="en-IN" dirty="0"/>
              <a:t>",</a:t>
            </a:r>
          </a:p>
          <a:p>
            <a:pPr rtl="0"/>
            <a:r>
              <a:rPr lang="en-IN" dirty="0"/>
              <a:t>"</a:t>
            </a:r>
            <a:r>
              <a:rPr lang="en-IN" dirty="0" err="1"/>
              <a:t>Pressure_bar</a:t>
            </a:r>
            <a:r>
              <a:rPr lang="en-IN" dirty="0"/>
              <a:t>",</a:t>
            </a:r>
          </a:p>
          <a:p>
            <a:pPr rtl="0"/>
            <a:r>
              <a:rPr lang="en-IN" dirty="0"/>
              <a:t>"</a:t>
            </a:r>
            <a:r>
              <a:rPr lang="en-IN" dirty="0" err="1"/>
              <a:t>Temp_Pressure_Index</a:t>
            </a:r>
            <a:r>
              <a:rPr lang="en-IN" dirty="0"/>
              <a:t>",</a:t>
            </a:r>
          </a:p>
          <a:p>
            <a:pPr rtl="0"/>
            <a:r>
              <a:rPr lang="en-IN" dirty="0"/>
              <a:t>"</a:t>
            </a:r>
            <a:r>
              <a:rPr lang="en-IN" dirty="0" err="1"/>
              <a:t>Vibration_RPM_Ratio</a:t>
            </a:r>
            <a:r>
              <a:rPr lang="en-IN" dirty="0"/>
              <a:t>",</a:t>
            </a:r>
          </a:p>
          <a:p>
            <a:pPr rtl="0"/>
            <a:r>
              <a:rPr lang="en-IN" dirty="0"/>
              <a:t>"</a:t>
            </a:r>
            <a:r>
              <a:rPr lang="en-IN" dirty="0" err="1"/>
              <a:t>Production_Quality_Index</a:t>
            </a:r>
            <a:r>
              <a:rPr lang="en-IN" dirty="0"/>
              <a:t>"</a:t>
            </a:r>
          </a:p>
          <a:p>
            <a:pPr rtl="0"/>
            <a:r>
              <a:rPr lang="en-IN" dirty="0"/>
              <a:t>]</a:t>
            </a:r>
          </a:p>
          <a:p>
            <a:pPr rtl="0"/>
            <a:r>
              <a:rPr lang="en-IN" dirty="0"/>
              <a:t>].head()</a:t>
            </a:r>
          </a:p>
          <a:p>
            <a:pPr rtl="0"/>
            <a:r>
              <a:rPr lang="en-IN" dirty="0"/>
              <a:t>)</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824831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793827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df["Temperature_Rolling_Mean_3"] = (</a:t>
            </a:r>
          </a:p>
          <a:p>
            <a:pPr>
              <a:buFont typeface="+mj-lt"/>
              <a:buNone/>
            </a:pPr>
            <a:r>
              <a:rPr lang="en-GB" noProof="0" dirty="0"/>
              <a:t>    </a:t>
            </a:r>
            <a:r>
              <a:rPr lang="en-GB" noProof="0" dirty="0" err="1"/>
              <a:t>df.groupby</a:t>
            </a:r>
            <a:r>
              <a:rPr lang="en-GB" noProof="0" dirty="0"/>
              <a:t>("</a:t>
            </a:r>
            <a:r>
              <a:rPr lang="en-GB" noProof="0" dirty="0" err="1"/>
              <a:t>Machine_ID</a:t>
            </a:r>
            <a:r>
              <a:rPr lang="en-GB" noProof="0" dirty="0"/>
              <a:t>")["</a:t>
            </a:r>
            <a:r>
              <a:rPr lang="en-GB" noProof="0" dirty="0" err="1"/>
              <a:t>Temperature_C</a:t>
            </a:r>
            <a:r>
              <a:rPr lang="en-GB" noProof="0" dirty="0"/>
              <a:t>"]</a:t>
            </a:r>
          </a:p>
          <a:p>
            <a:pPr>
              <a:buFont typeface="+mj-lt"/>
              <a:buNone/>
            </a:pPr>
            <a:r>
              <a:rPr lang="en-GB" noProof="0" dirty="0"/>
              <a:t>    .transform(</a:t>
            </a:r>
          </a:p>
          <a:p>
            <a:pPr>
              <a:buFont typeface="+mj-lt"/>
              <a:buNone/>
            </a:pPr>
            <a:r>
              <a:rPr lang="en-GB" noProof="0" dirty="0"/>
              <a:t>        lambda x: </a:t>
            </a:r>
            <a:r>
              <a:rPr lang="en-GB" noProof="0" dirty="0" err="1"/>
              <a:t>x.rolling</a:t>
            </a:r>
            <a:r>
              <a:rPr lang="en-GB" noProof="0" dirty="0"/>
              <a:t>(</a:t>
            </a:r>
          </a:p>
          <a:p>
            <a:pPr>
              <a:buFont typeface="+mj-lt"/>
              <a:buNone/>
            </a:pPr>
            <a:r>
              <a:rPr lang="en-GB" noProof="0" dirty="0"/>
              <a:t>            window=3,</a:t>
            </a:r>
          </a:p>
          <a:p>
            <a:pPr>
              <a:buFont typeface="+mj-lt"/>
              <a:buNone/>
            </a:pPr>
            <a:r>
              <a:rPr lang="en-GB" noProof="0" dirty="0"/>
              <a:t>            </a:t>
            </a:r>
            <a:r>
              <a:rPr lang="en-GB" noProof="0" dirty="0" err="1"/>
              <a:t>min_periods</a:t>
            </a:r>
            <a:r>
              <a:rPr lang="en-GB" noProof="0" dirty="0"/>
              <a:t>=1</a:t>
            </a:r>
          </a:p>
          <a:p>
            <a:pPr>
              <a:buFont typeface="+mj-lt"/>
              <a:buNone/>
            </a:pPr>
            <a:r>
              <a:rPr lang="en-GB" noProof="0" dirty="0"/>
              <a:t>        ).mean()</a:t>
            </a:r>
          </a:p>
          <a:p>
            <a:pPr>
              <a:buFont typeface="+mj-lt"/>
              <a:buNone/>
            </a:pPr>
            <a:r>
              <a:rPr lang="en-GB" noProof="0" dirty="0"/>
              <a:t>    )</a:t>
            </a:r>
          </a:p>
          <a:p>
            <a:pPr>
              <a:buFont typeface="+mj-lt"/>
              <a:buNone/>
            </a:pP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165392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df["Vibration_Rolling_Mean_3"] = (</a:t>
            </a:r>
          </a:p>
          <a:p>
            <a:pPr>
              <a:buFont typeface="+mj-lt"/>
              <a:buNone/>
            </a:pPr>
            <a:r>
              <a:rPr lang="en-GB" noProof="0" dirty="0"/>
              <a:t>    </a:t>
            </a:r>
            <a:r>
              <a:rPr lang="en-GB" noProof="0" dirty="0" err="1"/>
              <a:t>df.groupby</a:t>
            </a:r>
            <a:r>
              <a:rPr lang="en-GB" noProof="0" dirty="0"/>
              <a:t>("</a:t>
            </a:r>
            <a:r>
              <a:rPr lang="en-GB" noProof="0" dirty="0" err="1"/>
              <a:t>Machine_ID</a:t>
            </a:r>
            <a:r>
              <a:rPr lang="en-GB" noProof="0" dirty="0"/>
              <a:t>")["</a:t>
            </a:r>
            <a:r>
              <a:rPr lang="en-GB" noProof="0" dirty="0" err="1"/>
              <a:t>Vibration_mm_s</a:t>
            </a:r>
            <a:r>
              <a:rPr lang="en-GB" noProof="0" dirty="0"/>
              <a:t>"]</a:t>
            </a:r>
          </a:p>
          <a:p>
            <a:pPr>
              <a:buFont typeface="+mj-lt"/>
              <a:buNone/>
            </a:pPr>
            <a:r>
              <a:rPr lang="en-GB" noProof="0" dirty="0"/>
              <a:t>    .transform(</a:t>
            </a:r>
          </a:p>
          <a:p>
            <a:pPr>
              <a:buFont typeface="+mj-lt"/>
              <a:buNone/>
            </a:pPr>
            <a:r>
              <a:rPr lang="en-GB" noProof="0" dirty="0"/>
              <a:t>        lambda x: </a:t>
            </a:r>
            <a:r>
              <a:rPr lang="en-GB" noProof="0" dirty="0" err="1"/>
              <a:t>x.rolling</a:t>
            </a:r>
            <a:r>
              <a:rPr lang="en-GB" noProof="0" dirty="0"/>
              <a:t>(</a:t>
            </a:r>
          </a:p>
          <a:p>
            <a:pPr>
              <a:buFont typeface="+mj-lt"/>
              <a:buNone/>
            </a:pPr>
            <a:r>
              <a:rPr lang="en-GB" noProof="0" dirty="0"/>
              <a:t>            window=3,</a:t>
            </a:r>
          </a:p>
          <a:p>
            <a:pPr>
              <a:buFont typeface="+mj-lt"/>
              <a:buNone/>
            </a:pPr>
            <a:r>
              <a:rPr lang="en-GB" noProof="0" dirty="0"/>
              <a:t>            </a:t>
            </a:r>
            <a:r>
              <a:rPr lang="en-GB" noProof="0" dirty="0" err="1"/>
              <a:t>min_periods</a:t>
            </a:r>
            <a:r>
              <a:rPr lang="en-GB" noProof="0" dirty="0"/>
              <a:t>=1</a:t>
            </a:r>
          </a:p>
          <a:p>
            <a:pPr>
              <a:buFont typeface="+mj-lt"/>
              <a:buNone/>
            </a:pPr>
            <a:r>
              <a:rPr lang="en-GB" noProof="0" dirty="0"/>
              <a:t>        ).mean()</a:t>
            </a:r>
          </a:p>
          <a:p>
            <a:pPr>
              <a:buFont typeface="+mj-lt"/>
              <a:buNone/>
            </a:pPr>
            <a:r>
              <a:rPr lang="en-GB" noProof="0" dirty="0"/>
              <a:t>    )</a:t>
            </a:r>
          </a:p>
          <a:p>
            <a:pPr>
              <a:buFont typeface="+mj-lt"/>
              <a:buNone/>
            </a:pP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406460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noProof="0" dirty="0"/>
              <a:t>df["Vibration_Lag_1"] = (</a:t>
            </a:r>
          </a:p>
          <a:p>
            <a:pPr>
              <a:buFont typeface="+mj-lt"/>
              <a:buNone/>
            </a:pPr>
            <a:r>
              <a:rPr lang="en-US" noProof="0" dirty="0"/>
              <a:t>    </a:t>
            </a:r>
            <a:r>
              <a:rPr lang="en-US" noProof="0" dirty="0" err="1"/>
              <a:t>df.groupby</a:t>
            </a:r>
            <a:r>
              <a:rPr lang="en-US" noProof="0" dirty="0"/>
              <a:t>("</a:t>
            </a:r>
            <a:r>
              <a:rPr lang="en-US" noProof="0" dirty="0" err="1"/>
              <a:t>Machine_ID</a:t>
            </a:r>
            <a:r>
              <a:rPr lang="en-US" noProof="0" dirty="0"/>
              <a:t>")["</a:t>
            </a:r>
            <a:r>
              <a:rPr lang="en-US" noProof="0" dirty="0" err="1"/>
              <a:t>Vibration_mm_s</a:t>
            </a:r>
            <a:r>
              <a:rPr lang="en-US" noProof="0" dirty="0"/>
              <a:t>"]</a:t>
            </a:r>
          </a:p>
          <a:p>
            <a:pPr>
              <a:buFont typeface="+mj-lt"/>
              <a:buNone/>
            </a:pPr>
            <a:r>
              <a:rPr lang="en-US" noProof="0" dirty="0"/>
              <a:t>    .shift(1)</a:t>
            </a:r>
          </a:p>
          <a:p>
            <a:pPr>
              <a:buFont typeface="+mj-lt"/>
              <a:buNone/>
            </a:pPr>
            <a:r>
              <a:rPr lang="en-US" noProof="0" dirty="0"/>
              <a:t>)</a:t>
            </a:r>
          </a:p>
          <a:p>
            <a:pPr>
              <a:buFont typeface="+mj-lt"/>
              <a:buNone/>
            </a:pPr>
            <a:endParaRPr lang="en-US" noProof="0" dirty="0"/>
          </a:p>
          <a:p>
            <a:pPr>
              <a:buFont typeface="+mj-lt"/>
              <a:buNone/>
            </a:pPr>
            <a:r>
              <a:rPr lang="en-GB" noProof="0" dirty="0"/>
              <a:t>df["Temperature_Lag_1"] = (</a:t>
            </a:r>
          </a:p>
          <a:p>
            <a:pPr>
              <a:buFont typeface="+mj-lt"/>
              <a:buNone/>
            </a:pPr>
            <a:r>
              <a:rPr lang="en-GB" noProof="0" dirty="0"/>
              <a:t>    df["Temperature_Lag_1"]</a:t>
            </a:r>
          </a:p>
          <a:p>
            <a:pPr>
              <a:buFont typeface="+mj-lt"/>
              <a:buNone/>
            </a:pPr>
            <a:r>
              <a:rPr lang="en-GB" noProof="0" dirty="0"/>
              <a:t>    .</a:t>
            </a:r>
            <a:r>
              <a:rPr lang="en-GB" noProof="0" dirty="0" err="1"/>
              <a:t>fillna</a:t>
            </a:r>
            <a:r>
              <a:rPr lang="en-GB" noProof="0" dirty="0"/>
              <a:t>(df["</a:t>
            </a:r>
            <a:r>
              <a:rPr lang="en-GB" noProof="0" dirty="0" err="1"/>
              <a:t>Temperature_C</a:t>
            </a:r>
            <a:r>
              <a:rPr lang="en-GB" noProof="0" dirty="0"/>
              <a:t>"])</a:t>
            </a:r>
          </a:p>
          <a:p>
            <a:pPr>
              <a:buFont typeface="+mj-lt"/>
              <a:buNone/>
            </a:pPr>
            <a:r>
              <a:rPr lang="en-GB" noProof="0" dirty="0"/>
              <a:t>)</a:t>
            </a:r>
          </a:p>
          <a:p>
            <a:pPr>
              <a:buFont typeface="+mj-lt"/>
              <a:buNone/>
            </a:pPr>
            <a:endParaRPr lang="en-GB" noProof="0" dirty="0"/>
          </a:p>
          <a:p>
            <a:pPr>
              <a:buFont typeface="+mj-lt"/>
              <a:buNone/>
            </a:pPr>
            <a:r>
              <a:rPr lang="en-GB" noProof="0" dirty="0"/>
              <a:t>df["Vibration_Lag_1"] = (</a:t>
            </a:r>
          </a:p>
          <a:p>
            <a:pPr>
              <a:buFont typeface="+mj-lt"/>
              <a:buNone/>
            </a:pPr>
            <a:r>
              <a:rPr lang="en-GB" noProof="0" dirty="0"/>
              <a:t>    df["Vibration_Lag_1"]</a:t>
            </a:r>
          </a:p>
          <a:p>
            <a:pPr>
              <a:buFont typeface="+mj-lt"/>
              <a:buNone/>
            </a:pPr>
            <a:r>
              <a:rPr lang="en-GB" noProof="0" dirty="0"/>
              <a:t>    .</a:t>
            </a:r>
            <a:r>
              <a:rPr lang="en-GB" noProof="0" dirty="0" err="1"/>
              <a:t>fillna</a:t>
            </a:r>
            <a:r>
              <a:rPr lang="en-GB" noProof="0" dirty="0"/>
              <a:t>(df["</a:t>
            </a:r>
            <a:r>
              <a:rPr lang="en-GB" noProof="0" dirty="0" err="1"/>
              <a:t>Vibration_mm_s</a:t>
            </a:r>
            <a:r>
              <a:rPr lang="en-GB" noProof="0" dirty="0"/>
              <a:t>"])</a:t>
            </a:r>
          </a:p>
          <a:p>
            <a:pPr>
              <a:buFont typeface="+mj-lt"/>
              <a:buNone/>
            </a:pP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452224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noProof="0" dirty="0"/>
              <a:t>print("\n--- ROLLING AND LAG FEATURES ---")</a:t>
            </a:r>
          </a:p>
          <a:p>
            <a:pPr>
              <a:buFont typeface="+mj-lt"/>
              <a:buNone/>
            </a:pPr>
            <a:endParaRPr lang="en-US" noProof="0" dirty="0"/>
          </a:p>
          <a:p>
            <a:pPr>
              <a:buFont typeface="+mj-lt"/>
              <a:buNone/>
            </a:pPr>
            <a:r>
              <a:rPr lang="en-US" noProof="0" dirty="0"/>
              <a:t>print(</a:t>
            </a:r>
          </a:p>
          <a:p>
            <a:pPr>
              <a:buFont typeface="+mj-lt"/>
              <a:buNone/>
            </a:pPr>
            <a:r>
              <a:rPr lang="en-US" noProof="0" dirty="0"/>
              <a:t>    df[</a:t>
            </a:r>
          </a:p>
          <a:p>
            <a:pPr>
              <a:buFont typeface="+mj-lt"/>
              <a:buNone/>
            </a:pPr>
            <a:r>
              <a:rPr lang="en-US" noProof="0" dirty="0"/>
              <a:t>        [</a:t>
            </a:r>
          </a:p>
          <a:p>
            <a:pPr>
              <a:buFont typeface="+mj-lt"/>
              <a:buNone/>
            </a:pPr>
            <a:r>
              <a:rPr lang="en-US" noProof="0" dirty="0"/>
              <a:t>            "</a:t>
            </a:r>
            <a:r>
              <a:rPr lang="en-US" noProof="0" dirty="0" err="1"/>
              <a:t>Machine_ID</a:t>
            </a:r>
            <a:r>
              <a:rPr lang="en-US" noProof="0" dirty="0"/>
              <a:t>",</a:t>
            </a:r>
          </a:p>
          <a:p>
            <a:pPr>
              <a:buFont typeface="+mj-lt"/>
              <a:buNone/>
            </a:pPr>
            <a:r>
              <a:rPr lang="en-US" noProof="0" dirty="0"/>
              <a:t>            "</a:t>
            </a:r>
            <a:r>
              <a:rPr lang="en-US" noProof="0" dirty="0" err="1"/>
              <a:t>Temperature_C</a:t>
            </a:r>
            <a:r>
              <a:rPr lang="en-US" noProof="0" dirty="0"/>
              <a:t>",</a:t>
            </a:r>
          </a:p>
          <a:p>
            <a:pPr>
              <a:buFont typeface="+mj-lt"/>
              <a:buNone/>
            </a:pPr>
            <a:r>
              <a:rPr lang="en-US" noProof="0" dirty="0"/>
              <a:t>            "Temperature_Rolling_Mean_3",</a:t>
            </a:r>
          </a:p>
          <a:p>
            <a:pPr>
              <a:buFont typeface="+mj-lt"/>
              <a:buNone/>
            </a:pPr>
            <a:r>
              <a:rPr lang="en-US" noProof="0" dirty="0"/>
              <a:t>            "Temperature_Lag_1",</a:t>
            </a:r>
          </a:p>
          <a:p>
            <a:pPr>
              <a:buFont typeface="+mj-lt"/>
              <a:buNone/>
            </a:pPr>
            <a:r>
              <a:rPr lang="en-US" noProof="0" dirty="0"/>
              <a:t>            "</a:t>
            </a:r>
            <a:r>
              <a:rPr lang="en-US" noProof="0" dirty="0" err="1"/>
              <a:t>Vibration_mm_s</a:t>
            </a:r>
            <a:r>
              <a:rPr lang="en-US" noProof="0" dirty="0"/>
              <a:t>",</a:t>
            </a:r>
          </a:p>
          <a:p>
            <a:pPr>
              <a:buFont typeface="+mj-lt"/>
              <a:buNone/>
            </a:pPr>
            <a:r>
              <a:rPr lang="en-US" noProof="0" dirty="0"/>
              <a:t>            "Vibration_Rolling_Mean_3",</a:t>
            </a:r>
          </a:p>
          <a:p>
            <a:pPr>
              <a:buFont typeface="+mj-lt"/>
              <a:buNone/>
            </a:pPr>
            <a:r>
              <a:rPr lang="en-US" noProof="0" dirty="0"/>
              <a:t>            "Vibration_Lag_1"</a:t>
            </a:r>
          </a:p>
          <a:p>
            <a:pPr>
              <a:buFont typeface="+mj-lt"/>
              <a:buNone/>
            </a:pPr>
            <a:r>
              <a:rPr lang="en-US" noProof="0" dirty="0"/>
              <a:t>        ]</a:t>
            </a:r>
          </a:p>
          <a:p>
            <a:pPr>
              <a:buFont typeface="+mj-lt"/>
              <a:buNone/>
            </a:pPr>
            <a:r>
              <a:rPr lang="en-US" noProof="0" dirty="0"/>
              <a:t>    ].head(10)</a:t>
            </a:r>
          </a:p>
          <a:p>
            <a:pPr>
              <a:buFont typeface="+mj-lt"/>
              <a:buNone/>
            </a:pPr>
            <a:r>
              <a:rPr lang="en-US" noProof="0"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462351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705795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Create machine-level average temperature:</a:t>
            </a:r>
          </a:p>
          <a:p>
            <a:pPr rtl="0"/>
            <a:r>
              <a:rPr lang="en-IN" dirty="0"/>
              <a:t>df["</a:t>
            </a:r>
            <a:r>
              <a:rPr lang="en-IN" dirty="0" err="1"/>
              <a:t>Machine_Avg_Temperature</a:t>
            </a:r>
            <a:r>
              <a:rPr lang="en-IN" dirty="0"/>
              <a:t>"] = (</a:t>
            </a:r>
          </a:p>
          <a:p>
            <a:pPr rtl="0"/>
            <a:r>
              <a:rPr lang="en-IN" dirty="0" err="1"/>
              <a:t>df.groupby</a:t>
            </a:r>
            <a:r>
              <a:rPr lang="en-IN" dirty="0"/>
              <a:t>("</a:t>
            </a:r>
            <a:r>
              <a:rPr lang="en-IN" dirty="0" err="1"/>
              <a:t>Machine_ID</a:t>
            </a:r>
            <a:r>
              <a:rPr lang="en-IN" dirty="0"/>
              <a:t>")["</a:t>
            </a:r>
            <a:r>
              <a:rPr lang="en-IN" dirty="0" err="1"/>
              <a:t>Temperature_C</a:t>
            </a:r>
            <a:r>
              <a:rPr lang="en-IN" dirty="0"/>
              <a:t>"]</a:t>
            </a:r>
          </a:p>
          <a:p>
            <a:pPr rtl="0"/>
            <a:r>
              <a:rPr lang="en-IN" dirty="0"/>
              <a:t>.transform("mean")</a:t>
            </a:r>
          </a:p>
          <a:p>
            <a:pPr rtl="0"/>
            <a:r>
              <a:rPr lang="en-IN" dirty="0"/>
              <a:t>)</a:t>
            </a:r>
          </a:p>
          <a:p>
            <a:r>
              <a:rPr lang="en-IN" dirty="0"/>
              <a:t>Create average vibration:</a:t>
            </a:r>
          </a:p>
          <a:p>
            <a:pPr rtl="0"/>
            <a:r>
              <a:rPr lang="en-IN" dirty="0"/>
              <a:t>df["</a:t>
            </a:r>
            <a:r>
              <a:rPr lang="en-IN" dirty="0" err="1"/>
              <a:t>Machine_Avg_Vibration</a:t>
            </a:r>
            <a:r>
              <a:rPr lang="en-IN" dirty="0"/>
              <a:t>"] = (</a:t>
            </a:r>
          </a:p>
          <a:p>
            <a:pPr rtl="0"/>
            <a:r>
              <a:rPr lang="en-IN" dirty="0" err="1"/>
              <a:t>df.groupby</a:t>
            </a:r>
            <a:r>
              <a:rPr lang="en-IN" dirty="0"/>
              <a:t>("</a:t>
            </a:r>
            <a:r>
              <a:rPr lang="en-IN" dirty="0" err="1"/>
              <a:t>Machine_ID</a:t>
            </a:r>
            <a:r>
              <a:rPr lang="en-IN" dirty="0"/>
              <a:t>")["</a:t>
            </a:r>
            <a:r>
              <a:rPr lang="en-IN" dirty="0" err="1"/>
              <a:t>Vibration_mm_s</a:t>
            </a:r>
            <a:r>
              <a:rPr lang="en-IN" dirty="0"/>
              <a:t>"]</a:t>
            </a:r>
          </a:p>
          <a:p>
            <a:pPr rtl="0"/>
            <a:r>
              <a:rPr lang="en-IN" dirty="0"/>
              <a:t>.transform("mean")</a:t>
            </a:r>
          </a:p>
          <a:p>
            <a:pPr rtl="0"/>
            <a:r>
              <a:rPr lang="en-IN" dirty="0"/>
              <a:t>)</a:t>
            </a:r>
          </a:p>
          <a:p>
            <a:r>
              <a:rPr lang="en-IN" dirty="0"/>
              <a:t>Create average production rate:</a:t>
            </a:r>
          </a:p>
          <a:p>
            <a:pPr rtl="0"/>
            <a:r>
              <a:rPr lang="en-IN" dirty="0"/>
              <a:t>df["</a:t>
            </a:r>
            <a:r>
              <a:rPr lang="en-IN" dirty="0" err="1"/>
              <a:t>Machine_Avg_Production</a:t>
            </a:r>
            <a:r>
              <a:rPr lang="en-IN" dirty="0"/>
              <a:t>"] = (</a:t>
            </a:r>
          </a:p>
          <a:p>
            <a:pPr rtl="0"/>
            <a:r>
              <a:rPr lang="en-IN" dirty="0" err="1"/>
              <a:t>df.groupby</a:t>
            </a:r>
            <a:r>
              <a:rPr lang="en-IN" dirty="0"/>
              <a:t>("</a:t>
            </a:r>
            <a:r>
              <a:rPr lang="en-IN" dirty="0" err="1"/>
              <a:t>Machine_ID</a:t>
            </a:r>
            <a:r>
              <a:rPr lang="en-IN" dirty="0"/>
              <a:t>")["</a:t>
            </a:r>
            <a:r>
              <a:rPr lang="en-IN" dirty="0" err="1"/>
              <a:t>Production_Rate</a:t>
            </a:r>
            <a:r>
              <a:rPr lang="en-IN" dirty="0"/>
              <a:t>"]</a:t>
            </a:r>
          </a:p>
          <a:p>
            <a:pPr rtl="0"/>
            <a:r>
              <a:rPr lang="en-IN" dirty="0"/>
              <a:t>.transform("mean")</a:t>
            </a:r>
          </a:p>
          <a:p>
            <a:pPr rtl="0"/>
            <a:r>
              <a:rPr lang="en-IN" dirty="0"/>
              <a:t>)</a:t>
            </a:r>
          </a:p>
          <a:p>
            <a:r>
              <a:rPr lang="en-IN" dirty="0"/>
              <a:t>Display the final features:</a:t>
            </a:r>
          </a:p>
          <a:p>
            <a:pPr rtl="0"/>
            <a:r>
              <a:rPr lang="en-IN" dirty="0"/>
              <a:t>print("\n--- MACHINE AGGREGATED FEATURES ---")</a:t>
            </a:r>
          </a:p>
          <a:p>
            <a:pPr rtl="0"/>
            <a:br>
              <a:rPr lang="en-IN" dirty="0"/>
            </a:br>
            <a:endParaRPr lang="en-IN" dirty="0"/>
          </a:p>
          <a:p>
            <a:pPr rtl="0"/>
            <a:r>
              <a:rPr lang="en-IN" dirty="0"/>
              <a:t>print(</a:t>
            </a:r>
          </a:p>
          <a:p>
            <a:pPr rtl="0"/>
            <a:r>
              <a:rPr lang="en-IN" dirty="0"/>
              <a:t>df[</a:t>
            </a:r>
          </a:p>
          <a:p>
            <a:pPr rtl="0"/>
            <a:r>
              <a:rPr lang="en-IN" dirty="0"/>
              <a:t>[</a:t>
            </a:r>
          </a:p>
          <a:p>
            <a:pPr rtl="0"/>
            <a:r>
              <a:rPr lang="en-IN" dirty="0"/>
              <a:t>"</a:t>
            </a:r>
            <a:r>
              <a:rPr lang="en-IN" dirty="0" err="1"/>
              <a:t>Machine_ID</a:t>
            </a:r>
            <a:r>
              <a:rPr lang="en-IN" dirty="0"/>
              <a:t>",</a:t>
            </a:r>
          </a:p>
          <a:p>
            <a:pPr rtl="0"/>
            <a:r>
              <a:rPr lang="en-IN" dirty="0"/>
              <a:t>"</a:t>
            </a:r>
            <a:r>
              <a:rPr lang="en-IN" dirty="0" err="1"/>
              <a:t>Machine_Avg_Temperature</a:t>
            </a:r>
            <a:r>
              <a:rPr lang="en-IN" dirty="0"/>
              <a:t>",</a:t>
            </a:r>
          </a:p>
          <a:p>
            <a:pPr rtl="0"/>
            <a:r>
              <a:rPr lang="en-IN" dirty="0"/>
              <a:t>"</a:t>
            </a:r>
            <a:r>
              <a:rPr lang="en-IN" dirty="0" err="1"/>
              <a:t>Machine_Avg_Vibration</a:t>
            </a:r>
            <a:r>
              <a:rPr lang="en-IN" dirty="0"/>
              <a:t>",</a:t>
            </a:r>
          </a:p>
          <a:p>
            <a:pPr rtl="0"/>
            <a:r>
              <a:rPr lang="en-IN" dirty="0"/>
              <a:t>"</a:t>
            </a:r>
            <a:r>
              <a:rPr lang="en-IN" dirty="0" err="1"/>
              <a:t>Machine_Avg_Production</a:t>
            </a:r>
            <a:r>
              <a:rPr lang="en-IN" dirty="0"/>
              <a:t>"</a:t>
            </a:r>
          </a:p>
          <a:p>
            <a:pPr rtl="0"/>
            <a:r>
              <a:rPr lang="en-IN" dirty="0"/>
              <a:t>]</a:t>
            </a:r>
          </a:p>
          <a:p>
            <a:pPr rtl="0"/>
            <a:r>
              <a:rPr lang="en-IN" dirty="0"/>
              <a:t>].head()</a:t>
            </a:r>
          </a:p>
          <a:p>
            <a:pPr rtl="0"/>
            <a:r>
              <a:rPr lang="en-IN" dirty="0"/>
              <a:t>)</a:t>
            </a:r>
          </a:p>
          <a:p>
            <a:r>
              <a:rPr lang="en-IN" dirty="0"/>
              <a:t>Now save the feature-engineered dataset:</a:t>
            </a:r>
          </a:p>
          <a:p>
            <a:pPr rtl="0"/>
            <a:r>
              <a:rPr lang="en-IN" dirty="0" err="1"/>
              <a:t>output_file</a:t>
            </a:r>
            <a:r>
              <a:rPr lang="en-IN" dirty="0"/>
              <a:t> = (</a:t>
            </a:r>
          </a:p>
          <a:p>
            <a:pPr rtl="0"/>
            <a:r>
              <a:rPr lang="en-IN" dirty="0"/>
              <a:t>"Module_5/output/"</a:t>
            </a:r>
          </a:p>
          <a:p>
            <a:pPr rtl="0"/>
            <a:r>
              <a:rPr lang="en-IN" dirty="0"/>
              <a:t>"Module5_Feature_Engineered_Data.csv"</a:t>
            </a:r>
          </a:p>
          <a:p>
            <a:pPr rtl="0"/>
            <a:r>
              <a:rPr lang="en-IN" dirty="0"/>
              <a:t>)</a:t>
            </a:r>
          </a:p>
          <a:p>
            <a:pPr rtl="0"/>
            <a:br>
              <a:rPr lang="en-IN" dirty="0"/>
            </a:br>
            <a:endParaRPr lang="en-IN" dirty="0"/>
          </a:p>
          <a:p>
            <a:pPr rtl="0"/>
            <a:r>
              <a:rPr lang="en-IN" dirty="0" err="1"/>
              <a:t>df.to_csv</a:t>
            </a:r>
            <a:r>
              <a:rPr lang="en-IN" dirty="0"/>
              <a:t>(</a:t>
            </a:r>
          </a:p>
          <a:p>
            <a:pPr rtl="0"/>
            <a:r>
              <a:rPr lang="en-IN" dirty="0" err="1"/>
              <a:t>output_file</a:t>
            </a:r>
            <a:r>
              <a:rPr lang="en-IN" dirty="0"/>
              <a:t>,</a:t>
            </a:r>
          </a:p>
          <a:p>
            <a:pPr rtl="0"/>
            <a:r>
              <a:rPr lang="en-IN" dirty="0"/>
              <a:t>index=False</a:t>
            </a:r>
          </a:p>
          <a:p>
            <a:pPr rtl="0"/>
            <a:r>
              <a:rPr lang="en-IN" dirty="0"/>
              <a:t>)</a:t>
            </a:r>
          </a:p>
          <a:p>
            <a:pPr rtl="0"/>
            <a:br>
              <a:rPr lang="en-IN" dirty="0"/>
            </a:br>
            <a:endParaRPr lang="en-IN" dirty="0"/>
          </a:p>
          <a:p>
            <a:pPr rtl="0"/>
            <a:r>
              <a:rPr lang="en-IN" dirty="0"/>
              <a:t>print("\</a:t>
            </a:r>
            <a:r>
              <a:rPr lang="en-IN" dirty="0" err="1"/>
              <a:t>nFeature</a:t>
            </a:r>
            <a:r>
              <a:rPr lang="en-IN" dirty="0"/>
              <a:t> engineering completed successfully.")</a:t>
            </a:r>
          </a:p>
          <a:p>
            <a:pPr rtl="0"/>
            <a:r>
              <a:rPr lang="en-IN" dirty="0"/>
              <a:t>print("Output saved to:")</a:t>
            </a:r>
          </a:p>
          <a:p>
            <a:pPr rtl="0"/>
            <a:r>
              <a:rPr lang="en-IN" dirty="0"/>
              <a:t>print(</a:t>
            </a:r>
            <a:r>
              <a:rPr lang="en-IN" dirty="0" err="1"/>
              <a:t>output_file</a:t>
            </a:r>
            <a:r>
              <a:rPr lang="en-IN" dirty="0"/>
              <a:t>)</a:t>
            </a:r>
          </a:p>
          <a:p>
            <a:pPr rtl="0"/>
            <a:br>
              <a:rPr lang="en-IN" dirty="0"/>
            </a:br>
            <a:endParaRPr lang="en-IN" dirty="0"/>
          </a:p>
          <a:p>
            <a:pPr rtl="0"/>
            <a:r>
              <a:rPr lang="en-IN" dirty="0"/>
              <a:t>print("\</a:t>
            </a:r>
            <a:r>
              <a:rPr lang="en-IN" dirty="0" err="1"/>
              <a:t>nFinal</a:t>
            </a:r>
            <a:r>
              <a:rPr lang="en-IN" dirty="0"/>
              <a:t> dataset shape:")</a:t>
            </a:r>
          </a:p>
          <a:p>
            <a:pPr rtl="0"/>
            <a:r>
              <a:rPr lang="en-IN" dirty="0"/>
              <a:t>print(</a:t>
            </a:r>
            <a:r>
              <a:rPr lang="en-IN" dirty="0" err="1"/>
              <a:t>df.shape</a:t>
            </a:r>
            <a:r>
              <a:rPr lang="en-IN" dirty="0"/>
              <a:t>)</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858574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noProof="0" dirty="0"/>
              <a:t>python Module_5/module5_feature_engineering.py</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93758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Explanation:</a:t>
            </a:r>
            <a:r>
              <a:rPr lang="en-US" dirty="0"/>
              <a:t> A lag feature represents a previous observation and allows the model to incorporate historical sensor behaviour.</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914615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C</a:t>
            </a:r>
            <a:endParaRPr lang="en-US" dirty="0"/>
          </a:p>
          <a:p>
            <a:r>
              <a:rPr lang="en-US" b="1" dirty="0"/>
              <a:t>Explanation:</a:t>
            </a:r>
            <a:r>
              <a:rPr lang="en-US" dirty="0"/>
              <a:t> Rolling-window statistics capture recent patterns, variability, and trends that can provide stronger indicators of changing equipment condition than isolated readings.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07069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413785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662215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This infographic illustrates the </a:t>
            </a:r>
            <a:r>
              <a:rPr lang="en-US" b="1" dirty="0"/>
              <a:t>end-to-end ETL pipeline used to move industrial data from source systems into analytics-ready storage</a:t>
            </a:r>
            <a:r>
              <a:rPr lang="en-US" dirty="0"/>
              <a:t>. During the </a:t>
            </a:r>
            <a:r>
              <a:rPr lang="en-US" b="1" dirty="0"/>
              <a:t>Extract</a:t>
            </a:r>
            <a:r>
              <a:rPr lang="en-US" dirty="0"/>
              <a:t> stage, data is collected from operational sources such as sensors, PLCs, SCADA systems, production databases and </a:t>
            </a:r>
            <a:r>
              <a:rPr lang="en-US" dirty="0" err="1"/>
              <a:t>IIoT</a:t>
            </a:r>
            <a:r>
              <a:rPr lang="en-US" dirty="0"/>
              <a:t> platforms. The </a:t>
            </a:r>
            <a:r>
              <a:rPr lang="en-US" b="1" dirty="0"/>
              <a:t>Transform</a:t>
            </a:r>
            <a:r>
              <a:rPr lang="en-US" dirty="0"/>
              <a:t> stage cleans, validates, </a:t>
            </a:r>
            <a:r>
              <a:rPr lang="en-US" dirty="0" err="1"/>
              <a:t>standardises</a:t>
            </a:r>
            <a:r>
              <a:rPr lang="en-US" dirty="0"/>
              <a:t> and restructures the collected information to improve its quality and consistency. During the </a:t>
            </a:r>
            <a:r>
              <a:rPr lang="en-US" b="1" dirty="0"/>
              <a:t>Load</a:t>
            </a:r>
            <a:r>
              <a:rPr lang="en-US" dirty="0"/>
              <a:t> stage, the transformed data is transferred to a target environment such as a cloud platform, data warehouse or industrial data store. This pipeline creates a reliable foundation for </a:t>
            </a:r>
            <a:r>
              <a:rPr lang="en-US" b="1" dirty="0"/>
              <a:t>reporting, predictive analytics, machine learning and engineering decision-making</a:t>
            </a:r>
            <a:r>
              <a:rPr lang="en-US" dirty="0"/>
              <a:t>.</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789989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48091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217238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642591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890420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787475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93173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the </a:t>
            </a:r>
            <a:r>
              <a:rPr lang="en-US" b="1" dirty="0"/>
              <a:t>end-to-end ETL pipeline used to move industrial data from source systems into analytics-ready storage</a:t>
            </a:r>
            <a:r>
              <a:rPr lang="en-US" dirty="0"/>
              <a:t>. During the </a:t>
            </a:r>
            <a:r>
              <a:rPr lang="en-US" b="1" dirty="0"/>
              <a:t>Extract</a:t>
            </a:r>
            <a:r>
              <a:rPr lang="en-US" dirty="0"/>
              <a:t> stage, data is collected from operational sources such as sensors, PLCs, SCADA systems, production databases and </a:t>
            </a:r>
            <a:r>
              <a:rPr lang="en-US" dirty="0" err="1"/>
              <a:t>IIoT</a:t>
            </a:r>
            <a:r>
              <a:rPr lang="en-US" dirty="0"/>
              <a:t> platforms. The </a:t>
            </a:r>
            <a:r>
              <a:rPr lang="en-US" b="1" dirty="0"/>
              <a:t>Transform</a:t>
            </a:r>
            <a:r>
              <a:rPr lang="en-US" dirty="0"/>
              <a:t> stage cleans, validates, </a:t>
            </a:r>
            <a:r>
              <a:rPr lang="en-US" dirty="0" err="1"/>
              <a:t>standardises</a:t>
            </a:r>
            <a:r>
              <a:rPr lang="en-US" dirty="0"/>
              <a:t> and restructures the collected information to improve its quality and consistency. During the </a:t>
            </a:r>
            <a:r>
              <a:rPr lang="en-US" b="1" dirty="0"/>
              <a:t>Load</a:t>
            </a:r>
            <a:r>
              <a:rPr lang="en-US" dirty="0"/>
              <a:t> stage, the transformed data is transferred to a target environment such as a cloud platform, data warehouse or industrial data store. This pipeline creates a reliable foundation for </a:t>
            </a:r>
            <a:r>
              <a:rPr lang="en-US" b="1" dirty="0"/>
              <a:t>reporting, predictive analytics, machine learning and engineering decision-making</a:t>
            </a:r>
            <a:r>
              <a:rPr lang="en-US"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765172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832576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24877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Open:</a:t>
            </a:r>
          </a:p>
          <a:p>
            <a:pPr rtl="0"/>
            <a:r>
              <a:rPr lang="en-US" dirty="0"/>
              <a:t>module6_etl_pipeline.py</a:t>
            </a:r>
          </a:p>
          <a:p>
            <a:r>
              <a:rPr lang="en-US" dirty="0"/>
              <a:t>Add the required imports:</a:t>
            </a:r>
          </a:p>
          <a:p>
            <a:pPr rtl="0"/>
            <a:r>
              <a:rPr lang="en-US" dirty="0"/>
              <a:t>import pandas as pd</a:t>
            </a:r>
          </a:p>
          <a:p>
            <a:pPr rtl="0"/>
            <a:r>
              <a:rPr lang="en-US" dirty="0"/>
              <a:t>import </a:t>
            </a:r>
            <a:r>
              <a:rPr lang="en-US" dirty="0" err="1"/>
              <a:t>numpy</a:t>
            </a:r>
            <a:r>
              <a:rPr lang="en-US" dirty="0"/>
              <a:t> as np</a:t>
            </a:r>
          </a:p>
          <a:p>
            <a:pPr rtl="0"/>
            <a:r>
              <a:rPr lang="en-US" dirty="0"/>
              <a:t>from </a:t>
            </a:r>
            <a:r>
              <a:rPr lang="en-US" dirty="0" err="1"/>
              <a:t>pathlib</a:t>
            </a:r>
            <a:r>
              <a:rPr lang="en-US" dirty="0"/>
              <a:t> import Path</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5599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rtl="0"/>
            <a:r>
              <a:rPr lang="en-IN" dirty="0"/>
              <a:t>def </a:t>
            </a:r>
            <a:r>
              <a:rPr lang="en-IN" dirty="0" err="1"/>
              <a:t>extract_data</a:t>
            </a:r>
            <a:r>
              <a:rPr lang="en-IN" dirty="0"/>
              <a:t>(</a:t>
            </a:r>
            <a:r>
              <a:rPr lang="en-IN" dirty="0" err="1"/>
              <a:t>file_path</a:t>
            </a:r>
            <a:r>
              <a:rPr lang="en-IN" dirty="0"/>
              <a:t>):</a:t>
            </a:r>
          </a:p>
          <a:p>
            <a:pPr rtl="0"/>
            <a:r>
              <a:rPr lang="en-IN" dirty="0"/>
              <a:t>print("\n--- EXTRACT PHASE ---")</a:t>
            </a:r>
          </a:p>
          <a:p>
            <a:pPr rtl="0"/>
            <a:br>
              <a:rPr lang="en-IN" dirty="0"/>
            </a:br>
            <a:endParaRPr lang="en-IN" dirty="0"/>
          </a:p>
          <a:p>
            <a:pPr rtl="0"/>
            <a:r>
              <a:rPr lang="en-IN" dirty="0"/>
              <a:t>df = </a:t>
            </a:r>
            <a:r>
              <a:rPr lang="en-IN" dirty="0" err="1"/>
              <a:t>pd.read_csv</a:t>
            </a:r>
            <a:r>
              <a:rPr lang="en-IN" dirty="0"/>
              <a:t>(</a:t>
            </a:r>
            <a:r>
              <a:rPr lang="en-IN" dirty="0" err="1"/>
              <a:t>file_path</a:t>
            </a:r>
            <a:r>
              <a:rPr lang="en-IN" dirty="0"/>
              <a:t>)</a:t>
            </a:r>
          </a:p>
          <a:p>
            <a:pPr rtl="0"/>
            <a:br>
              <a:rPr lang="en-IN" dirty="0"/>
            </a:br>
            <a:endParaRPr lang="en-IN" dirty="0"/>
          </a:p>
          <a:p>
            <a:pPr rtl="0"/>
            <a:r>
              <a:rPr lang="en-IN" dirty="0"/>
              <a:t>print("Dataset extracted successfully.")</a:t>
            </a:r>
          </a:p>
          <a:p>
            <a:pPr rtl="0"/>
            <a:r>
              <a:rPr lang="en-IN" dirty="0"/>
              <a:t>print("Rows:", </a:t>
            </a:r>
            <a:r>
              <a:rPr lang="en-IN" dirty="0" err="1"/>
              <a:t>len</a:t>
            </a:r>
            <a:r>
              <a:rPr lang="en-IN" dirty="0"/>
              <a:t>(df))</a:t>
            </a:r>
          </a:p>
          <a:p>
            <a:pPr rtl="0"/>
            <a:r>
              <a:rPr lang="en-IN" dirty="0"/>
              <a:t>print("Columns:", </a:t>
            </a:r>
            <a:r>
              <a:rPr lang="en-IN" dirty="0" err="1"/>
              <a:t>len</a:t>
            </a:r>
            <a:r>
              <a:rPr lang="en-IN" dirty="0"/>
              <a:t>(</a:t>
            </a:r>
            <a:r>
              <a:rPr lang="en-IN" dirty="0" err="1"/>
              <a:t>df.columns</a:t>
            </a:r>
            <a:r>
              <a:rPr lang="en-IN" dirty="0"/>
              <a:t>))</a:t>
            </a:r>
          </a:p>
          <a:p>
            <a:pPr rtl="0"/>
            <a:br>
              <a:rPr lang="en-IN" dirty="0"/>
            </a:br>
            <a:endParaRPr lang="en-IN" dirty="0"/>
          </a:p>
          <a:p>
            <a:pPr rtl="0"/>
            <a:r>
              <a:rPr lang="en-IN" dirty="0"/>
              <a:t>return df</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829832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Now define the input file:</a:t>
            </a:r>
          </a:p>
          <a:p>
            <a:pPr rtl="0"/>
            <a:r>
              <a:rPr lang="en-US" dirty="0"/>
              <a:t>INPUT_FILE = (</a:t>
            </a:r>
          </a:p>
          <a:p>
            <a:pPr rtl="0"/>
            <a:r>
              <a:rPr lang="en-US" dirty="0"/>
              <a:t>"Module_5/output/"</a:t>
            </a:r>
          </a:p>
          <a:p>
            <a:pPr rtl="0"/>
            <a:r>
              <a:rPr lang="en-US" dirty="0"/>
              <a:t>"Module5_Feature_Engineered_Data.csv"</a:t>
            </a:r>
          </a:p>
          <a:p>
            <a:pPr rtl="0"/>
            <a:r>
              <a:rPr lang="en-US" dirty="0"/>
              <a:t>)</a:t>
            </a:r>
          </a:p>
          <a:p>
            <a:r>
              <a:rPr lang="en-US" dirty="0"/>
              <a:t>At this point, the pipeline can automatically read the output generated from Module 5.</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636160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def </a:t>
            </a:r>
            <a:r>
              <a:rPr lang="en-GB" noProof="0" dirty="0" err="1"/>
              <a:t>transform_data</a:t>
            </a:r>
            <a:r>
              <a:rPr lang="en-GB" noProof="0" dirty="0"/>
              <a:t>(df):</a:t>
            </a:r>
          </a:p>
          <a:p>
            <a:pPr>
              <a:buFont typeface="+mj-lt"/>
              <a:buNone/>
            </a:pPr>
            <a:r>
              <a:rPr lang="en-GB" noProof="0" dirty="0"/>
              <a:t>    print("\n--- TRANSFORM PHASE ---")</a:t>
            </a:r>
          </a:p>
          <a:p>
            <a:pPr>
              <a:buFont typeface="+mj-lt"/>
              <a:buNone/>
            </a:pPr>
            <a:endParaRPr lang="en-GB" noProof="0" dirty="0"/>
          </a:p>
          <a:p>
            <a:pPr>
              <a:buFont typeface="+mj-lt"/>
              <a:buNone/>
            </a:pPr>
            <a:r>
              <a:rPr lang="en-GB" noProof="0" dirty="0"/>
              <a:t>    df = </a:t>
            </a:r>
            <a:r>
              <a:rPr lang="en-GB" noProof="0" dirty="0" err="1"/>
              <a:t>df.copy</a:t>
            </a:r>
            <a:r>
              <a:rPr lang="en-GB" noProof="0" dirty="0"/>
              <a:t>()</a:t>
            </a:r>
          </a:p>
          <a:p>
            <a:pPr>
              <a:buFont typeface="+mj-lt"/>
              <a:buNone/>
            </a:pPr>
            <a:endParaRPr lang="en-GB" noProof="0" dirty="0"/>
          </a:p>
          <a:p>
            <a:pPr>
              <a:buFont typeface="+mj-lt"/>
              <a:buNone/>
            </a:pPr>
            <a:r>
              <a:rPr lang="en-GB" noProof="0" dirty="0"/>
              <a:t>    # Convert Timestamp to datetime</a:t>
            </a:r>
          </a:p>
          <a:p>
            <a:pPr>
              <a:buFont typeface="+mj-lt"/>
              <a:buNone/>
            </a:pPr>
            <a:r>
              <a:rPr lang="en-GB" noProof="0" dirty="0"/>
              <a:t>    df["Timestamp"] = </a:t>
            </a:r>
            <a:r>
              <a:rPr lang="en-GB" noProof="0" dirty="0" err="1"/>
              <a:t>pd.to_datetime</a:t>
            </a:r>
            <a:r>
              <a:rPr lang="en-GB" noProof="0" dirty="0"/>
              <a:t>(df["Timestamp"])</a:t>
            </a:r>
          </a:p>
          <a:p>
            <a:pPr>
              <a:buFont typeface="+mj-lt"/>
              <a:buNone/>
            </a:pPr>
            <a:endParaRPr lang="en-GB" noProof="0" dirty="0"/>
          </a:p>
          <a:p>
            <a:pPr>
              <a:buFont typeface="+mj-lt"/>
              <a:buNone/>
            </a:pPr>
            <a:r>
              <a:rPr lang="en-GB" noProof="0" dirty="0"/>
              <a:t>    # Extract useful time-based information</a:t>
            </a:r>
          </a:p>
          <a:p>
            <a:pPr>
              <a:buFont typeface="+mj-lt"/>
              <a:buNone/>
            </a:pPr>
            <a:r>
              <a:rPr lang="en-GB" noProof="0" dirty="0"/>
              <a:t>    df["Hour"] = df["Timestamp"].</a:t>
            </a:r>
            <a:r>
              <a:rPr lang="en-GB" noProof="0" dirty="0" err="1"/>
              <a:t>dt.hour</a:t>
            </a:r>
            <a:endParaRPr lang="en-GB" noProof="0" dirty="0"/>
          </a:p>
          <a:p>
            <a:pPr>
              <a:buFont typeface="+mj-lt"/>
              <a:buNone/>
            </a:pPr>
            <a:r>
              <a:rPr lang="en-GB" noProof="0" dirty="0"/>
              <a:t>    df["Day"] = df["Timestamp"].</a:t>
            </a:r>
            <a:r>
              <a:rPr lang="en-GB" noProof="0" dirty="0" err="1"/>
              <a:t>dt.day</a:t>
            </a:r>
            <a:endParaRPr lang="en-GB" noProof="0" dirty="0"/>
          </a:p>
          <a:p>
            <a:pPr>
              <a:buFont typeface="+mj-lt"/>
              <a:buNone/>
            </a:pPr>
            <a:r>
              <a:rPr lang="en-GB" noProof="0" dirty="0"/>
              <a:t>    df["Month"] = df["Timestamp"].</a:t>
            </a:r>
            <a:r>
              <a:rPr lang="en-GB" noProof="0" dirty="0" err="1"/>
              <a:t>dt.month</a:t>
            </a:r>
            <a:endParaRPr lang="en-GB" noProof="0" dirty="0"/>
          </a:p>
          <a:p>
            <a:pPr>
              <a:buFont typeface="+mj-lt"/>
              <a:buNone/>
            </a:pPr>
            <a:endParaRPr lang="en-GB" noProof="0" dirty="0"/>
          </a:p>
          <a:p>
            <a:pPr>
              <a:buFont typeface="+mj-lt"/>
              <a:buNone/>
            </a:pPr>
            <a:r>
              <a:rPr lang="en-GB" noProof="0" dirty="0"/>
              <a:t>    print("Time-based features created.")</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364021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noProof="0" dirty="0"/>
              <a:t> </a:t>
            </a:r>
            <a:r>
              <a:rPr lang="en-IN" dirty="0"/>
              <a:t>Now encode the categorical maintenance target:</a:t>
            </a:r>
          </a:p>
          <a:p>
            <a:pPr rtl="0"/>
            <a:r>
              <a:rPr lang="en-IN" dirty="0"/>
              <a:t>df["</a:t>
            </a:r>
            <a:r>
              <a:rPr lang="en-IN" dirty="0" err="1"/>
              <a:t>Maintenance_Target</a:t>
            </a:r>
            <a:r>
              <a:rPr lang="en-IN" dirty="0"/>
              <a:t>"] = (</a:t>
            </a:r>
          </a:p>
          <a:p>
            <a:pPr rtl="0"/>
            <a:r>
              <a:rPr lang="en-IN" dirty="0"/>
              <a:t>df["</a:t>
            </a:r>
            <a:r>
              <a:rPr lang="en-IN" dirty="0" err="1"/>
              <a:t>Maintenance_Required</a:t>
            </a:r>
            <a:r>
              <a:rPr lang="en-IN" dirty="0"/>
              <a:t>"]</a:t>
            </a:r>
          </a:p>
          <a:p>
            <a:pPr rtl="0"/>
            <a:r>
              <a:rPr lang="en-IN" dirty="0"/>
              <a:t>.map({</a:t>
            </a:r>
          </a:p>
          <a:p>
            <a:pPr rtl="0"/>
            <a:r>
              <a:rPr lang="en-IN" dirty="0"/>
              <a:t>"No": 0,</a:t>
            </a:r>
          </a:p>
          <a:p>
            <a:pPr rtl="0"/>
            <a:r>
              <a:rPr lang="en-IN" dirty="0"/>
              <a:t>"Yes": 1</a:t>
            </a:r>
          </a:p>
          <a:p>
            <a:pPr rtl="0"/>
            <a:r>
              <a:rPr lang="en-IN" dirty="0"/>
              <a:t>})</a:t>
            </a:r>
          </a:p>
          <a:p>
            <a:pPr rtl="0"/>
            <a:r>
              <a:rPr lang="en-IN" dirty="0"/>
              <a:t>)</a:t>
            </a:r>
          </a:p>
          <a:p>
            <a:r>
              <a:rPr lang="en-IN" dirty="0"/>
              <a:t>Encode whether a fault exists:</a:t>
            </a:r>
          </a:p>
          <a:p>
            <a:pPr rtl="0"/>
            <a:r>
              <a:rPr lang="en-IN" dirty="0"/>
              <a:t>df["</a:t>
            </a:r>
            <a:r>
              <a:rPr lang="en-IN" dirty="0" err="1"/>
              <a:t>Fault_Target</a:t>
            </a:r>
            <a:r>
              <a:rPr lang="en-IN" dirty="0"/>
              <a:t>"] = </a:t>
            </a:r>
            <a:r>
              <a:rPr lang="en-IN" dirty="0" err="1"/>
              <a:t>np.where</a:t>
            </a:r>
            <a:r>
              <a:rPr lang="en-IN" dirty="0"/>
              <a:t>(</a:t>
            </a:r>
          </a:p>
          <a:p>
            <a:pPr rtl="0"/>
            <a:r>
              <a:rPr lang="en-IN" dirty="0"/>
              <a:t>df["</a:t>
            </a:r>
            <a:r>
              <a:rPr lang="en-IN" dirty="0" err="1"/>
              <a:t>Fault_Status</a:t>
            </a:r>
            <a:r>
              <a:rPr lang="en-IN" dirty="0"/>
              <a:t>"] == "Normal",</a:t>
            </a:r>
          </a:p>
          <a:p>
            <a:pPr rtl="0"/>
            <a:r>
              <a:rPr lang="en-IN" dirty="0"/>
              <a:t>0,</a:t>
            </a:r>
          </a:p>
          <a:p>
            <a:pPr rtl="0"/>
            <a:r>
              <a:rPr lang="en-IN" dirty="0"/>
              <a:t>1</a:t>
            </a:r>
          </a:p>
          <a:p>
            <a:pPr rtl="0"/>
            <a:r>
              <a:rPr lang="en-IN" dirty="0"/>
              <a:t>)</a:t>
            </a:r>
          </a:p>
          <a:p>
            <a:r>
              <a:rPr lang="en-IN" dirty="0"/>
              <a:t>Now remove columns that will not be directly useful for model training:</a:t>
            </a:r>
          </a:p>
          <a:p>
            <a:pPr rtl="0"/>
            <a:r>
              <a:rPr lang="en-IN" dirty="0" err="1"/>
              <a:t>columns_to_remove</a:t>
            </a:r>
            <a:r>
              <a:rPr lang="en-IN" dirty="0"/>
              <a:t> = [</a:t>
            </a:r>
          </a:p>
          <a:p>
            <a:pPr rtl="0"/>
            <a:r>
              <a:rPr lang="en-IN" dirty="0"/>
              <a:t>"Timestamp",</a:t>
            </a:r>
          </a:p>
          <a:p>
            <a:pPr rtl="0"/>
            <a:r>
              <a:rPr lang="en-IN" dirty="0"/>
              <a:t>"</a:t>
            </a:r>
            <a:r>
              <a:rPr lang="en-IN" dirty="0" err="1"/>
              <a:t>Temperature_Status</a:t>
            </a:r>
            <a:r>
              <a:rPr lang="en-IN" dirty="0"/>
              <a:t>",</a:t>
            </a:r>
          </a:p>
          <a:p>
            <a:pPr rtl="0"/>
            <a:r>
              <a:rPr lang="en-IN" dirty="0"/>
              <a:t>"</a:t>
            </a:r>
            <a:r>
              <a:rPr lang="en-IN" dirty="0" err="1"/>
              <a:t>Vibration_Status</a:t>
            </a:r>
            <a:r>
              <a:rPr lang="en-IN" dirty="0"/>
              <a:t>"</a:t>
            </a:r>
          </a:p>
          <a:p>
            <a:pPr rtl="0"/>
            <a:r>
              <a:rPr lang="en-IN" dirty="0"/>
              <a:t>]</a:t>
            </a:r>
          </a:p>
          <a:p>
            <a:pPr rtl="0"/>
            <a:br>
              <a:rPr lang="en-IN" dirty="0"/>
            </a:br>
            <a:endParaRPr lang="en-IN" dirty="0"/>
          </a:p>
          <a:p>
            <a:pPr rtl="0"/>
            <a:r>
              <a:rPr lang="en-IN" dirty="0"/>
              <a:t>df = </a:t>
            </a:r>
            <a:r>
              <a:rPr lang="en-IN" dirty="0" err="1"/>
              <a:t>df.drop</a:t>
            </a:r>
            <a:r>
              <a:rPr lang="en-IN" dirty="0"/>
              <a:t>(</a:t>
            </a:r>
          </a:p>
          <a:p>
            <a:pPr rtl="0"/>
            <a:r>
              <a:rPr lang="en-IN" dirty="0"/>
              <a:t>columns=</a:t>
            </a:r>
            <a:r>
              <a:rPr lang="en-IN" dirty="0" err="1"/>
              <a:t>columns_to_remove</a:t>
            </a:r>
            <a:r>
              <a:rPr lang="en-IN" dirty="0"/>
              <a:t>,</a:t>
            </a:r>
          </a:p>
          <a:p>
            <a:pPr rtl="0"/>
            <a:r>
              <a:rPr lang="en-IN" dirty="0"/>
              <a:t>errors="ignore"</a:t>
            </a:r>
          </a:p>
          <a:p>
            <a:pPr rtl="0"/>
            <a:r>
              <a:rPr lang="en-IN" dirty="0"/>
              <a:t>)</a:t>
            </a:r>
          </a:p>
          <a:p>
            <a:r>
              <a:rPr lang="en-IN" dirty="0"/>
              <a:t>Finally:</a:t>
            </a:r>
          </a:p>
          <a:p>
            <a:pPr rtl="0"/>
            <a:r>
              <a:rPr lang="en-IN" dirty="0"/>
              <a:t>print("Categorical target variables encoded.")</a:t>
            </a:r>
          </a:p>
          <a:p>
            <a:pPr rtl="0"/>
            <a:r>
              <a:rPr lang="en-IN" dirty="0"/>
              <a:t>print("Unnecessary columns removed.")</a:t>
            </a:r>
          </a:p>
          <a:p>
            <a:pPr rtl="0"/>
            <a:br>
              <a:rPr lang="en-IN" dirty="0"/>
            </a:br>
            <a:endParaRPr lang="en-IN" dirty="0"/>
          </a:p>
          <a:p>
            <a:pPr rtl="0"/>
            <a:r>
              <a:rPr lang="en-IN" dirty="0"/>
              <a:t>return df</a:t>
            </a:r>
          </a:p>
          <a:p>
            <a:pPr rtl="0"/>
            <a:endParaRPr lang="en-US" dirty="0"/>
          </a:p>
          <a:p>
            <a:pPr rtl="0"/>
            <a:endParaRPr lang="en-IN" dirty="0"/>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493979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def </a:t>
            </a:r>
            <a:r>
              <a:rPr lang="en-GB" noProof="0" dirty="0" err="1"/>
              <a:t>validate_data</a:t>
            </a:r>
            <a:r>
              <a:rPr lang="en-GB" noProof="0" dirty="0"/>
              <a:t>(df):</a:t>
            </a:r>
          </a:p>
          <a:p>
            <a:pPr>
              <a:buFont typeface="+mj-lt"/>
              <a:buNone/>
            </a:pPr>
            <a:r>
              <a:rPr lang="en-GB" noProof="0" dirty="0"/>
              <a:t>    print("\n--- QUALITY CHECK ---")</a:t>
            </a:r>
          </a:p>
          <a:p>
            <a:pPr>
              <a:buFont typeface="+mj-lt"/>
              <a:buNone/>
            </a:pPr>
            <a:endParaRPr lang="en-GB" noProof="0" dirty="0"/>
          </a:p>
          <a:p>
            <a:pPr>
              <a:buFont typeface="+mj-lt"/>
              <a:buNone/>
            </a:pPr>
            <a:r>
              <a:rPr lang="en-GB" noProof="0" dirty="0"/>
              <a:t>    </a:t>
            </a:r>
            <a:r>
              <a:rPr lang="en-GB" noProof="0" dirty="0" err="1"/>
              <a:t>missing_values</a:t>
            </a:r>
            <a:r>
              <a:rPr lang="en-GB" noProof="0" dirty="0"/>
              <a:t> = </a:t>
            </a:r>
            <a:r>
              <a:rPr lang="en-GB" noProof="0" dirty="0" err="1"/>
              <a:t>df.isnull</a:t>
            </a:r>
            <a:r>
              <a:rPr lang="en-GB" noProof="0" dirty="0"/>
              <a:t>().sum().sum()</a:t>
            </a:r>
          </a:p>
          <a:p>
            <a:pPr>
              <a:buFont typeface="+mj-lt"/>
              <a:buNone/>
            </a:pPr>
            <a:endParaRPr lang="en-GB" noProof="0" dirty="0"/>
          </a:p>
          <a:p>
            <a:pPr>
              <a:buFont typeface="+mj-lt"/>
              <a:buNone/>
            </a:pPr>
            <a:r>
              <a:rPr lang="en-GB" noProof="0" dirty="0"/>
              <a:t>    </a:t>
            </a:r>
            <a:r>
              <a:rPr lang="en-GB" noProof="0" dirty="0" err="1"/>
              <a:t>duplicate_rows</a:t>
            </a:r>
            <a:r>
              <a:rPr lang="en-GB" noProof="0" dirty="0"/>
              <a:t> = </a:t>
            </a:r>
            <a:r>
              <a:rPr lang="en-GB" noProof="0" dirty="0" err="1"/>
              <a:t>df.duplicated</a:t>
            </a:r>
            <a:r>
              <a:rPr lang="en-GB" noProof="0" dirty="0"/>
              <a:t>().sum()</a:t>
            </a:r>
          </a:p>
          <a:p>
            <a:pPr>
              <a:buFont typeface="+mj-lt"/>
              <a:buNone/>
            </a:pPr>
            <a:endParaRPr lang="en-GB" noProof="0" dirty="0"/>
          </a:p>
          <a:p>
            <a:pPr>
              <a:buFont typeface="+mj-lt"/>
              <a:buNone/>
            </a:pPr>
            <a:r>
              <a:rPr lang="en-GB" noProof="0" dirty="0"/>
              <a:t>    print("Missing values:", </a:t>
            </a:r>
            <a:r>
              <a:rPr lang="en-GB" noProof="0" dirty="0" err="1"/>
              <a:t>missing_values</a:t>
            </a:r>
            <a:r>
              <a:rPr lang="en-GB" noProof="0" dirty="0"/>
              <a:t>)</a:t>
            </a:r>
          </a:p>
          <a:p>
            <a:pPr>
              <a:buFont typeface="+mj-lt"/>
              <a:buNone/>
            </a:pPr>
            <a:r>
              <a:rPr lang="en-GB" noProof="0" dirty="0"/>
              <a:t>    print("Duplicate rows:", </a:t>
            </a:r>
            <a:r>
              <a:rPr lang="en-GB" noProof="0" dirty="0" err="1"/>
              <a:t>duplicate_rows</a:t>
            </a:r>
            <a:r>
              <a:rPr lang="en-GB" noProof="0" dirty="0"/>
              <a:t>)</a:t>
            </a:r>
          </a:p>
          <a:p>
            <a:pPr>
              <a:buFont typeface="+mj-lt"/>
              <a:buNone/>
            </a:pPr>
            <a:endParaRPr lang="en-GB" noProof="0" dirty="0"/>
          </a:p>
          <a:p>
            <a:pPr>
              <a:buFont typeface="+mj-lt"/>
              <a:buNone/>
            </a:pPr>
            <a:r>
              <a:rPr lang="en-GB" noProof="0" dirty="0"/>
              <a:t>    if </a:t>
            </a:r>
            <a:r>
              <a:rPr lang="en-GB" noProof="0" dirty="0" err="1"/>
              <a:t>missing_values</a:t>
            </a:r>
            <a:r>
              <a:rPr lang="en-GB" noProof="0" dirty="0"/>
              <a:t> &gt; 0:</a:t>
            </a:r>
          </a:p>
          <a:p>
            <a:pPr>
              <a:buFont typeface="+mj-lt"/>
              <a:buNone/>
            </a:pPr>
            <a:r>
              <a:rPr lang="en-GB" noProof="0" dirty="0"/>
              <a:t>        print("Warning: Dataset contains missing values.")</a:t>
            </a:r>
          </a:p>
          <a:p>
            <a:pPr>
              <a:buFont typeface="+mj-lt"/>
              <a:buNone/>
            </a:pPr>
            <a:r>
              <a:rPr lang="en-GB" noProof="0" dirty="0"/>
              <a:t>    else:</a:t>
            </a:r>
          </a:p>
          <a:p>
            <a:pPr>
              <a:buFont typeface="+mj-lt"/>
              <a:buNone/>
            </a:pPr>
            <a:r>
              <a:rPr lang="en-GB" noProof="0" dirty="0"/>
              <a:t>        print("Missing-value check passed.")</a:t>
            </a:r>
          </a:p>
          <a:p>
            <a:pPr>
              <a:buFont typeface="+mj-lt"/>
              <a:buNone/>
            </a:pPr>
            <a:endParaRPr lang="en-GB" noProof="0" dirty="0"/>
          </a:p>
          <a:p>
            <a:pPr>
              <a:buFont typeface="+mj-lt"/>
              <a:buNone/>
            </a:pPr>
            <a:r>
              <a:rPr lang="en-GB" noProof="0" dirty="0"/>
              <a:t>    if </a:t>
            </a:r>
            <a:r>
              <a:rPr lang="en-GB" noProof="0" dirty="0" err="1"/>
              <a:t>duplicate_rows</a:t>
            </a:r>
            <a:r>
              <a:rPr lang="en-GB" noProof="0" dirty="0"/>
              <a:t> &gt; 0:</a:t>
            </a:r>
          </a:p>
          <a:p>
            <a:pPr>
              <a:buFont typeface="+mj-lt"/>
              <a:buNone/>
            </a:pPr>
            <a:r>
              <a:rPr lang="en-GB" noProof="0" dirty="0"/>
              <a:t>        print("Warning: Duplicate rows detected.")</a:t>
            </a:r>
          </a:p>
          <a:p>
            <a:pPr>
              <a:buFont typeface="+mj-lt"/>
              <a:buNone/>
            </a:pPr>
            <a:r>
              <a:rPr lang="en-GB" noProof="0" dirty="0"/>
              <a:t>    else:</a:t>
            </a:r>
          </a:p>
          <a:p>
            <a:pPr>
              <a:buFont typeface="+mj-lt"/>
              <a:buNone/>
            </a:pPr>
            <a:r>
              <a:rPr lang="en-GB" noProof="0" dirty="0"/>
              <a:t>        print("Duplicate-row check passed.")</a:t>
            </a:r>
          </a:p>
          <a:p>
            <a:pPr>
              <a:buFont typeface="+mj-lt"/>
              <a:buNone/>
            </a:pPr>
            <a:endParaRPr lang="en-GB" noProof="0" dirty="0"/>
          </a:p>
          <a:p>
            <a:pPr>
              <a:buFont typeface="+mj-lt"/>
              <a:buNone/>
            </a:pPr>
            <a:r>
              <a:rPr lang="en-GB" noProof="0" dirty="0"/>
              <a:t>    print("Basic pipeline validation completed.")</a:t>
            </a:r>
          </a:p>
          <a:p>
            <a:pPr>
              <a:buFont typeface="+mj-lt"/>
              <a:buNone/>
            </a:pPr>
            <a:endParaRPr lang="en-GB" noProof="0" dirty="0"/>
          </a:p>
          <a:p>
            <a:pPr>
              <a:buFont typeface="+mj-lt"/>
              <a:buNone/>
            </a:pPr>
            <a:r>
              <a:rPr lang="en-GB" noProof="0" dirty="0"/>
              <a:t>    return df</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207420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def </a:t>
            </a:r>
            <a:r>
              <a:rPr lang="en-GB" noProof="0" dirty="0" err="1"/>
              <a:t>load_data</a:t>
            </a:r>
            <a:r>
              <a:rPr lang="en-GB" noProof="0" dirty="0"/>
              <a:t>(df, </a:t>
            </a:r>
            <a:r>
              <a:rPr lang="en-GB" noProof="0" dirty="0" err="1"/>
              <a:t>output_file</a:t>
            </a:r>
            <a:r>
              <a:rPr lang="en-GB" noProof="0" dirty="0"/>
              <a:t>):</a:t>
            </a:r>
          </a:p>
          <a:p>
            <a:pPr>
              <a:buFont typeface="+mj-lt"/>
              <a:buNone/>
            </a:pPr>
            <a:r>
              <a:rPr lang="en-GB" noProof="0" dirty="0"/>
              <a:t>    print("\n--- LOAD PHASE ---")</a:t>
            </a:r>
          </a:p>
          <a:p>
            <a:pPr>
              <a:buFont typeface="+mj-lt"/>
              <a:buNone/>
            </a:pPr>
            <a:endParaRPr lang="en-GB" noProof="0" dirty="0"/>
          </a:p>
          <a:p>
            <a:pPr>
              <a:buFont typeface="+mj-lt"/>
              <a:buNone/>
            </a:pPr>
            <a:r>
              <a:rPr lang="en-GB" noProof="0" dirty="0"/>
              <a:t>    </a:t>
            </a:r>
            <a:r>
              <a:rPr lang="en-GB" noProof="0" dirty="0" err="1"/>
              <a:t>output_path</a:t>
            </a:r>
            <a:r>
              <a:rPr lang="en-GB" noProof="0" dirty="0"/>
              <a:t> = Path(</a:t>
            </a:r>
            <a:r>
              <a:rPr lang="en-GB" noProof="0" dirty="0" err="1"/>
              <a:t>output_file</a:t>
            </a:r>
            <a:r>
              <a:rPr lang="en-GB" noProof="0" dirty="0"/>
              <a:t>)</a:t>
            </a:r>
          </a:p>
          <a:p>
            <a:pPr>
              <a:buFont typeface="+mj-lt"/>
              <a:buNone/>
            </a:pPr>
            <a:endParaRPr lang="en-GB" noProof="0" dirty="0"/>
          </a:p>
          <a:p>
            <a:pPr>
              <a:buFont typeface="+mj-lt"/>
              <a:buNone/>
            </a:pPr>
            <a:r>
              <a:rPr lang="en-GB" noProof="0" dirty="0"/>
              <a:t>    </a:t>
            </a:r>
            <a:r>
              <a:rPr lang="en-GB" noProof="0" dirty="0" err="1"/>
              <a:t>output_path.parent.mkdir</a:t>
            </a:r>
            <a:r>
              <a:rPr lang="en-GB" noProof="0" dirty="0"/>
              <a:t>(</a:t>
            </a:r>
          </a:p>
          <a:p>
            <a:pPr>
              <a:buFont typeface="+mj-lt"/>
              <a:buNone/>
            </a:pPr>
            <a:r>
              <a:rPr lang="en-GB" noProof="0" dirty="0"/>
              <a:t>        parents=True,</a:t>
            </a:r>
          </a:p>
          <a:p>
            <a:pPr>
              <a:buFont typeface="+mj-lt"/>
              <a:buNone/>
            </a:pPr>
            <a:r>
              <a:rPr lang="en-GB" noProof="0" dirty="0"/>
              <a:t>        </a:t>
            </a:r>
            <a:r>
              <a:rPr lang="en-GB" noProof="0" dirty="0" err="1"/>
              <a:t>exist_ok</a:t>
            </a:r>
            <a:r>
              <a:rPr lang="en-GB" noProof="0" dirty="0"/>
              <a:t>=True</a:t>
            </a:r>
          </a:p>
          <a:p>
            <a:pPr>
              <a:buFont typeface="+mj-lt"/>
              <a:buNone/>
            </a:pPr>
            <a:r>
              <a:rPr lang="en-GB" noProof="0" dirty="0"/>
              <a:t>    )</a:t>
            </a:r>
          </a:p>
          <a:p>
            <a:pPr>
              <a:buFont typeface="+mj-lt"/>
              <a:buNone/>
            </a:pPr>
            <a:endParaRPr lang="en-GB" noProof="0" dirty="0"/>
          </a:p>
          <a:p>
            <a:pPr>
              <a:buFont typeface="+mj-lt"/>
              <a:buNone/>
            </a:pPr>
            <a:r>
              <a:rPr lang="en-GB" noProof="0" dirty="0"/>
              <a:t>    </a:t>
            </a:r>
            <a:r>
              <a:rPr lang="en-GB" noProof="0" dirty="0" err="1"/>
              <a:t>df.to_csv</a:t>
            </a:r>
            <a:r>
              <a:rPr lang="en-GB" noProof="0" dirty="0"/>
              <a:t>(</a:t>
            </a:r>
          </a:p>
          <a:p>
            <a:pPr>
              <a:buFont typeface="+mj-lt"/>
              <a:buNone/>
            </a:pPr>
            <a:r>
              <a:rPr lang="en-GB" noProof="0" dirty="0"/>
              <a:t>        </a:t>
            </a:r>
            <a:r>
              <a:rPr lang="en-GB" noProof="0" dirty="0" err="1"/>
              <a:t>output_path</a:t>
            </a:r>
            <a:r>
              <a:rPr lang="en-GB" noProof="0" dirty="0"/>
              <a:t>,</a:t>
            </a:r>
          </a:p>
          <a:p>
            <a:pPr>
              <a:buFont typeface="+mj-lt"/>
              <a:buNone/>
            </a:pPr>
            <a:r>
              <a:rPr lang="en-GB" noProof="0" dirty="0"/>
              <a:t>        index=False</a:t>
            </a:r>
          </a:p>
          <a:p>
            <a:pPr>
              <a:buFont typeface="+mj-lt"/>
              <a:buNone/>
            </a:pPr>
            <a:r>
              <a:rPr lang="en-GB" noProof="0" dirty="0"/>
              <a:t>    )</a:t>
            </a:r>
          </a:p>
          <a:p>
            <a:pPr>
              <a:buFont typeface="+mj-lt"/>
              <a:buNone/>
            </a:pPr>
            <a:endParaRPr lang="en-GB" noProof="0" dirty="0"/>
          </a:p>
          <a:p>
            <a:pPr>
              <a:buFont typeface="+mj-lt"/>
              <a:buNone/>
            </a:pPr>
            <a:r>
              <a:rPr lang="en-GB" noProof="0" dirty="0"/>
              <a:t>    print("Model-ready dataset exported successfully.")</a:t>
            </a:r>
          </a:p>
          <a:p>
            <a:pPr>
              <a:buFont typeface="+mj-lt"/>
              <a:buNone/>
            </a:pPr>
            <a:r>
              <a:rPr lang="en-GB" noProof="0" dirty="0"/>
              <a:t>    print("Output location:")</a:t>
            </a:r>
          </a:p>
          <a:p>
            <a:pPr>
              <a:buFont typeface="+mj-lt"/>
              <a:buNone/>
            </a:pPr>
            <a:r>
              <a:rPr lang="en-GB" noProof="0" dirty="0"/>
              <a:t>    print(</a:t>
            </a:r>
            <a:r>
              <a:rPr lang="en-GB" noProof="0" dirty="0" err="1"/>
              <a:t>output_path</a:t>
            </a:r>
            <a:r>
              <a:rPr lang="en-GB" noProof="0" dirty="0"/>
              <a:t>)</a:t>
            </a:r>
          </a:p>
          <a:p>
            <a:pPr>
              <a:buFont typeface="+mj-lt"/>
              <a:buNone/>
            </a:pPr>
            <a:endParaRPr lang="en-GB" noProof="0" dirty="0"/>
          </a:p>
          <a:p>
            <a:pPr>
              <a:buFont typeface="+mj-lt"/>
              <a:buNone/>
            </a:pPr>
            <a:r>
              <a:rPr lang="en-GB" noProof="0" dirty="0"/>
              <a:t>    print("\</a:t>
            </a:r>
            <a:r>
              <a:rPr lang="en-GB" noProof="0" dirty="0" err="1"/>
              <a:t>nFinal</a:t>
            </a:r>
            <a:r>
              <a:rPr lang="en-GB" noProof="0" dirty="0"/>
              <a:t> dataset shape:")</a:t>
            </a:r>
          </a:p>
          <a:p>
            <a:pPr>
              <a:buFont typeface="+mj-lt"/>
              <a:buNone/>
            </a:pPr>
            <a:r>
              <a:rPr lang="en-GB" noProof="0" dirty="0"/>
              <a:t>    print(</a:t>
            </a:r>
            <a:r>
              <a:rPr lang="en-GB" noProof="0" dirty="0" err="1"/>
              <a:t>df.shape</a:t>
            </a: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308804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noProof="0" dirty="0"/>
              <a:t>OUTPUT_FILE = (</a:t>
            </a:r>
          </a:p>
          <a:p>
            <a:pPr>
              <a:buFont typeface="+mj-lt"/>
              <a:buNone/>
            </a:pPr>
            <a:r>
              <a:rPr lang="en-US" noProof="0" dirty="0"/>
              <a:t>    "Module_6/output/"</a:t>
            </a:r>
          </a:p>
          <a:p>
            <a:pPr>
              <a:buFont typeface="+mj-lt"/>
              <a:buNone/>
            </a:pPr>
            <a:r>
              <a:rPr lang="en-US" noProof="0" dirty="0"/>
              <a:t>    "Module6_Model_Ready_Data.csv"</a:t>
            </a:r>
          </a:p>
          <a:p>
            <a:pPr>
              <a:buFont typeface="+mj-lt"/>
              <a:buNone/>
            </a:pPr>
            <a:r>
              <a:rPr lang="en-US" noProof="0"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164268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def </a:t>
            </a:r>
            <a:r>
              <a:rPr lang="en-GB" noProof="0" dirty="0" err="1"/>
              <a:t>run_pipeline</a:t>
            </a:r>
            <a:r>
              <a:rPr lang="en-GB" noProof="0" dirty="0"/>
              <a:t>():</a:t>
            </a:r>
          </a:p>
          <a:p>
            <a:pPr>
              <a:buFont typeface="+mj-lt"/>
              <a:buNone/>
            </a:pPr>
            <a:r>
              <a:rPr lang="en-GB" noProof="0" dirty="0"/>
              <a:t>    print("=" * 55)</a:t>
            </a:r>
          </a:p>
          <a:p>
            <a:pPr>
              <a:buFont typeface="+mj-lt"/>
              <a:buNone/>
            </a:pPr>
            <a:r>
              <a:rPr lang="en-GB" noProof="0" dirty="0"/>
              <a:t>    print("MODULE 6 - INDUSTRIAL DATA ENGINEERING PIPELINE")</a:t>
            </a:r>
          </a:p>
          <a:p>
            <a:pPr>
              <a:buFont typeface="+mj-lt"/>
              <a:buNone/>
            </a:pPr>
            <a:r>
              <a:rPr lang="en-GB" noProof="0" dirty="0"/>
              <a:t>    print("=" * 55)</a:t>
            </a:r>
          </a:p>
          <a:p>
            <a:pPr>
              <a:buFont typeface="+mj-lt"/>
              <a:buNone/>
            </a:pPr>
            <a:endParaRPr lang="en-GB" noProof="0" dirty="0"/>
          </a:p>
          <a:p>
            <a:pPr>
              <a:buFont typeface="+mj-lt"/>
              <a:buNone/>
            </a:pPr>
            <a:r>
              <a:rPr lang="en-GB" noProof="0" dirty="0"/>
              <a:t>    # Extract</a:t>
            </a:r>
          </a:p>
          <a:p>
            <a:pPr>
              <a:buFont typeface="+mj-lt"/>
              <a:buNone/>
            </a:pPr>
            <a:r>
              <a:rPr lang="en-GB" noProof="0" dirty="0"/>
              <a:t>    df = </a:t>
            </a:r>
            <a:r>
              <a:rPr lang="en-GB" noProof="0" dirty="0" err="1"/>
              <a:t>extract_data</a:t>
            </a:r>
            <a:r>
              <a:rPr lang="en-GB" noProof="0" dirty="0"/>
              <a:t>(INPUT_FILE)</a:t>
            </a:r>
          </a:p>
          <a:p>
            <a:pPr>
              <a:buFont typeface="+mj-lt"/>
              <a:buNone/>
            </a:pPr>
            <a:endParaRPr lang="en-GB" noProof="0" dirty="0"/>
          </a:p>
          <a:p>
            <a:pPr>
              <a:buFont typeface="+mj-lt"/>
              <a:buNone/>
            </a:pPr>
            <a:r>
              <a:rPr lang="en-GB" noProof="0" dirty="0"/>
              <a:t>    # Transform</a:t>
            </a:r>
          </a:p>
          <a:p>
            <a:pPr>
              <a:buFont typeface="+mj-lt"/>
              <a:buNone/>
            </a:pPr>
            <a:r>
              <a:rPr lang="en-GB" noProof="0" dirty="0"/>
              <a:t>    df = </a:t>
            </a:r>
            <a:r>
              <a:rPr lang="en-GB" noProof="0" dirty="0" err="1"/>
              <a:t>transform_data</a:t>
            </a:r>
            <a:r>
              <a:rPr lang="en-GB" noProof="0" dirty="0"/>
              <a:t>(df)</a:t>
            </a:r>
          </a:p>
          <a:p>
            <a:pPr>
              <a:buFont typeface="+mj-lt"/>
              <a:buNone/>
            </a:pPr>
            <a:endParaRPr lang="en-GB" noProof="0" dirty="0"/>
          </a:p>
          <a:p>
            <a:pPr>
              <a:buFont typeface="+mj-lt"/>
              <a:buNone/>
            </a:pPr>
            <a:r>
              <a:rPr lang="en-GB" noProof="0" dirty="0"/>
              <a:t>    # Validate</a:t>
            </a:r>
          </a:p>
          <a:p>
            <a:pPr>
              <a:buFont typeface="+mj-lt"/>
              <a:buNone/>
            </a:pPr>
            <a:r>
              <a:rPr lang="en-GB" noProof="0" dirty="0"/>
              <a:t>    df = </a:t>
            </a:r>
            <a:r>
              <a:rPr lang="en-GB" noProof="0" dirty="0" err="1"/>
              <a:t>validate_data</a:t>
            </a:r>
            <a:r>
              <a:rPr lang="en-GB" noProof="0" dirty="0"/>
              <a:t>(df)</a:t>
            </a:r>
          </a:p>
          <a:p>
            <a:pPr>
              <a:buFont typeface="+mj-lt"/>
              <a:buNone/>
            </a:pPr>
            <a:endParaRPr lang="en-GB" noProof="0" dirty="0"/>
          </a:p>
          <a:p>
            <a:pPr>
              <a:buFont typeface="+mj-lt"/>
              <a:buNone/>
            </a:pPr>
            <a:r>
              <a:rPr lang="en-GB" noProof="0" dirty="0"/>
              <a:t>    # Load</a:t>
            </a:r>
          </a:p>
          <a:p>
            <a:pPr>
              <a:buFont typeface="+mj-lt"/>
              <a:buNone/>
            </a:pPr>
            <a:r>
              <a:rPr lang="en-GB" noProof="0" dirty="0"/>
              <a:t>    </a:t>
            </a:r>
            <a:r>
              <a:rPr lang="en-GB" noProof="0" dirty="0" err="1"/>
              <a:t>load_data</a:t>
            </a:r>
            <a:r>
              <a:rPr lang="en-GB" noProof="0" dirty="0"/>
              <a:t>(</a:t>
            </a:r>
          </a:p>
          <a:p>
            <a:pPr>
              <a:buFont typeface="+mj-lt"/>
              <a:buNone/>
            </a:pPr>
            <a:r>
              <a:rPr lang="en-GB" noProof="0" dirty="0"/>
              <a:t>        df,</a:t>
            </a:r>
          </a:p>
          <a:p>
            <a:pPr>
              <a:buFont typeface="+mj-lt"/>
              <a:buNone/>
            </a:pPr>
            <a:r>
              <a:rPr lang="en-GB" noProof="0" dirty="0"/>
              <a:t>        OUTPUT_FILE</a:t>
            </a:r>
          </a:p>
          <a:p>
            <a:pPr>
              <a:buFont typeface="+mj-lt"/>
              <a:buNone/>
            </a:pPr>
            <a:r>
              <a:rPr lang="en-GB" noProof="0" dirty="0"/>
              <a:t>    )</a:t>
            </a:r>
          </a:p>
          <a:p>
            <a:pPr>
              <a:buFont typeface="+mj-lt"/>
              <a:buNone/>
            </a:pPr>
            <a:endParaRPr lang="en-GB" noProof="0" dirty="0"/>
          </a:p>
          <a:p>
            <a:pPr>
              <a:buFont typeface="+mj-lt"/>
              <a:buNone/>
            </a:pPr>
            <a:r>
              <a:rPr lang="en-GB" noProof="0" dirty="0"/>
              <a:t>    print("\n" + "=" * 55)</a:t>
            </a:r>
          </a:p>
          <a:p>
            <a:pPr>
              <a:buFont typeface="+mj-lt"/>
              <a:buNone/>
            </a:pPr>
            <a:r>
              <a:rPr lang="en-GB" noProof="0" dirty="0"/>
              <a:t>    print("ETL PIPELINE COMPLETED SUCCESSFULLY")</a:t>
            </a:r>
          </a:p>
          <a:p>
            <a:pPr>
              <a:buFont typeface="+mj-lt"/>
              <a:buNone/>
            </a:pPr>
            <a:r>
              <a:rPr lang="en-GB" noProof="0" dirty="0"/>
              <a:t>    print("=" * 55)</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129203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Then add:</a:t>
            </a:r>
          </a:p>
          <a:p>
            <a:pPr rtl="0"/>
            <a:r>
              <a:rPr lang="en-US" dirty="0"/>
              <a:t>if __name__ == "__main__":</a:t>
            </a:r>
          </a:p>
          <a:p>
            <a:pPr rtl="0"/>
            <a:r>
              <a:rPr lang="en-US" dirty="0" err="1"/>
              <a:t>run_pipeline</a:t>
            </a:r>
            <a:r>
              <a:rPr lang="en-US" dirty="0"/>
              <a:t>()</a:t>
            </a:r>
          </a:p>
          <a:p>
            <a:r>
              <a:rPr lang="en-US" dirty="0"/>
              <a:t>This means whenever you run the Python file, the entire workflow will execute automatically.</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009039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python Module_6/module6_etl_pipeline.py</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495074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325611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Explanation:</a:t>
            </a:r>
            <a:r>
              <a:rPr lang="en-US" dirty="0"/>
              <a:t> An unusual industrial measurement may indicate either a data-quality problem or genuine abnormal equipment behaviour, so it should first be validated and investigated.</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77933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C</a:t>
            </a:r>
            <a:endParaRPr lang="en-US" dirty="0"/>
          </a:p>
          <a:p>
            <a:r>
              <a:rPr lang="en-US" b="1" dirty="0"/>
              <a:t>Explanation:</a:t>
            </a:r>
            <a:r>
              <a:rPr lang="en-US" dirty="0"/>
              <a:t> Automation allows predefined extraction, transformation, validation, and loading operations to be applied consistently whenever industrial data is processed.</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2391904"/>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029684"/>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solidFill>
                  <a:prstClr val="black"/>
                </a:solidFill>
              </a:rPr>
              <a:t>Model outputs should therefore be interpreted alongside engineering knowledge and operational requirements.</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81948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007735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415230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977062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658471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1660337"/>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the </a:t>
            </a:r>
            <a:r>
              <a:rPr lang="en-US" b="1" dirty="0"/>
              <a:t>model training and validation workflow used to develop reliable predictive models</a:t>
            </a:r>
            <a:r>
              <a:rPr lang="en-US" dirty="0"/>
              <a:t>. The available dataset is divided into training and validation data. The training set is used to build supervised models using different parameter configurations, while the validation set measures how well each configuration performs on unseen data. Validation errors are compared to identify the best-performing parameters, which are then used to develop the optimal model. Finally, a separate test dataset is used to evaluate the selected model's ability to </a:t>
            </a:r>
            <a:r>
              <a:rPr lang="en-US" dirty="0" err="1"/>
              <a:t>generalise</a:t>
            </a:r>
            <a:r>
              <a:rPr lang="en-US" dirty="0"/>
              <a:t> to new observations. This process helps reduce </a:t>
            </a:r>
            <a:r>
              <a:rPr lang="en-US" b="1" dirty="0"/>
              <a:t>overfitting and supports reliable model selection before deployment</a:t>
            </a:r>
            <a:r>
              <a:rPr lang="en-US"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689858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010320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285750" lvl="0" indent="-285750">
              <a:buFont typeface="Wingdings" panose="05000000000000000000" pitchFamily="2" charset="2"/>
              <a:buChar char="Ø"/>
              <a:defRPr/>
            </a:pPr>
            <a:r>
              <a:rPr lang="en-US" dirty="0"/>
              <a:t>Module 7 Outputs</a:t>
            </a:r>
          </a:p>
          <a:p>
            <a:pPr marL="285750" lvl="0" indent="-285750">
              <a:buFont typeface="Wingdings" panose="05000000000000000000" pitchFamily="2" charset="2"/>
              <a:buChar char="Ø"/>
              <a:defRPr/>
            </a:pPr>
            <a:r>
              <a:rPr lang="en-US" dirty="0"/>
              <a:t>Module_7/output/</a:t>
            </a:r>
          </a:p>
          <a:p>
            <a:pPr marL="285750" lvl="0" indent="-285750">
              <a:buFont typeface="Wingdings" panose="05000000000000000000" pitchFamily="2" charset="2"/>
              <a:buChar char="Ø"/>
              <a:defRPr/>
            </a:pPr>
            <a:r>
              <a:rPr lang="en-US" dirty="0"/>
              <a:t>├── </a:t>
            </a:r>
            <a:r>
              <a:rPr lang="en-US" dirty="0" err="1"/>
              <a:t>regression_model.pkl</a:t>
            </a:r>
            <a:endParaRPr lang="en-US" dirty="0"/>
          </a:p>
          <a:p>
            <a:pPr marL="285750" lvl="0" indent="-285750">
              <a:buFont typeface="Wingdings" panose="05000000000000000000" pitchFamily="2" charset="2"/>
              <a:buChar char="Ø"/>
              <a:defRPr/>
            </a:pPr>
            <a:r>
              <a:rPr lang="en-US" dirty="0"/>
              <a:t>├── </a:t>
            </a:r>
            <a:r>
              <a:rPr lang="en-US" dirty="0" err="1"/>
              <a:t>classification_model.pkl</a:t>
            </a:r>
            <a:endParaRPr lang="en-US" dirty="0"/>
          </a:p>
          <a:p>
            <a:pPr marL="285750" lvl="0" indent="-285750">
              <a:buFont typeface="Wingdings" panose="05000000000000000000" pitchFamily="2" charset="2"/>
              <a:buChar char="Ø"/>
              <a:defRPr/>
            </a:pPr>
            <a:r>
              <a:rPr lang="en-US" dirty="0"/>
              <a:t>├── Regression_Test_Predictions.csv</a:t>
            </a:r>
          </a:p>
          <a:p>
            <a:pPr marL="285750" lvl="0" indent="-285750">
              <a:buFont typeface="Wingdings" panose="05000000000000000000" pitchFamily="2" charset="2"/>
              <a:buChar char="Ø"/>
              <a:defRPr/>
            </a:pPr>
            <a:r>
              <a:rPr lang="en-US" dirty="0"/>
              <a:t>└── Classification_Test_Predictions.csv</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000715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971709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import pandas as pd</a:t>
            </a:r>
          </a:p>
          <a:p>
            <a:pPr>
              <a:buFont typeface="+mj-lt"/>
              <a:buNone/>
            </a:pPr>
            <a:r>
              <a:rPr lang="en-GB" noProof="0" dirty="0"/>
              <a:t>import </a:t>
            </a:r>
            <a:r>
              <a:rPr lang="en-GB" noProof="0" dirty="0" err="1"/>
              <a:t>numpy</a:t>
            </a:r>
            <a:r>
              <a:rPr lang="en-GB" noProof="0" dirty="0"/>
              <a:t> as np</a:t>
            </a:r>
          </a:p>
          <a:p>
            <a:pPr>
              <a:buFont typeface="+mj-lt"/>
              <a:buNone/>
            </a:pPr>
            <a:r>
              <a:rPr lang="en-GB" noProof="0" dirty="0"/>
              <a:t>import </a:t>
            </a:r>
            <a:r>
              <a:rPr lang="en-GB" noProof="0" dirty="0" err="1"/>
              <a:t>joblib</a:t>
            </a:r>
            <a:endParaRPr lang="en-GB" noProof="0" dirty="0"/>
          </a:p>
          <a:p>
            <a:pPr>
              <a:buFont typeface="+mj-lt"/>
              <a:buNone/>
            </a:pPr>
            <a:r>
              <a:rPr lang="en-GB" noProof="0" dirty="0"/>
              <a:t>from </a:t>
            </a:r>
            <a:r>
              <a:rPr lang="en-GB" noProof="0" dirty="0" err="1"/>
              <a:t>pathlib</a:t>
            </a:r>
            <a:r>
              <a:rPr lang="en-GB" noProof="0" dirty="0"/>
              <a:t> import Path</a:t>
            </a:r>
          </a:p>
          <a:p>
            <a:pPr>
              <a:buFont typeface="+mj-lt"/>
              <a:buNone/>
            </a:pPr>
            <a:endParaRPr lang="en-GB" noProof="0" dirty="0"/>
          </a:p>
          <a:p>
            <a:pPr>
              <a:buFont typeface="+mj-lt"/>
              <a:buNone/>
            </a:pPr>
            <a:r>
              <a:rPr lang="en-GB" noProof="0" dirty="0"/>
              <a:t>from </a:t>
            </a:r>
            <a:r>
              <a:rPr lang="en-GB" noProof="0" dirty="0" err="1"/>
              <a:t>sklearn.model_selection</a:t>
            </a:r>
            <a:r>
              <a:rPr lang="en-GB" noProof="0" dirty="0"/>
              <a:t> import </a:t>
            </a:r>
            <a:r>
              <a:rPr lang="en-GB" noProof="0" dirty="0" err="1"/>
              <a:t>train_test_split</a:t>
            </a:r>
            <a:endParaRPr lang="en-GB" noProof="0" dirty="0"/>
          </a:p>
          <a:p>
            <a:pPr>
              <a:buFont typeface="+mj-lt"/>
              <a:buNone/>
            </a:pPr>
            <a:r>
              <a:rPr lang="en-GB" noProof="0" dirty="0"/>
              <a:t>from </a:t>
            </a:r>
            <a:r>
              <a:rPr lang="en-GB" noProof="0" dirty="0" err="1"/>
              <a:t>sklearn.ensemble</a:t>
            </a:r>
            <a:r>
              <a:rPr lang="en-GB" noProof="0" dirty="0"/>
              <a:t> import (</a:t>
            </a:r>
          </a:p>
          <a:p>
            <a:pPr>
              <a:buFont typeface="+mj-lt"/>
              <a:buNone/>
            </a:pPr>
            <a:r>
              <a:rPr lang="en-GB" noProof="0" dirty="0"/>
              <a:t>    </a:t>
            </a:r>
            <a:r>
              <a:rPr lang="en-GB" noProof="0" dirty="0" err="1"/>
              <a:t>RandomForestRegressor</a:t>
            </a:r>
            <a:r>
              <a:rPr lang="en-GB" noProof="0" dirty="0"/>
              <a:t>,</a:t>
            </a:r>
          </a:p>
          <a:p>
            <a:pPr>
              <a:buFont typeface="+mj-lt"/>
              <a:buNone/>
            </a:pPr>
            <a:r>
              <a:rPr lang="en-GB" noProof="0" dirty="0"/>
              <a:t>    </a:t>
            </a:r>
            <a:r>
              <a:rPr lang="en-GB" noProof="0" dirty="0" err="1"/>
              <a:t>RandomForestClassifier</a:t>
            </a:r>
            <a:endParaRPr lang="en-GB" noProof="0" dirty="0"/>
          </a:p>
          <a:p>
            <a:pPr>
              <a:buFont typeface="+mj-lt"/>
              <a:buNone/>
            </a:pPr>
            <a:r>
              <a:rPr lang="en-GB" noProof="0" dirty="0"/>
              <a:t>)</a:t>
            </a:r>
          </a:p>
          <a:p>
            <a:pPr>
              <a:buFont typeface="+mj-lt"/>
              <a:buNone/>
            </a:pPr>
            <a:endParaRPr lang="en-GB" noProof="0" dirty="0"/>
          </a:p>
          <a:p>
            <a:pPr>
              <a:buFont typeface="+mj-lt"/>
              <a:buNone/>
            </a:pPr>
            <a:r>
              <a:rPr lang="en-GB" noProof="0" dirty="0"/>
              <a:t>from </a:t>
            </a:r>
            <a:r>
              <a:rPr lang="en-GB" noProof="0" dirty="0" err="1"/>
              <a:t>sklearn.metrics</a:t>
            </a:r>
            <a:r>
              <a:rPr lang="en-GB" noProof="0" dirty="0"/>
              <a:t> import (</a:t>
            </a:r>
          </a:p>
          <a:p>
            <a:pPr>
              <a:buFont typeface="+mj-lt"/>
              <a:buNone/>
            </a:pPr>
            <a:r>
              <a:rPr lang="en-GB" noProof="0" dirty="0"/>
              <a:t>    </a:t>
            </a:r>
            <a:r>
              <a:rPr lang="en-GB" noProof="0" dirty="0" err="1"/>
              <a:t>mean_absolute_error</a:t>
            </a:r>
            <a:r>
              <a:rPr lang="en-GB" noProof="0" dirty="0"/>
              <a:t>,</a:t>
            </a:r>
          </a:p>
          <a:p>
            <a:pPr>
              <a:buFont typeface="+mj-lt"/>
              <a:buNone/>
            </a:pPr>
            <a:r>
              <a:rPr lang="en-GB" noProof="0" dirty="0"/>
              <a:t>    </a:t>
            </a:r>
            <a:r>
              <a:rPr lang="en-GB" noProof="0" dirty="0" err="1"/>
              <a:t>mean_squared_error</a:t>
            </a:r>
            <a:r>
              <a:rPr lang="en-GB" noProof="0" dirty="0"/>
              <a:t>,</a:t>
            </a:r>
          </a:p>
          <a:p>
            <a:pPr>
              <a:buFont typeface="+mj-lt"/>
              <a:buNone/>
            </a:pPr>
            <a:r>
              <a:rPr lang="en-GB" noProof="0" dirty="0"/>
              <a:t>    r2_score,</a:t>
            </a:r>
          </a:p>
          <a:p>
            <a:pPr>
              <a:buFont typeface="+mj-lt"/>
              <a:buNone/>
            </a:pPr>
            <a:r>
              <a:rPr lang="en-GB" noProof="0" dirty="0"/>
              <a:t>    </a:t>
            </a:r>
            <a:r>
              <a:rPr lang="en-GB" noProof="0" dirty="0" err="1"/>
              <a:t>accuracy_score</a:t>
            </a:r>
            <a:r>
              <a:rPr lang="en-GB" noProof="0" dirty="0"/>
              <a:t>,</a:t>
            </a:r>
          </a:p>
          <a:p>
            <a:pPr>
              <a:buFont typeface="+mj-lt"/>
              <a:buNone/>
            </a:pPr>
            <a:r>
              <a:rPr lang="en-GB" noProof="0" dirty="0"/>
              <a:t>    </a:t>
            </a:r>
            <a:r>
              <a:rPr lang="en-GB" noProof="0" dirty="0" err="1"/>
              <a:t>precision_score</a:t>
            </a:r>
            <a:r>
              <a:rPr lang="en-GB" noProof="0" dirty="0"/>
              <a:t>,</a:t>
            </a:r>
          </a:p>
          <a:p>
            <a:pPr>
              <a:buFont typeface="+mj-lt"/>
              <a:buNone/>
            </a:pPr>
            <a:r>
              <a:rPr lang="en-GB" noProof="0" dirty="0"/>
              <a:t>    </a:t>
            </a:r>
            <a:r>
              <a:rPr lang="en-GB" noProof="0" dirty="0" err="1"/>
              <a:t>recall_score</a:t>
            </a:r>
            <a:r>
              <a:rPr lang="en-GB" noProof="0" dirty="0"/>
              <a:t>,</a:t>
            </a:r>
          </a:p>
          <a:p>
            <a:pPr>
              <a:buFont typeface="+mj-lt"/>
              <a:buNone/>
            </a:pPr>
            <a:r>
              <a:rPr lang="en-GB" noProof="0" dirty="0"/>
              <a:t>    f1_score</a:t>
            </a:r>
          </a:p>
          <a:p>
            <a:pPr>
              <a:buFont typeface="+mj-lt"/>
              <a:buNone/>
            </a:pP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599315"/>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INPUT_FILE = (</a:t>
            </a:r>
          </a:p>
          <a:p>
            <a:pPr>
              <a:buFont typeface="+mj-lt"/>
              <a:buNone/>
            </a:pPr>
            <a:r>
              <a:rPr lang="en-GB" noProof="0" dirty="0"/>
              <a:t>    "Module_6/output/"</a:t>
            </a:r>
          </a:p>
          <a:p>
            <a:pPr>
              <a:buFont typeface="+mj-lt"/>
              <a:buNone/>
            </a:pPr>
            <a:r>
              <a:rPr lang="en-GB" noProof="0" dirty="0"/>
              <a:t>    "Module6_Model_Ready_Data.csv"</a:t>
            </a:r>
          </a:p>
          <a:p>
            <a:pPr>
              <a:buFont typeface="+mj-lt"/>
              <a:buNone/>
            </a:pPr>
            <a:r>
              <a:rPr lang="en-GB" noProof="0" dirty="0"/>
              <a:t>)</a:t>
            </a:r>
          </a:p>
          <a:p>
            <a:pPr>
              <a:buFont typeface="+mj-lt"/>
              <a:buNone/>
            </a:pPr>
            <a:endParaRPr lang="en-GB" noProof="0" dirty="0"/>
          </a:p>
          <a:p>
            <a:pPr>
              <a:buFont typeface="+mj-lt"/>
              <a:buNone/>
            </a:pPr>
            <a:r>
              <a:rPr lang="en-GB" noProof="0" dirty="0"/>
              <a:t>OUTPUT_DIR = Path("Module_7/output")</a:t>
            </a:r>
          </a:p>
          <a:p>
            <a:pPr>
              <a:buFont typeface="+mj-lt"/>
              <a:buNone/>
            </a:pPr>
            <a:endParaRPr lang="en-GB" noProof="0" dirty="0"/>
          </a:p>
          <a:p>
            <a:pPr>
              <a:buFont typeface="+mj-lt"/>
              <a:buNone/>
            </a:pPr>
            <a:r>
              <a:rPr lang="en-GB" noProof="0" dirty="0" err="1"/>
              <a:t>OUTPUT_DIR.mkdir</a:t>
            </a:r>
            <a:r>
              <a:rPr lang="en-GB" noProof="0" dirty="0"/>
              <a:t>(</a:t>
            </a:r>
          </a:p>
          <a:p>
            <a:pPr>
              <a:buFont typeface="+mj-lt"/>
              <a:buNone/>
            </a:pPr>
            <a:r>
              <a:rPr lang="en-GB" noProof="0" dirty="0"/>
              <a:t>    parents=True,</a:t>
            </a:r>
          </a:p>
          <a:p>
            <a:pPr>
              <a:buFont typeface="+mj-lt"/>
              <a:buNone/>
            </a:pPr>
            <a:r>
              <a:rPr lang="en-GB" noProof="0" dirty="0"/>
              <a:t>    </a:t>
            </a:r>
            <a:r>
              <a:rPr lang="en-GB" noProof="0" dirty="0" err="1"/>
              <a:t>exist_ok</a:t>
            </a:r>
            <a:r>
              <a:rPr lang="en-GB" noProof="0" dirty="0"/>
              <a:t>=True</a:t>
            </a:r>
          </a:p>
          <a:p>
            <a:pPr>
              <a:buFont typeface="+mj-lt"/>
              <a:buNone/>
            </a:pPr>
            <a:r>
              <a:rPr lang="en-GB" noProof="0" dirty="0"/>
              <a:t>)</a:t>
            </a:r>
          </a:p>
          <a:p>
            <a:pPr>
              <a:buFont typeface="+mj-lt"/>
              <a:buNone/>
            </a:pPr>
            <a:endParaRPr lang="en-GB" noProof="0" dirty="0"/>
          </a:p>
          <a:p>
            <a:pPr>
              <a:buFont typeface="+mj-lt"/>
              <a:buNone/>
            </a:pPr>
            <a:r>
              <a:rPr lang="en-GB" noProof="0" dirty="0"/>
              <a:t>df = </a:t>
            </a:r>
            <a:r>
              <a:rPr lang="en-GB" noProof="0" dirty="0" err="1"/>
              <a:t>pd.read_csv</a:t>
            </a:r>
            <a:r>
              <a:rPr lang="en-GB" noProof="0" dirty="0"/>
              <a:t>(INPUT_FILE)</a:t>
            </a:r>
          </a:p>
          <a:p>
            <a:pPr>
              <a:buFont typeface="+mj-lt"/>
              <a:buNone/>
            </a:pPr>
            <a:endParaRPr lang="en-GB" noProof="0" dirty="0"/>
          </a:p>
          <a:p>
            <a:pPr>
              <a:buFont typeface="+mj-lt"/>
              <a:buNone/>
            </a:pPr>
            <a:r>
              <a:rPr lang="en-GB" noProof="0" dirty="0"/>
              <a:t>print("Module 7 - Predictive Modelling")</a:t>
            </a:r>
          </a:p>
          <a:p>
            <a:pPr>
              <a:buFont typeface="+mj-lt"/>
              <a:buNone/>
            </a:pPr>
            <a:r>
              <a:rPr lang="en-GB" noProof="0" dirty="0"/>
              <a:t>print("--------------------------------")</a:t>
            </a:r>
          </a:p>
          <a:p>
            <a:pPr>
              <a:buFont typeface="+mj-lt"/>
              <a:buNone/>
            </a:pPr>
            <a:endParaRPr lang="en-GB" noProof="0" dirty="0"/>
          </a:p>
          <a:p>
            <a:pPr>
              <a:buFont typeface="+mj-lt"/>
              <a:buNone/>
            </a:pPr>
            <a:r>
              <a:rPr lang="en-GB" noProof="0" dirty="0"/>
              <a:t>print("\</a:t>
            </a:r>
            <a:r>
              <a:rPr lang="en-GB" noProof="0" dirty="0" err="1"/>
              <a:t>nDataset</a:t>
            </a:r>
            <a:r>
              <a:rPr lang="en-GB" noProof="0" dirty="0"/>
              <a:t> loaded successfully.")</a:t>
            </a:r>
          </a:p>
          <a:p>
            <a:pPr>
              <a:buFont typeface="+mj-lt"/>
              <a:buNone/>
            </a:pPr>
            <a:endParaRPr lang="en-GB" noProof="0" dirty="0"/>
          </a:p>
          <a:p>
            <a:pPr>
              <a:buFont typeface="+mj-lt"/>
              <a:buNone/>
            </a:pPr>
            <a:r>
              <a:rPr lang="en-GB" noProof="0" dirty="0"/>
              <a:t>print("\</a:t>
            </a:r>
            <a:r>
              <a:rPr lang="en-GB" noProof="0" dirty="0" err="1"/>
              <a:t>nDataset</a:t>
            </a:r>
            <a:r>
              <a:rPr lang="en-GB" noProof="0" dirty="0"/>
              <a:t> shape:")</a:t>
            </a:r>
          </a:p>
          <a:p>
            <a:pPr>
              <a:buFont typeface="+mj-lt"/>
              <a:buNone/>
            </a:pPr>
            <a:r>
              <a:rPr lang="en-GB" noProof="0" dirty="0"/>
              <a:t>print(</a:t>
            </a:r>
            <a:r>
              <a:rPr lang="en-GB" noProof="0" dirty="0" err="1"/>
              <a:t>df.shape</a:t>
            </a:r>
            <a:r>
              <a:rPr lang="en-GB" noProof="0" dirty="0"/>
              <a:t>)</a:t>
            </a:r>
          </a:p>
          <a:p>
            <a:pPr>
              <a:buFont typeface="+mj-lt"/>
              <a:buNone/>
            </a:pPr>
            <a:endParaRPr lang="en-GB" noProof="0" dirty="0"/>
          </a:p>
          <a:p>
            <a:pPr>
              <a:buFont typeface="+mj-lt"/>
              <a:buNone/>
            </a:pPr>
            <a:r>
              <a:rPr lang="en-GB" noProof="0" dirty="0"/>
              <a:t>print("\</a:t>
            </a:r>
            <a:r>
              <a:rPr lang="en-GB" noProof="0" dirty="0" err="1"/>
              <a:t>nAvailable</a:t>
            </a:r>
            <a:r>
              <a:rPr lang="en-GB" noProof="0" dirty="0"/>
              <a:t> columns:")</a:t>
            </a:r>
          </a:p>
          <a:p>
            <a:pPr>
              <a:buFont typeface="+mj-lt"/>
              <a:buNone/>
            </a:pPr>
            <a:r>
              <a:rPr lang="en-GB" noProof="0" dirty="0"/>
              <a:t>print(</a:t>
            </a:r>
            <a:r>
              <a:rPr lang="en-GB" noProof="0" dirty="0" err="1"/>
              <a:t>df.columns.tolist</a:t>
            </a: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2154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Run:</a:t>
            </a:r>
          </a:p>
          <a:p>
            <a:pPr rtl="0"/>
            <a:r>
              <a:rPr lang="en-US" dirty="0"/>
              <a:t>python Module_7/module7_predictive_models.py</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484071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7850573"/>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a:t>print("\n--- REGRESSION MODEL ---")</a:t>
            </a:r>
          </a:p>
          <a:p>
            <a:pPr>
              <a:buFont typeface="+mj-lt"/>
              <a:buNone/>
            </a:pPr>
            <a:endParaRPr lang="en-GB" noProof="0" dirty="0"/>
          </a:p>
          <a:p>
            <a:pPr>
              <a:buFont typeface="+mj-lt"/>
              <a:buNone/>
            </a:pPr>
            <a:r>
              <a:rPr lang="en-GB" noProof="0" dirty="0" err="1"/>
              <a:t>regression_features</a:t>
            </a:r>
            <a:r>
              <a:rPr lang="en-GB" noProof="0" dirty="0"/>
              <a:t> = [</a:t>
            </a:r>
          </a:p>
          <a:p>
            <a:pPr>
              <a:buFont typeface="+mj-lt"/>
              <a:buNone/>
            </a:pPr>
            <a:r>
              <a:rPr lang="en-GB" noProof="0" dirty="0"/>
              <a:t>    "</a:t>
            </a:r>
            <a:r>
              <a:rPr lang="en-GB" noProof="0" dirty="0" err="1"/>
              <a:t>Temperature_C</a:t>
            </a:r>
            <a:r>
              <a:rPr lang="en-GB" noProof="0" dirty="0"/>
              <a:t>",</a:t>
            </a:r>
          </a:p>
          <a:p>
            <a:pPr>
              <a:buFont typeface="+mj-lt"/>
              <a:buNone/>
            </a:pPr>
            <a:r>
              <a:rPr lang="en-GB" noProof="0" dirty="0"/>
              <a:t>    "</a:t>
            </a:r>
            <a:r>
              <a:rPr lang="en-GB" noProof="0" dirty="0" err="1"/>
              <a:t>Pressure_bar</a:t>
            </a:r>
            <a:r>
              <a:rPr lang="en-GB" noProof="0" dirty="0"/>
              <a:t>",</a:t>
            </a:r>
          </a:p>
          <a:p>
            <a:pPr>
              <a:buFont typeface="+mj-lt"/>
              <a:buNone/>
            </a:pPr>
            <a:r>
              <a:rPr lang="en-GB" noProof="0" dirty="0"/>
              <a:t>    "</a:t>
            </a:r>
            <a:r>
              <a:rPr lang="en-GB" noProof="0" dirty="0" err="1"/>
              <a:t>Vibration_mm_s</a:t>
            </a:r>
            <a:r>
              <a:rPr lang="en-GB" noProof="0" dirty="0"/>
              <a:t>",</a:t>
            </a:r>
          </a:p>
          <a:p>
            <a:pPr>
              <a:buFont typeface="+mj-lt"/>
              <a:buNone/>
            </a:pPr>
            <a:r>
              <a:rPr lang="en-GB" noProof="0" dirty="0"/>
              <a:t>    "RPM",</a:t>
            </a:r>
          </a:p>
          <a:p>
            <a:pPr>
              <a:buFont typeface="+mj-lt"/>
              <a:buNone/>
            </a:pPr>
            <a:r>
              <a:rPr lang="en-GB" noProof="0" dirty="0"/>
              <a:t>    "</a:t>
            </a:r>
            <a:r>
              <a:rPr lang="en-GB" noProof="0" dirty="0" err="1"/>
              <a:t>Current_A</a:t>
            </a:r>
            <a:r>
              <a:rPr lang="en-GB" noProof="0" dirty="0"/>
              <a:t>",</a:t>
            </a:r>
          </a:p>
          <a:p>
            <a:pPr>
              <a:buFont typeface="+mj-lt"/>
              <a:buNone/>
            </a:pPr>
            <a:r>
              <a:rPr lang="en-GB" noProof="0" dirty="0"/>
              <a:t>    "</a:t>
            </a:r>
            <a:r>
              <a:rPr lang="en-GB" noProof="0" dirty="0" err="1"/>
              <a:t>Humidity_pct</a:t>
            </a:r>
            <a:r>
              <a:rPr lang="en-GB" noProof="0" dirty="0"/>
              <a:t>",</a:t>
            </a:r>
          </a:p>
          <a:p>
            <a:pPr>
              <a:buFont typeface="+mj-lt"/>
              <a:buNone/>
            </a:pPr>
            <a:r>
              <a:rPr lang="en-GB" noProof="0" dirty="0"/>
              <a:t>    "</a:t>
            </a:r>
            <a:r>
              <a:rPr lang="en-GB" noProof="0" dirty="0" err="1"/>
              <a:t>Production_Rate</a:t>
            </a:r>
            <a:r>
              <a:rPr lang="en-GB" noProof="0" dirty="0"/>
              <a:t>",</a:t>
            </a:r>
          </a:p>
          <a:p>
            <a:pPr>
              <a:buFont typeface="+mj-lt"/>
              <a:buNone/>
            </a:pPr>
            <a:r>
              <a:rPr lang="en-GB" noProof="0" dirty="0"/>
              <a:t>    "</a:t>
            </a:r>
            <a:r>
              <a:rPr lang="en-GB" noProof="0" dirty="0" err="1"/>
              <a:t>Temp_Pressure_Index</a:t>
            </a:r>
            <a:r>
              <a:rPr lang="en-GB" noProof="0" dirty="0"/>
              <a:t>",</a:t>
            </a:r>
          </a:p>
          <a:p>
            <a:pPr>
              <a:buFont typeface="+mj-lt"/>
              <a:buNone/>
            </a:pPr>
            <a:r>
              <a:rPr lang="en-GB" noProof="0" dirty="0"/>
              <a:t>    "</a:t>
            </a:r>
            <a:r>
              <a:rPr lang="en-GB" noProof="0" dirty="0" err="1"/>
              <a:t>Vibration_RPM_Ratio</a:t>
            </a:r>
            <a:r>
              <a:rPr lang="en-GB" noProof="0" dirty="0"/>
              <a:t>",</a:t>
            </a:r>
          </a:p>
          <a:p>
            <a:pPr>
              <a:buFont typeface="+mj-lt"/>
              <a:buNone/>
            </a:pPr>
            <a:r>
              <a:rPr lang="en-GB" noProof="0" dirty="0"/>
              <a:t>    "Temperature_Rolling_Mean_3",</a:t>
            </a:r>
          </a:p>
          <a:p>
            <a:pPr>
              <a:buFont typeface="+mj-lt"/>
              <a:buNone/>
            </a:pPr>
            <a:r>
              <a:rPr lang="en-GB" noProof="0" dirty="0"/>
              <a:t>    "Vibration_Rolling_Mean_3",</a:t>
            </a:r>
          </a:p>
          <a:p>
            <a:pPr>
              <a:buFont typeface="+mj-lt"/>
              <a:buNone/>
            </a:pPr>
            <a:r>
              <a:rPr lang="en-GB" noProof="0" dirty="0"/>
              <a:t>    "Temperature_Lag_1",</a:t>
            </a:r>
          </a:p>
          <a:p>
            <a:pPr>
              <a:buFont typeface="+mj-lt"/>
              <a:buNone/>
            </a:pPr>
            <a:r>
              <a:rPr lang="en-GB" noProof="0" dirty="0"/>
              <a:t>    "Vibration_Lag_1",</a:t>
            </a:r>
          </a:p>
          <a:p>
            <a:pPr>
              <a:buFont typeface="+mj-lt"/>
              <a:buNone/>
            </a:pPr>
            <a:r>
              <a:rPr lang="en-GB" noProof="0" dirty="0"/>
              <a:t>    "</a:t>
            </a:r>
            <a:r>
              <a:rPr lang="en-GB" noProof="0" dirty="0" err="1"/>
              <a:t>Machine_Avg_Temperature</a:t>
            </a:r>
            <a:r>
              <a:rPr lang="en-GB" noProof="0" dirty="0"/>
              <a:t>",</a:t>
            </a:r>
          </a:p>
          <a:p>
            <a:pPr>
              <a:buFont typeface="+mj-lt"/>
              <a:buNone/>
            </a:pPr>
            <a:r>
              <a:rPr lang="en-GB" noProof="0" dirty="0"/>
              <a:t>    "</a:t>
            </a:r>
            <a:r>
              <a:rPr lang="en-GB" noProof="0" dirty="0" err="1"/>
              <a:t>Machine_Avg_Vibration</a:t>
            </a:r>
            <a:r>
              <a:rPr lang="en-GB" noProof="0" dirty="0"/>
              <a:t>",</a:t>
            </a:r>
          </a:p>
          <a:p>
            <a:pPr>
              <a:buFont typeface="+mj-lt"/>
              <a:buNone/>
            </a:pPr>
            <a:r>
              <a:rPr lang="en-GB" noProof="0" dirty="0"/>
              <a:t>    "</a:t>
            </a:r>
            <a:r>
              <a:rPr lang="en-GB" noProof="0" dirty="0" err="1"/>
              <a:t>Machine_Avg_Production</a:t>
            </a:r>
            <a:r>
              <a:rPr lang="en-GB" noProof="0" dirty="0"/>
              <a:t>",</a:t>
            </a:r>
          </a:p>
          <a:p>
            <a:pPr>
              <a:buFont typeface="+mj-lt"/>
              <a:buNone/>
            </a:pPr>
            <a:r>
              <a:rPr lang="en-GB" noProof="0" dirty="0"/>
              <a:t>    "Hour",</a:t>
            </a:r>
          </a:p>
          <a:p>
            <a:pPr>
              <a:buFont typeface="+mj-lt"/>
              <a:buNone/>
            </a:pPr>
            <a:r>
              <a:rPr lang="en-GB" noProof="0" dirty="0"/>
              <a:t>    "Day",</a:t>
            </a:r>
          </a:p>
          <a:p>
            <a:pPr>
              <a:buFont typeface="+mj-lt"/>
              <a:buNone/>
            </a:pPr>
            <a:r>
              <a:rPr lang="en-GB" noProof="0" dirty="0"/>
              <a:t>    "Month"</a:t>
            </a:r>
          </a:p>
          <a:p>
            <a:pPr>
              <a:buFont typeface="+mj-lt"/>
              <a:buNone/>
            </a:pPr>
            <a:r>
              <a:rPr lang="en-GB" noProof="0" dirty="0"/>
              <a:t>]</a:t>
            </a:r>
          </a:p>
          <a:p>
            <a:pPr>
              <a:buFont typeface="+mj-lt"/>
              <a:buNone/>
            </a:pPr>
            <a:endParaRPr lang="en-GB" noProof="0" dirty="0"/>
          </a:p>
          <a:p>
            <a:pPr>
              <a:buFont typeface="+mj-lt"/>
              <a:buNone/>
            </a:pPr>
            <a:r>
              <a:rPr lang="en-GB" noProof="0" dirty="0" err="1"/>
              <a:t>X_reg</a:t>
            </a:r>
            <a:r>
              <a:rPr lang="en-GB" noProof="0" dirty="0"/>
              <a:t> = df[</a:t>
            </a:r>
            <a:r>
              <a:rPr lang="en-GB" noProof="0" dirty="0" err="1"/>
              <a:t>regression_features</a:t>
            </a:r>
            <a:r>
              <a:rPr lang="en-GB" noProof="0" dirty="0"/>
              <a:t>]</a:t>
            </a:r>
          </a:p>
          <a:p>
            <a:pPr>
              <a:buFont typeface="+mj-lt"/>
              <a:buNone/>
            </a:pPr>
            <a:endParaRPr lang="en-GB" noProof="0" dirty="0"/>
          </a:p>
          <a:p>
            <a:pPr>
              <a:buFont typeface="+mj-lt"/>
              <a:buNone/>
            </a:pPr>
            <a:r>
              <a:rPr lang="en-GB" noProof="0" dirty="0" err="1"/>
              <a:t>y_reg</a:t>
            </a:r>
            <a:r>
              <a:rPr lang="en-GB" noProof="0" dirty="0"/>
              <a:t> = df["</a:t>
            </a:r>
            <a:r>
              <a:rPr lang="en-GB" noProof="0" dirty="0" err="1"/>
              <a:t>Quality_Score</a:t>
            </a:r>
            <a:r>
              <a:rPr lang="en-GB" noProof="0" dirty="0"/>
              <a:t>"]</a:t>
            </a:r>
          </a:p>
          <a:p>
            <a:pPr>
              <a:buFont typeface="+mj-lt"/>
              <a:buNone/>
            </a:pPr>
            <a:endParaRPr lang="en-GB" noProof="0" dirty="0"/>
          </a:p>
          <a:p>
            <a:pPr>
              <a:buFont typeface="+mj-lt"/>
              <a:buNone/>
            </a:pPr>
            <a:r>
              <a:rPr lang="en-GB" noProof="0" dirty="0"/>
              <a:t>print("\</a:t>
            </a:r>
            <a:r>
              <a:rPr lang="en-GB" noProof="0" dirty="0" err="1"/>
              <a:t>nRegression</a:t>
            </a:r>
            <a:r>
              <a:rPr lang="en-GB" noProof="0" dirty="0"/>
              <a:t> Features:")</a:t>
            </a:r>
          </a:p>
          <a:p>
            <a:pPr>
              <a:buFont typeface="+mj-lt"/>
              <a:buNone/>
            </a:pPr>
            <a:r>
              <a:rPr lang="en-GB" noProof="0" dirty="0"/>
              <a:t>print(</a:t>
            </a:r>
            <a:r>
              <a:rPr lang="en-GB" noProof="0" dirty="0" err="1"/>
              <a:t>regression_features</a:t>
            </a:r>
            <a:r>
              <a:rPr lang="en-GB" noProof="0" dirty="0"/>
              <a:t>)</a:t>
            </a:r>
          </a:p>
          <a:p>
            <a:pPr>
              <a:buFont typeface="+mj-lt"/>
              <a:buNone/>
            </a:pPr>
            <a:endParaRPr lang="en-GB" noProof="0" dirty="0"/>
          </a:p>
          <a:p>
            <a:pPr>
              <a:buFont typeface="+mj-lt"/>
              <a:buNone/>
            </a:pPr>
            <a:r>
              <a:rPr lang="en-GB" noProof="0" dirty="0"/>
              <a:t>print("\</a:t>
            </a:r>
            <a:r>
              <a:rPr lang="en-GB" noProof="0" dirty="0" err="1"/>
              <a:t>nRegression</a:t>
            </a:r>
            <a:r>
              <a:rPr lang="en-GB" noProof="0" dirty="0"/>
              <a:t> Target:")</a:t>
            </a:r>
          </a:p>
          <a:p>
            <a:pPr>
              <a:buFont typeface="+mj-lt"/>
              <a:buNone/>
            </a:pPr>
            <a:r>
              <a:rPr lang="en-GB" noProof="0" dirty="0"/>
              <a:t>print("</a:t>
            </a:r>
            <a:r>
              <a:rPr lang="en-GB" noProof="0" dirty="0" err="1"/>
              <a:t>Quality_Score</a:t>
            </a:r>
            <a:r>
              <a:rPr lang="en-GB" noProof="0" dirty="0"/>
              <a:t>")</a:t>
            </a:r>
          </a:p>
          <a:p>
            <a:pPr>
              <a:buFont typeface="+mj-lt"/>
              <a:buNone/>
            </a:pPr>
            <a:endParaRPr lang="en-GB" noProof="0" dirty="0"/>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648193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rtl="0"/>
            <a:r>
              <a:rPr lang="en-IN" dirty="0" err="1"/>
              <a:t>X_reg_train</a:t>
            </a:r>
            <a:r>
              <a:rPr lang="en-IN" dirty="0"/>
              <a:t>, </a:t>
            </a:r>
            <a:r>
              <a:rPr lang="en-IN" dirty="0" err="1"/>
              <a:t>X_reg_test</a:t>
            </a:r>
            <a:r>
              <a:rPr lang="en-IN" dirty="0"/>
              <a:t>, </a:t>
            </a:r>
            <a:r>
              <a:rPr lang="en-IN" dirty="0" err="1"/>
              <a:t>y_reg_train</a:t>
            </a:r>
            <a:r>
              <a:rPr lang="en-IN" dirty="0"/>
              <a:t>, </a:t>
            </a:r>
            <a:r>
              <a:rPr lang="en-IN" dirty="0" err="1"/>
              <a:t>y_reg_test</a:t>
            </a:r>
            <a:r>
              <a:rPr lang="en-IN" dirty="0"/>
              <a:t> = (</a:t>
            </a:r>
          </a:p>
          <a:p>
            <a:pPr rtl="0"/>
            <a:r>
              <a:rPr lang="en-IN" dirty="0" err="1"/>
              <a:t>train_test_split</a:t>
            </a:r>
            <a:r>
              <a:rPr lang="en-IN" dirty="0"/>
              <a:t>(</a:t>
            </a:r>
          </a:p>
          <a:p>
            <a:pPr rtl="0"/>
            <a:r>
              <a:rPr lang="en-IN" dirty="0" err="1"/>
              <a:t>X_reg</a:t>
            </a:r>
            <a:r>
              <a:rPr lang="en-IN" dirty="0"/>
              <a:t>,</a:t>
            </a:r>
          </a:p>
          <a:p>
            <a:pPr rtl="0"/>
            <a:r>
              <a:rPr lang="en-IN" dirty="0" err="1"/>
              <a:t>y_reg</a:t>
            </a:r>
            <a:r>
              <a:rPr lang="en-IN" dirty="0"/>
              <a:t>,</a:t>
            </a:r>
          </a:p>
          <a:p>
            <a:pPr rtl="0"/>
            <a:r>
              <a:rPr lang="en-IN" dirty="0" err="1"/>
              <a:t>test_size</a:t>
            </a:r>
            <a:r>
              <a:rPr lang="en-IN" dirty="0"/>
              <a:t>=0.20,</a:t>
            </a:r>
          </a:p>
          <a:p>
            <a:pPr rtl="0"/>
            <a:r>
              <a:rPr lang="en-IN" dirty="0" err="1"/>
              <a:t>random_state</a:t>
            </a:r>
            <a:r>
              <a:rPr lang="en-IN" dirty="0"/>
              <a:t>=42</a:t>
            </a:r>
          </a:p>
          <a:p>
            <a:pPr rtl="0"/>
            <a:r>
              <a:rPr lang="en-IN" dirty="0"/>
              <a:t>)</a:t>
            </a:r>
          </a:p>
          <a:p>
            <a:pPr rtl="0"/>
            <a:r>
              <a:rPr lang="en-IN" dirty="0"/>
              <a:t>)</a:t>
            </a:r>
          </a:p>
          <a:p>
            <a:pPr rtl="0"/>
            <a:br>
              <a:rPr lang="en-IN" dirty="0"/>
            </a:br>
            <a:endParaRPr lang="en-IN" dirty="0"/>
          </a:p>
          <a:p>
            <a:pPr rtl="0"/>
            <a:r>
              <a:rPr lang="en-IN" dirty="0"/>
              <a:t>print("\</a:t>
            </a:r>
            <a:r>
              <a:rPr lang="en-IN" dirty="0" err="1"/>
              <a:t>nRegression</a:t>
            </a:r>
            <a:r>
              <a:rPr lang="en-IN" dirty="0"/>
              <a:t> Training Records:")</a:t>
            </a:r>
          </a:p>
          <a:p>
            <a:pPr rtl="0"/>
            <a:r>
              <a:rPr lang="en-IN" dirty="0"/>
              <a:t>print(</a:t>
            </a:r>
            <a:r>
              <a:rPr lang="en-IN" dirty="0" err="1"/>
              <a:t>len</a:t>
            </a:r>
            <a:r>
              <a:rPr lang="en-IN" dirty="0"/>
              <a:t>(</a:t>
            </a:r>
            <a:r>
              <a:rPr lang="en-IN" dirty="0" err="1"/>
              <a:t>X_reg_train</a:t>
            </a:r>
            <a:r>
              <a:rPr lang="en-IN" dirty="0"/>
              <a:t>))</a:t>
            </a:r>
          </a:p>
          <a:p>
            <a:pPr rtl="0"/>
            <a:br>
              <a:rPr lang="en-IN" dirty="0"/>
            </a:br>
            <a:endParaRPr lang="en-IN" dirty="0"/>
          </a:p>
          <a:p>
            <a:pPr rtl="0"/>
            <a:r>
              <a:rPr lang="en-IN" dirty="0"/>
              <a:t>print("Regression Testing Records:")</a:t>
            </a:r>
          </a:p>
          <a:p>
            <a:pPr rtl="0"/>
            <a:r>
              <a:rPr lang="en-IN" dirty="0"/>
              <a:t>print(</a:t>
            </a:r>
            <a:r>
              <a:rPr lang="en-IN" dirty="0" err="1"/>
              <a:t>len</a:t>
            </a:r>
            <a:r>
              <a:rPr lang="en-IN" dirty="0"/>
              <a:t>(</a:t>
            </a:r>
            <a:r>
              <a:rPr lang="en-IN" dirty="0" err="1"/>
              <a:t>X_reg_test</a:t>
            </a:r>
            <a:r>
              <a:rPr lang="en-IN" dirty="0"/>
              <a:t>))</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408822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Now build a Random Forest regression model:</a:t>
            </a:r>
          </a:p>
          <a:p>
            <a:pPr rtl="0"/>
            <a:r>
              <a:rPr lang="en-IN" dirty="0" err="1"/>
              <a:t>regression_model</a:t>
            </a:r>
            <a:r>
              <a:rPr lang="en-IN" dirty="0"/>
              <a:t> = </a:t>
            </a:r>
            <a:r>
              <a:rPr lang="en-IN" dirty="0" err="1"/>
              <a:t>RandomForestRegressor</a:t>
            </a:r>
            <a:r>
              <a:rPr lang="en-IN" dirty="0"/>
              <a:t>(</a:t>
            </a:r>
          </a:p>
          <a:p>
            <a:pPr rtl="0"/>
            <a:r>
              <a:rPr lang="en-IN" dirty="0" err="1"/>
              <a:t>n_estimators</a:t>
            </a:r>
            <a:r>
              <a:rPr lang="en-IN" dirty="0"/>
              <a:t>=200,</a:t>
            </a:r>
          </a:p>
          <a:p>
            <a:pPr rtl="0"/>
            <a:r>
              <a:rPr lang="en-IN" dirty="0" err="1"/>
              <a:t>max_depth</a:t>
            </a:r>
            <a:r>
              <a:rPr lang="en-IN" dirty="0"/>
              <a:t>=10,</a:t>
            </a:r>
          </a:p>
          <a:p>
            <a:pPr rtl="0"/>
            <a:r>
              <a:rPr lang="en-IN" dirty="0" err="1"/>
              <a:t>min_samples_split</a:t>
            </a:r>
            <a:r>
              <a:rPr lang="en-IN" dirty="0"/>
              <a:t>=4,</a:t>
            </a:r>
          </a:p>
          <a:p>
            <a:pPr rtl="0"/>
            <a:r>
              <a:rPr lang="en-IN" dirty="0" err="1"/>
              <a:t>random_state</a:t>
            </a:r>
            <a:r>
              <a:rPr lang="en-IN" dirty="0"/>
              <a:t>=42</a:t>
            </a:r>
          </a:p>
          <a:p>
            <a:pPr rtl="0"/>
            <a:r>
              <a:rPr lang="en-IN" dirty="0"/>
              <a:t>)</a:t>
            </a:r>
          </a:p>
          <a:p>
            <a:r>
              <a:rPr lang="en-IN" dirty="0"/>
              <a:t>Train it:</a:t>
            </a:r>
          </a:p>
          <a:p>
            <a:pPr rtl="0"/>
            <a:r>
              <a:rPr lang="en-IN" dirty="0" err="1"/>
              <a:t>regression_model.fit</a:t>
            </a:r>
            <a:r>
              <a:rPr lang="en-IN" dirty="0"/>
              <a:t>(</a:t>
            </a:r>
          </a:p>
          <a:p>
            <a:pPr rtl="0"/>
            <a:r>
              <a:rPr lang="en-IN" dirty="0" err="1"/>
              <a:t>X_reg_train</a:t>
            </a:r>
            <a:r>
              <a:rPr lang="en-IN" dirty="0"/>
              <a:t>,</a:t>
            </a:r>
          </a:p>
          <a:p>
            <a:pPr rtl="0"/>
            <a:r>
              <a:rPr lang="en-IN" dirty="0" err="1"/>
              <a:t>y_reg_train</a:t>
            </a:r>
            <a:endParaRPr lang="en-IN" dirty="0"/>
          </a:p>
          <a:p>
            <a:pPr rtl="0"/>
            <a:r>
              <a:rPr lang="en-IN" dirty="0"/>
              <a:t>)</a:t>
            </a:r>
          </a:p>
          <a:p>
            <a:r>
              <a:rPr lang="en-IN" dirty="0"/>
              <a:t>Generate predictions:</a:t>
            </a:r>
          </a:p>
          <a:p>
            <a:pPr rtl="0"/>
            <a:r>
              <a:rPr lang="en-IN" dirty="0" err="1"/>
              <a:t>reg_predictions</a:t>
            </a:r>
            <a:r>
              <a:rPr lang="en-IN" dirty="0"/>
              <a:t> = </a:t>
            </a:r>
            <a:r>
              <a:rPr lang="en-IN" dirty="0" err="1"/>
              <a:t>regression_model.predict</a:t>
            </a:r>
            <a:r>
              <a:rPr lang="en-IN" dirty="0"/>
              <a:t>(</a:t>
            </a:r>
          </a:p>
          <a:p>
            <a:pPr rtl="0"/>
            <a:r>
              <a:rPr lang="en-IN" dirty="0" err="1"/>
              <a:t>X_reg_test</a:t>
            </a:r>
            <a:endParaRPr lang="en-IN" dirty="0"/>
          </a:p>
          <a:p>
            <a:pPr rtl="0"/>
            <a:r>
              <a:rPr lang="en-IN" dirty="0"/>
              <a:t>)</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1470343"/>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err="1"/>
              <a:t>reg_mae</a:t>
            </a:r>
            <a:r>
              <a:rPr lang="en-GB" noProof="0" dirty="0"/>
              <a:t> = </a:t>
            </a:r>
            <a:r>
              <a:rPr lang="en-GB" noProof="0" dirty="0" err="1"/>
              <a:t>mean_absolute_error</a:t>
            </a:r>
            <a:r>
              <a:rPr lang="en-GB" noProof="0" dirty="0"/>
              <a:t>(</a:t>
            </a:r>
          </a:p>
          <a:p>
            <a:pPr>
              <a:buFont typeface="+mj-lt"/>
              <a:buNone/>
            </a:pPr>
            <a:r>
              <a:rPr lang="en-GB" noProof="0" dirty="0"/>
              <a:t>    </a:t>
            </a:r>
            <a:r>
              <a:rPr lang="en-GB" noProof="0" dirty="0" err="1"/>
              <a:t>y_reg_test</a:t>
            </a:r>
            <a:r>
              <a:rPr lang="en-GB" noProof="0" dirty="0"/>
              <a:t>,</a:t>
            </a:r>
          </a:p>
          <a:p>
            <a:pPr>
              <a:buFont typeface="+mj-lt"/>
              <a:buNone/>
            </a:pPr>
            <a:r>
              <a:rPr lang="en-GB" noProof="0" dirty="0"/>
              <a:t>    </a:t>
            </a:r>
            <a:r>
              <a:rPr lang="en-GB" noProof="0" dirty="0" err="1"/>
              <a:t>reg_predictions</a:t>
            </a:r>
            <a:endParaRPr lang="en-GB" noProof="0" dirty="0"/>
          </a:p>
          <a:p>
            <a:pPr>
              <a:buFont typeface="+mj-lt"/>
              <a:buNone/>
            </a:pPr>
            <a:r>
              <a:rPr lang="en-GB" noProof="0" dirty="0"/>
              <a:t>)</a:t>
            </a:r>
          </a:p>
          <a:p>
            <a:pPr>
              <a:buFont typeface="+mj-lt"/>
              <a:buNone/>
            </a:pPr>
            <a:endParaRPr lang="en-GB" noProof="0" dirty="0"/>
          </a:p>
          <a:p>
            <a:pPr>
              <a:buFont typeface="+mj-lt"/>
              <a:buNone/>
            </a:pPr>
            <a:r>
              <a:rPr lang="en-GB" noProof="0" dirty="0" err="1"/>
              <a:t>reg_rmse</a:t>
            </a:r>
            <a:r>
              <a:rPr lang="en-GB" noProof="0" dirty="0"/>
              <a:t> = </a:t>
            </a:r>
            <a:r>
              <a:rPr lang="en-GB" noProof="0" dirty="0" err="1"/>
              <a:t>np.sqrt</a:t>
            </a:r>
            <a:r>
              <a:rPr lang="en-GB" noProof="0" dirty="0"/>
              <a:t>(</a:t>
            </a:r>
          </a:p>
          <a:p>
            <a:pPr>
              <a:buFont typeface="+mj-lt"/>
              <a:buNone/>
            </a:pPr>
            <a:r>
              <a:rPr lang="en-GB" noProof="0" dirty="0"/>
              <a:t>    </a:t>
            </a:r>
            <a:r>
              <a:rPr lang="en-GB" noProof="0" dirty="0" err="1"/>
              <a:t>mean_squared_error</a:t>
            </a:r>
            <a:r>
              <a:rPr lang="en-GB" noProof="0" dirty="0"/>
              <a:t>(</a:t>
            </a:r>
          </a:p>
          <a:p>
            <a:pPr>
              <a:buFont typeface="+mj-lt"/>
              <a:buNone/>
            </a:pPr>
            <a:r>
              <a:rPr lang="en-GB" noProof="0" dirty="0"/>
              <a:t>        </a:t>
            </a:r>
            <a:r>
              <a:rPr lang="en-GB" noProof="0" dirty="0" err="1"/>
              <a:t>y_reg_test</a:t>
            </a:r>
            <a:r>
              <a:rPr lang="en-GB" noProof="0" dirty="0"/>
              <a:t>,</a:t>
            </a:r>
          </a:p>
          <a:p>
            <a:pPr>
              <a:buFont typeface="+mj-lt"/>
              <a:buNone/>
            </a:pPr>
            <a:r>
              <a:rPr lang="en-GB" noProof="0" dirty="0"/>
              <a:t>        </a:t>
            </a:r>
            <a:r>
              <a:rPr lang="en-GB" noProof="0" dirty="0" err="1"/>
              <a:t>reg_predictions</a:t>
            </a:r>
            <a:endParaRPr lang="en-GB" noProof="0" dirty="0"/>
          </a:p>
          <a:p>
            <a:pPr>
              <a:buFont typeface="+mj-lt"/>
              <a:buNone/>
            </a:pPr>
            <a:r>
              <a:rPr lang="en-GB" noProof="0" dirty="0"/>
              <a:t>    )</a:t>
            </a:r>
          </a:p>
          <a:p>
            <a:pPr>
              <a:buFont typeface="+mj-lt"/>
              <a:buNone/>
            </a:pPr>
            <a:r>
              <a:rPr lang="en-GB" noProof="0" dirty="0"/>
              <a:t>)</a:t>
            </a:r>
          </a:p>
          <a:p>
            <a:pPr>
              <a:buFont typeface="+mj-lt"/>
              <a:buNone/>
            </a:pPr>
            <a:endParaRPr lang="en-GB" noProof="0" dirty="0"/>
          </a:p>
          <a:p>
            <a:pPr>
              <a:buFont typeface="+mj-lt"/>
              <a:buNone/>
            </a:pPr>
            <a:r>
              <a:rPr lang="en-GB" noProof="0" dirty="0"/>
              <a:t>reg_r2 = r2_score(</a:t>
            </a:r>
          </a:p>
          <a:p>
            <a:pPr>
              <a:buFont typeface="+mj-lt"/>
              <a:buNone/>
            </a:pPr>
            <a:r>
              <a:rPr lang="en-GB" noProof="0" dirty="0"/>
              <a:t>    </a:t>
            </a:r>
            <a:r>
              <a:rPr lang="en-GB" noProof="0" dirty="0" err="1"/>
              <a:t>y_reg_test</a:t>
            </a:r>
            <a:r>
              <a:rPr lang="en-GB" noProof="0" dirty="0"/>
              <a:t>,</a:t>
            </a:r>
          </a:p>
          <a:p>
            <a:pPr>
              <a:buFont typeface="+mj-lt"/>
              <a:buNone/>
            </a:pPr>
            <a:r>
              <a:rPr lang="en-GB" noProof="0" dirty="0"/>
              <a:t>    </a:t>
            </a:r>
            <a:r>
              <a:rPr lang="en-GB" noProof="0" dirty="0" err="1"/>
              <a:t>reg_predictions</a:t>
            </a:r>
            <a:endParaRPr lang="en-GB" noProof="0" dirty="0"/>
          </a:p>
          <a:p>
            <a:pPr>
              <a:buFont typeface="+mj-lt"/>
              <a:buNone/>
            </a:pPr>
            <a:r>
              <a:rPr lang="en-GB" noProof="0" dirty="0"/>
              <a:t>)</a:t>
            </a:r>
          </a:p>
          <a:p>
            <a:pPr>
              <a:buFont typeface="+mj-lt"/>
              <a:buNone/>
            </a:pPr>
            <a:endParaRPr lang="en-GB" noProof="0" dirty="0"/>
          </a:p>
          <a:p>
            <a:pPr>
              <a:buFont typeface="+mj-lt"/>
              <a:buNone/>
            </a:pPr>
            <a:r>
              <a:rPr lang="en-GB" noProof="0" dirty="0"/>
              <a:t>print("\</a:t>
            </a:r>
            <a:r>
              <a:rPr lang="en-GB" noProof="0" dirty="0" err="1"/>
              <a:t>nRegression</a:t>
            </a:r>
            <a:r>
              <a:rPr lang="en-GB" noProof="0" dirty="0"/>
              <a:t> Model Performance")</a:t>
            </a:r>
          </a:p>
          <a:p>
            <a:pPr>
              <a:buFont typeface="+mj-lt"/>
              <a:buNone/>
            </a:pPr>
            <a:endParaRPr lang="en-GB" noProof="0" dirty="0"/>
          </a:p>
          <a:p>
            <a:pPr>
              <a:buFont typeface="+mj-lt"/>
              <a:buNone/>
            </a:pPr>
            <a:r>
              <a:rPr lang="en-GB" noProof="0" dirty="0"/>
              <a:t>print(</a:t>
            </a:r>
          </a:p>
          <a:p>
            <a:pPr>
              <a:buFont typeface="+mj-lt"/>
              <a:buNone/>
            </a:pPr>
            <a:r>
              <a:rPr lang="en-GB" noProof="0" dirty="0"/>
              <a:t>    "MAE:",</a:t>
            </a:r>
          </a:p>
          <a:p>
            <a:pPr>
              <a:buFont typeface="+mj-lt"/>
              <a:buNone/>
            </a:pPr>
            <a:r>
              <a:rPr lang="en-GB" noProof="0" dirty="0"/>
              <a:t>    round(</a:t>
            </a:r>
            <a:r>
              <a:rPr lang="en-GB" noProof="0" dirty="0" err="1"/>
              <a:t>reg_mae</a:t>
            </a:r>
            <a:r>
              <a:rPr lang="en-GB" noProof="0" dirty="0"/>
              <a:t>, 4)</a:t>
            </a:r>
          </a:p>
          <a:p>
            <a:pPr>
              <a:buFont typeface="+mj-lt"/>
              <a:buNone/>
            </a:pPr>
            <a:r>
              <a:rPr lang="en-GB" noProof="0" dirty="0"/>
              <a:t>)</a:t>
            </a:r>
          </a:p>
          <a:p>
            <a:pPr>
              <a:buFont typeface="+mj-lt"/>
              <a:buNone/>
            </a:pPr>
            <a:endParaRPr lang="en-GB" noProof="0" dirty="0"/>
          </a:p>
          <a:p>
            <a:pPr>
              <a:buFont typeface="+mj-lt"/>
              <a:buNone/>
            </a:pPr>
            <a:r>
              <a:rPr lang="en-GB" noProof="0" dirty="0"/>
              <a:t>print(</a:t>
            </a:r>
          </a:p>
          <a:p>
            <a:pPr>
              <a:buFont typeface="+mj-lt"/>
              <a:buNone/>
            </a:pPr>
            <a:r>
              <a:rPr lang="en-GB" noProof="0" dirty="0"/>
              <a:t>    "RMSE:",</a:t>
            </a:r>
          </a:p>
          <a:p>
            <a:pPr>
              <a:buFont typeface="+mj-lt"/>
              <a:buNone/>
            </a:pPr>
            <a:r>
              <a:rPr lang="en-GB" noProof="0" dirty="0"/>
              <a:t>    round(</a:t>
            </a:r>
            <a:r>
              <a:rPr lang="en-GB" noProof="0" dirty="0" err="1"/>
              <a:t>reg_rmse</a:t>
            </a:r>
            <a:r>
              <a:rPr lang="en-GB" noProof="0" dirty="0"/>
              <a:t>, 4)</a:t>
            </a:r>
          </a:p>
          <a:p>
            <a:pPr>
              <a:buFont typeface="+mj-lt"/>
              <a:buNone/>
            </a:pPr>
            <a:r>
              <a:rPr lang="en-GB" noProof="0" dirty="0"/>
              <a:t>)</a:t>
            </a:r>
          </a:p>
          <a:p>
            <a:pPr>
              <a:buFont typeface="+mj-lt"/>
              <a:buNone/>
            </a:pPr>
            <a:endParaRPr lang="en-GB" noProof="0" dirty="0"/>
          </a:p>
          <a:p>
            <a:pPr>
              <a:buFont typeface="+mj-lt"/>
              <a:buNone/>
            </a:pPr>
            <a:r>
              <a:rPr lang="en-GB" noProof="0" dirty="0"/>
              <a:t>print(</a:t>
            </a:r>
          </a:p>
          <a:p>
            <a:pPr>
              <a:buFont typeface="+mj-lt"/>
              <a:buNone/>
            </a:pPr>
            <a:r>
              <a:rPr lang="en-GB" noProof="0" dirty="0"/>
              <a:t>    "R2 Score:",</a:t>
            </a:r>
          </a:p>
          <a:p>
            <a:pPr>
              <a:buFont typeface="+mj-lt"/>
              <a:buNone/>
            </a:pPr>
            <a:r>
              <a:rPr lang="en-GB" noProof="0" dirty="0"/>
              <a:t>    round(reg_r2, 4)</a:t>
            </a:r>
          </a:p>
          <a:p>
            <a:pPr>
              <a:buFont typeface="+mj-lt"/>
              <a:buNone/>
            </a:pPr>
            <a:r>
              <a:rPr lang="en-GB" noProof="0"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304795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GB" noProof="0" dirty="0" err="1"/>
              <a:t>class_weight</a:t>
            </a:r>
            <a:r>
              <a:rPr lang="en-GB" noProof="0" dirty="0"/>
              <a:t>="balanced"</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666637"/>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Add:</a:t>
            </a:r>
          </a:p>
          <a:p>
            <a:pPr rtl="0"/>
            <a:r>
              <a:rPr lang="en-IN" dirty="0"/>
              <a:t>print("\n--- CLASSIFICATION MODEL ---")</a:t>
            </a:r>
          </a:p>
          <a:p>
            <a:r>
              <a:rPr lang="en-IN" dirty="0"/>
              <a:t>Select features:</a:t>
            </a:r>
          </a:p>
          <a:p>
            <a:pPr rtl="0"/>
            <a:r>
              <a:rPr lang="en-IN" dirty="0" err="1"/>
              <a:t>classification_features</a:t>
            </a:r>
            <a:r>
              <a:rPr lang="en-IN" dirty="0"/>
              <a:t> = [</a:t>
            </a:r>
          </a:p>
          <a:p>
            <a:pPr rtl="0"/>
            <a:r>
              <a:rPr lang="en-IN" dirty="0"/>
              <a:t>"</a:t>
            </a:r>
            <a:r>
              <a:rPr lang="en-IN" dirty="0" err="1"/>
              <a:t>Temperature_C</a:t>
            </a:r>
            <a:r>
              <a:rPr lang="en-IN" dirty="0"/>
              <a:t>",</a:t>
            </a:r>
          </a:p>
          <a:p>
            <a:pPr rtl="0"/>
            <a:r>
              <a:rPr lang="en-IN" dirty="0"/>
              <a:t>"</a:t>
            </a:r>
            <a:r>
              <a:rPr lang="en-IN" dirty="0" err="1"/>
              <a:t>Pressure_bar</a:t>
            </a:r>
            <a:r>
              <a:rPr lang="en-IN" dirty="0"/>
              <a:t>",</a:t>
            </a:r>
          </a:p>
          <a:p>
            <a:pPr rtl="0"/>
            <a:r>
              <a:rPr lang="en-IN" dirty="0"/>
              <a:t>"</a:t>
            </a:r>
            <a:r>
              <a:rPr lang="en-IN" dirty="0" err="1"/>
              <a:t>Vibration_mm_s</a:t>
            </a:r>
            <a:r>
              <a:rPr lang="en-IN" dirty="0"/>
              <a:t>",</a:t>
            </a:r>
          </a:p>
          <a:p>
            <a:pPr rtl="0"/>
            <a:r>
              <a:rPr lang="en-IN" dirty="0"/>
              <a:t>"RPM",</a:t>
            </a:r>
          </a:p>
          <a:p>
            <a:pPr rtl="0"/>
            <a:r>
              <a:rPr lang="en-IN" dirty="0"/>
              <a:t>"</a:t>
            </a:r>
            <a:r>
              <a:rPr lang="en-IN" dirty="0" err="1"/>
              <a:t>Current_A</a:t>
            </a:r>
            <a:r>
              <a:rPr lang="en-IN" dirty="0"/>
              <a:t>",</a:t>
            </a:r>
          </a:p>
          <a:p>
            <a:pPr rtl="0"/>
            <a:r>
              <a:rPr lang="en-IN" dirty="0"/>
              <a:t>"</a:t>
            </a:r>
            <a:r>
              <a:rPr lang="en-IN" dirty="0" err="1"/>
              <a:t>Humidity_pct</a:t>
            </a:r>
            <a:r>
              <a:rPr lang="en-IN" dirty="0"/>
              <a:t>",</a:t>
            </a:r>
          </a:p>
          <a:p>
            <a:pPr rtl="0"/>
            <a:r>
              <a:rPr lang="en-IN" dirty="0"/>
              <a:t>"</a:t>
            </a:r>
            <a:r>
              <a:rPr lang="en-IN" dirty="0" err="1"/>
              <a:t>Production_Rate</a:t>
            </a:r>
            <a:r>
              <a:rPr lang="en-IN" dirty="0"/>
              <a:t>",</a:t>
            </a:r>
          </a:p>
          <a:p>
            <a:pPr rtl="0"/>
            <a:r>
              <a:rPr lang="en-IN" dirty="0"/>
              <a:t>"</a:t>
            </a:r>
            <a:r>
              <a:rPr lang="en-IN" dirty="0" err="1"/>
              <a:t>Quality_Score</a:t>
            </a:r>
            <a:r>
              <a:rPr lang="en-IN" dirty="0"/>
              <a:t>",</a:t>
            </a:r>
          </a:p>
          <a:p>
            <a:pPr rtl="0"/>
            <a:r>
              <a:rPr lang="en-IN" dirty="0"/>
              <a:t>"</a:t>
            </a:r>
            <a:r>
              <a:rPr lang="en-IN" dirty="0" err="1"/>
              <a:t>Temp_Pressure_Index</a:t>
            </a:r>
            <a:r>
              <a:rPr lang="en-IN" dirty="0"/>
              <a:t>",</a:t>
            </a:r>
          </a:p>
          <a:p>
            <a:pPr rtl="0"/>
            <a:r>
              <a:rPr lang="en-IN" dirty="0"/>
              <a:t>"</a:t>
            </a:r>
            <a:r>
              <a:rPr lang="en-IN" dirty="0" err="1"/>
              <a:t>Vibration_RPM_Ratio</a:t>
            </a:r>
            <a:r>
              <a:rPr lang="en-IN" dirty="0"/>
              <a:t>",</a:t>
            </a:r>
          </a:p>
          <a:p>
            <a:pPr rtl="0"/>
            <a:r>
              <a:rPr lang="en-IN" dirty="0"/>
              <a:t>"</a:t>
            </a:r>
            <a:r>
              <a:rPr lang="en-IN" dirty="0" err="1"/>
              <a:t>Production_Quality_Index</a:t>
            </a:r>
            <a:r>
              <a:rPr lang="en-IN" dirty="0"/>
              <a:t>",</a:t>
            </a:r>
          </a:p>
          <a:p>
            <a:pPr rtl="0"/>
            <a:r>
              <a:rPr lang="en-IN" dirty="0"/>
              <a:t>"Temperature_Rolling_Mean_3",</a:t>
            </a:r>
          </a:p>
          <a:p>
            <a:pPr rtl="0"/>
            <a:r>
              <a:rPr lang="en-IN" dirty="0"/>
              <a:t>"Vibration_Rolling_Mean_3",</a:t>
            </a:r>
          </a:p>
          <a:p>
            <a:pPr rtl="0"/>
            <a:r>
              <a:rPr lang="en-IN" dirty="0"/>
              <a:t>"Temperature_Lag_1",</a:t>
            </a:r>
          </a:p>
          <a:p>
            <a:pPr rtl="0"/>
            <a:r>
              <a:rPr lang="en-IN" dirty="0"/>
              <a:t>"Vibration_Lag_1",</a:t>
            </a:r>
          </a:p>
          <a:p>
            <a:pPr rtl="0"/>
            <a:r>
              <a:rPr lang="en-IN" dirty="0"/>
              <a:t>"</a:t>
            </a:r>
            <a:r>
              <a:rPr lang="en-IN" dirty="0" err="1"/>
              <a:t>Machine_Avg_Temperature</a:t>
            </a:r>
            <a:r>
              <a:rPr lang="en-IN" dirty="0"/>
              <a:t>",</a:t>
            </a:r>
          </a:p>
          <a:p>
            <a:pPr rtl="0"/>
            <a:r>
              <a:rPr lang="en-IN" dirty="0"/>
              <a:t>"</a:t>
            </a:r>
            <a:r>
              <a:rPr lang="en-IN" dirty="0" err="1"/>
              <a:t>Machine_Avg_Vibration</a:t>
            </a:r>
            <a:r>
              <a:rPr lang="en-IN" dirty="0"/>
              <a:t>",</a:t>
            </a:r>
          </a:p>
          <a:p>
            <a:pPr rtl="0"/>
            <a:r>
              <a:rPr lang="en-IN" dirty="0"/>
              <a:t>"</a:t>
            </a:r>
            <a:r>
              <a:rPr lang="en-IN" dirty="0" err="1"/>
              <a:t>Machine_Avg_Production</a:t>
            </a:r>
            <a:r>
              <a:rPr lang="en-IN" dirty="0"/>
              <a:t>",</a:t>
            </a:r>
          </a:p>
          <a:p>
            <a:pPr rtl="0"/>
            <a:r>
              <a:rPr lang="en-IN" dirty="0"/>
              <a:t>"Hour",</a:t>
            </a:r>
          </a:p>
          <a:p>
            <a:pPr rtl="0"/>
            <a:r>
              <a:rPr lang="en-IN" dirty="0"/>
              <a:t>"Day",</a:t>
            </a:r>
          </a:p>
          <a:p>
            <a:pPr rtl="0"/>
            <a:r>
              <a:rPr lang="en-IN" dirty="0"/>
              <a:t>"Month"</a:t>
            </a:r>
          </a:p>
          <a:p>
            <a:pPr rtl="0"/>
            <a:r>
              <a:rPr lang="en-IN" dirty="0"/>
              <a:t>]</a:t>
            </a:r>
          </a:p>
          <a:p>
            <a:pPr rtl="0"/>
            <a:br>
              <a:rPr lang="en-IN" dirty="0"/>
            </a:br>
            <a:endParaRPr lang="en-IN" dirty="0"/>
          </a:p>
          <a:p>
            <a:pPr rtl="0"/>
            <a:r>
              <a:rPr lang="en-IN" dirty="0" err="1"/>
              <a:t>X_cls</a:t>
            </a:r>
            <a:r>
              <a:rPr lang="en-IN" dirty="0"/>
              <a:t> = df[</a:t>
            </a:r>
            <a:r>
              <a:rPr lang="en-IN" dirty="0" err="1"/>
              <a:t>classification_features</a:t>
            </a:r>
            <a:r>
              <a:rPr lang="en-IN" dirty="0"/>
              <a:t>]</a:t>
            </a:r>
          </a:p>
          <a:p>
            <a:pPr rtl="0"/>
            <a:br>
              <a:rPr lang="en-IN" dirty="0"/>
            </a:br>
            <a:endParaRPr lang="en-IN" dirty="0"/>
          </a:p>
          <a:p>
            <a:pPr rtl="0"/>
            <a:r>
              <a:rPr lang="en-IN" dirty="0" err="1"/>
              <a:t>y_cls</a:t>
            </a:r>
            <a:r>
              <a:rPr lang="en-IN" dirty="0"/>
              <a:t> = df["</a:t>
            </a:r>
            <a:r>
              <a:rPr lang="en-IN" dirty="0" err="1"/>
              <a:t>Fault_Target</a:t>
            </a:r>
            <a:r>
              <a:rPr lang="en-IN" dirty="0"/>
              <a:t>"]</a:t>
            </a:r>
          </a:p>
          <a:p>
            <a:r>
              <a:rPr lang="en-IN" dirty="0"/>
              <a:t>Check the target distribution:</a:t>
            </a:r>
          </a:p>
          <a:p>
            <a:pPr rtl="0"/>
            <a:r>
              <a:rPr lang="en-IN" dirty="0"/>
              <a:t>print("\</a:t>
            </a:r>
            <a:r>
              <a:rPr lang="en-IN" dirty="0" err="1"/>
              <a:t>nFault</a:t>
            </a:r>
            <a:r>
              <a:rPr lang="en-IN" dirty="0"/>
              <a:t> Target Distribution:")</a:t>
            </a:r>
          </a:p>
          <a:p>
            <a:pPr rtl="0"/>
            <a:br>
              <a:rPr lang="en-IN" dirty="0"/>
            </a:br>
            <a:endParaRPr lang="en-IN" dirty="0"/>
          </a:p>
          <a:p>
            <a:pPr rtl="0"/>
            <a:r>
              <a:rPr lang="en-IN" dirty="0"/>
              <a:t>print(</a:t>
            </a:r>
          </a:p>
          <a:p>
            <a:pPr rtl="0"/>
            <a:r>
              <a:rPr lang="en-IN" dirty="0" err="1"/>
              <a:t>y_cls.value_counts</a:t>
            </a:r>
            <a:r>
              <a:rPr lang="en-IN" dirty="0"/>
              <a:t>()</a:t>
            </a:r>
          </a:p>
          <a:p>
            <a:pPr rtl="0"/>
            <a:r>
              <a:rPr lang="en-IN" dirty="0"/>
              <a:t>)</a:t>
            </a:r>
          </a:p>
          <a:p>
            <a:pPr rtl="0"/>
            <a:br>
              <a:rPr lang="en-IN" dirty="0"/>
            </a:br>
            <a:endParaRPr lang="en-IN" dirty="0"/>
          </a:p>
          <a:p>
            <a:pPr rtl="0"/>
            <a:r>
              <a:rPr lang="en-IN" dirty="0"/>
              <a:t>print("\</a:t>
            </a:r>
            <a:r>
              <a:rPr lang="en-IN" dirty="0" err="1"/>
              <a:t>nFault</a:t>
            </a:r>
            <a:r>
              <a:rPr lang="en-IN" dirty="0"/>
              <a:t> Target Percentage:")</a:t>
            </a:r>
          </a:p>
          <a:p>
            <a:pPr rtl="0"/>
            <a:br>
              <a:rPr lang="en-IN" dirty="0"/>
            </a:br>
            <a:endParaRPr lang="en-IN" dirty="0"/>
          </a:p>
          <a:p>
            <a:pPr rtl="0"/>
            <a:r>
              <a:rPr lang="en-IN" dirty="0"/>
              <a:t>print(</a:t>
            </a:r>
          </a:p>
          <a:p>
            <a:pPr rtl="0"/>
            <a:r>
              <a:rPr lang="en-IN" dirty="0" err="1"/>
              <a:t>y_cls.value_counts</a:t>
            </a:r>
            <a:r>
              <a:rPr lang="en-IN" dirty="0"/>
              <a:t>(</a:t>
            </a:r>
          </a:p>
          <a:p>
            <a:pPr rtl="0"/>
            <a:r>
              <a:rPr lang="en-IN" dirty="0"/>
              <a:t>normalize=True</a:t>
            </a:r>
          </a:p>
          <a:p>
            <a:pPr rtl="0"/>
            <a:r>
              <a:rPr lang="en-IN" dirty="0"/>
              <a:t>).</a:t>
            </a:r>
            <a:r>
              <a:rPr lang="en-IN" dirty="0" err="1"/>
              <a:t>mul</a:t>
            </a:r>
            <a:r>
              <a:rPr lang="en-IN" dirty="0"/>
              <a:t>(100).round(2)</a:t>
            </a:r>
          </a:p>
          <a:p>
            <a:pPr rtl="0"/>
            <a:r>
              <a:rPr lang="en-IN" dirty="0"/>
              <a:t>)</a:t>
            </a:r>
          </a:p>
          <a:p>
            <a:r>
              <a:rPr lang="en-IN" dirty="0"/>
              <a:t>For your original industrial dataset, most observations are normal, while only a small minority are warnings or faults. That makes this a useful example of a realistic </a:t>
            </a:r>
            <a:r>
              <a:rPr lang="en-IN" b="1" dirty="0"/>
              <a:t>imbalanced industrial fault-detection problem</a:t>
            </a:r>
            <a:r>
              <a:rPr lang="en-IN"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708769"/>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err="1"/>
              <a:t>xxxxxxX_cls_train</a:t>
            </a:r>
            <a:r>
              <a:rPr lang="en-US" dirty="0"/>
              <a:t>, </a:t>
            </a:r>
            <a:r>
              <a:rPr lang="en-US" dirty="0" err="1"/>
              <a:t>X_cls_test</a:t>
            </a:r>
            <a:r>
              <a:rPr lang="en-US" dirty="0"/>
              <a:t>, </a:t>
            </a:r>
            <a:r>
              <a:rPr lang="en-US" dirty="0" err="1"/>
              <a:t>y_cls_train</a:t>
            </a:r>
            <a:r>
              <a:rPr lang="en-US" dirty="0"/>
              <a:t>, </a:t>
            </a:r>
            <a:r>
              <a:rPr lang="en-US" dirty="0" err="1"/>
              <a:t>y_cls_test</a:t>
            </a:r>
            <a:r>
              <a:rPr lang="en-US" dirty="0"/>
              <a:t> = (</a:t>
            </a:r>
          </a:p>
          <a:p>
            <a:r>
              <a:rPr lang="en-US" dirty="0"/>
              <a:t>    </a:t>
            </a:r>
            <a:r>
              <a:rPr lang="en-US" dirty="0" err="1"/>
              <a:t>train_test_split</a:t>
            </a:r>
            <a:r>
              <a:rPr lang="en-US" dirty="0"/>
              <a:t>(</a:t>
            </a:r>
          </a:p>
          <a:p>
            <a:r>
              <a:rPr lang="en-US" dirty="0"/>
              <a:t>        </a:t>
            </a:r>
            <a:r>
              <a:rPr lang="en-US" dirty="0" err="1"/>
              <a:t>X_cls</a:t>
            </a:r>
            <a:r>
              <a:rPr lang="en-US" dirty="0"/>
              <a:t>,</a:t>
            </a:r>
          </a:p>
          <a:p>
            <a:r>
              <a:rPr lang="en-US" dirty="0"/>
              <a:t>        </a:t>
            </a:r>
            <a:r>
              <a:rPr lang="en-US" dirty="0" err="1"/>
              <a:t>y_cls</a:t>
            </a:r>
            <a:r>
              <a:rPr lang="en-US" dirty="0"/>
              <a:t>,</a:t>
            </a:r>
          </a:p>
          <a:p>
            <a:r>
              <a:rPr lang="en-US" dirty="0"/>
              <a:t>        </a:t>
            </a:r>
            <a:r>
              <a:rPr lang="en-US" dirty="0" err="1"/>
              <a:t>test_size</a:t>
            </a:r>
            <a:r>
              <a:rPr lang="en-US" dirty="0"/>
              <a:t>=0.20,</a:t>
            </a:r>
          </a:p>
          <a:p>
            <a:r>
              <a:rPr lang="en-US" dirty="0"/>
              <a:t>        </a:t>
            </a:r>
            <a:r>
              <a:rPr lang="en-US" dirty="0" err="1"/>
              <a:t>random_state</a:t>
            </a:r>
            <a:r>
              <a:rPr lang="en-US" dirty="0"/>
              <a:t>=42,</a:t>
            </a:r>
          </a:p>
          <a:p>
            <a:r>
              <a:rPr lang="en-US" dirty="0"/>
              <a:t>        stratify=</a:t>
            </a:r>
            <a:r>
              <a:rPr lang="en-US" dirty="0" err="1"/>
              <a:t>y_cls</a:t>
            </a:r>
            <a:endParaRPr lang="en-US" dirty="0"/>
          </a:p>
          <a:p>
            <a:r>
              <a:rPr lang="en-US" dirty="0"/>
              <a:t>    )</a:t>
            </a:r>
          </a:p>
          <a:p>
            <a:r>
              <a:rPr lang="en-US" dirty="0"/>
              <a:t>)</a:t>
            </a:r>
          </a:p>
          <a:p>
            <a:endParaRPr lang="en-US" dirty="0"/>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280805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Now create the classifier:</a:t>
            </a:r>
          </a:p>
          <a:p>
            <a:pPr rtl="0"/>
            <a:r>
              <a:rPr lang="en-IN" dirty="0" err="1"/>
              <a:t>classification_model</a:t>
            </a:r>
            <a:r>
              <a:rPr lang="en-IN" dirty="0"/>
              <a:t> = </a:t>
            </a:r>
            <a:r>
              <a:rPr lang="en-IN" dirty="0" err="1"/>
              <a:t>RandomForestClassifier</a:t>
            </a:r>
            <a:r>
              <a:rPr lang="en-IN" dirty="0"/>
              <a:t>(</a:t>
            </a:r>
          </a:p>
          <a:p>
            <a:pPr rtl="0"/>
            <a:r>
              <a:rPr lang="en-IN" dirty="0" err="1"/>
              <a:t>n_estimators</a:t>
            </a:r>
            <a:r>
              <a:rPr lang="en-IN" dirty="0"/>
              <a:t>=300,</a:t>
            </a:r>
          </a:p>
          <a:p>
            <a:pPr rtl="0"/>
            <a:r>
              <a:rPr lang="en-IN" dirty="0" err="1"/>
              <a:t>max_depth</a:t>
            </a:r>
            <a:r>
              <a:rPr lang="en-IN" dirty="0"/>
              <a:t>=10,</a:t>
            </a:r>
          </a:p>
          <a:p>
            <a:pPr rtl="0"/>
            <a:r>
              <a:rPr lang="en-IN" dirty="0" err="1"/>
              <a:t>min_samples_split</a:t>
            </a:r>
            <a:r>
              <a:rPr lang="en-IN" dirty="0"/>
              <a:t>=4,</a:t>
            </a:r>
          </a:p>
          <a:p>
            <a:pPr rtl="0"/>
            <a:r>
              <a:rPr lang="en-IN" dirty="0" err="1"/>
              <a:t>class_weight</a:t>
            </a:r>
            <a:r>
              <a:rPr lang="en-IN" dirty="0"/>
              <a:t>="balanced",</a:t>
            </a:r>
          </a:p>
          <a:p>
            <a:pPr rtl="0"/>
            <a:r>
              <a:rPr lang="en-IN" dirty="0" err="1"/>
              <a:t>random_state</a:t>
            </a:r>
            <a:r>
              <a:rPr lang="en-IN" dirty="0"/>
              <a:t>=42</a:t>
            </a:r>
          </a:p>
          <a:p>
            <a:pPr rtl="0"/>
            <a:r>
              <a:rPr lang="en-IN" dirty="0"/>
              <a:t>)</a:t>
            </a:r>
          </a:p>
          <a:p>
            <a:r>
              <a:rPr lang="en-IN" dirty="0"/>
              <a:t>Train:</a:t>
            </a:r>
          </a:p>
          <a:p>
            <a:pPr rtl="0"/>
            <a:r>
              <a:rPr lang="en-IN" dirty="0" err="1"/>
              <a:t>classification_model.fit</a:t>
            </a:r>
            <a:r>
              <a:rPr lang="en-IN" dirty="0"/>
              <a:t>(</a:t>
            </a:r>
          </a:p>
          <a:p>
            <a:pPr rtl="0"/>
            <a:r>
              <a:rPr lang="en-IN" dirty="0" err="1"/>
              <a:t>X_cls_train</a:t>
            </a:r>
            <a:r>
              <a:rPr lang="en-IN" dirty="0"/>
              <a:t>,</a:t>
            </a:r>
          </a:p>
          <a:p>
            <a:pPr rtl="0"/>
            <a:r>
              <a:rPr lang="en-IN" dirty="0" err="1"/>
              <a:t>y_cls_train</a:t>
            </a:r>
            <a:endParaRPr lang="en-IN" dirty="0"/>
          </a:p>
          <a:p>
            <a:pPr rtl="0"/>
            <a:r>
              <a:rPr lang="en-IN" dirty="0"/>
              <a:t>)</a:t>
            </a:r>
          </a:p>
          <a:p>
            <a:r>
              <a:rPr lang="en-IN" dirty="0"/>
              <a:t>Predict:</a:t>
            </a:r>
          </a:p>
          <a:p>
            <a:pPr rtl="0"/>
            <a:r>
              <a:rPr lang="en-IN" dirty="0" err="1"/>
              <a:t>cls_predictions</a:t>
            </a:r>
            <a:r>
              <a:rPr lang="en-IN" dirty="0"/>
              <a:t> = </a:t>
            </a:r>
            <a:r>
              <a:rPr lang="en-IN" dirty="0" err="1"/>
              <a:t>classification_model.predict</a:t>
            </a:r>
            <a:r>
              <a:rPr lang="en-IN" dirty="0"/>
              <a:t>(</a:t>
            </a:r>
          </a:p>
          <a:p>
            <a:pPr rtl="0"/>
            <a:r>
              <a:rPr lang="en-IN" dirty="0" err="1"/>
              <a:t>X_cls_test</a:t>
            </a:r>
            <a:endParaRPr lang="en-IN" dirty="0"/>
          </a:p>
          <a:p>
            <a:pPr rtl="0"/>
            <a:r>
              <a:rPr lang="en-IN" dirty="0"/>
              <a:t>)</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0174467"/>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err="1"/>
              <a:t>cls_accuracy</a:t>
            </a:r>
            <a:r>
              <a:rPr lang="en-IN" dirty="0"/>
              <a:t> = </a:t>
            </a:r>
            <a:r>
              <a:rPr lang="en-IN" dirty="0" err="1"/>
              <a:t>accuracy_score</a:t>
            </a:r>
            <a:r>
              <a:rPr lang="en-IN" dirty="0"/>
              <a:t>(</a:t>
            </a:r>
          </a:p>
          <a:p>
            <a:r>
              <a:rPr lang="en-IN" dirty="0"/>
              <a:t>    </a:t>
            </a:r>
            <a:r>
              <a:rPr lang="en-IN" dirty="0" err="1"/>
              <a:t>y_cls_test</a:t>
            </a:r>
            <a:r>
              <a:rPr lang="en-IN" dirty="0"/>
              <a:t>,</a:t>
            </a:r>
          </a:p>
          <a:p>
            <a:r>
              <a:rPr lang="en-IN" dirty="0"/>
              <a:t>    </a:t>
            </a:r>
            <a:r>
              <a:rPr lang="en-IN" dirty="0" err="1"/>
              <a:t>cls_predictions</a:t>
            </a:r>
            <a:endParaRPr lang="en-IN" dirty="0"/>
          </a:p>
          <a:p>
            <a:r>
              <a:rPr lang="en-IN" dirty="0"/>
              <a:t>)</a:t>
            </a:r>
          </a:p>
          <a:p>
            <a:endParaRPr lang="en-IN" dirty="0"/>
          </a:p>
          <a:p>
            <a:r>
              <a:rPr lang="en-IN" dirty="0" err="1"/>
              <a:t>cls_precision</a:t>
            </a:r>
            <a:r>
              <a:rPr lang="en-IN" dirty="0"/>
              <a:t> = </a:t>
            </a:r>
            <a:r>
              <a:rPr lang="en-IN" dirty="0" err="1"/>
              <a:t>precision_score</a:t>
            </a:r>
            <a:r>
              <a:rPr lang="en-IN" dirty="0"/>
              <a:t>(</a:t>
            </a:r>
          </a:p>
          <a:p>
            <a:r>
              <a:rPr lang="en-IN" dirty="0"/>
              <a:t>    </a:t>
            </a:r>
            <a:r>
              <a:rPr lang="en-IN" dirty="0" err="1"/>
              <a:t>y_cls_test</a:t>
            </a:r>
            <a:r>
              <a:rPr lang="en-IN" dirty="0"/>
              <a:t>,</a:t>
            </a:r>
          </a:p>
          <a:p>
            <a:r>
              <a:rPr lang="en-IN" dirty="0"/>
              <a:t>    </a:t>
            </a:r>
            <a:r>
              <a:rPr lang="en-IN" dirty="0" err="1"/>
              <a:t>cls_predictions</a:t>
            </a:r>
            <a:r>
              <a:rPr lang="en-IN" dirty="0"/>
              <a:t>,</a:t>
            </a:r>
          </a:p>
          <a:p>
            <a:r>
              <a:rPr lang="en-IN" dirty="0"/>
              <a:t>    </a:t>
            </a:r>
            <a:r>
              <a:rPr lang="en-IN" dirty="0" err="1"/>
              <a:t>zero_division</a:t>
            </a:r>
            <a:r>
              <a:rPr lang="en-IN" dirty="0"/>
              <a:t>=0</a:t>
            </a:r>
          </a:p>
          <a:p>
            <a:r>
              <a:rPr lang="en-IN" dirty="0"/>
              <a:t>)</a:t>
            </a:r>
          </a:p>
          <a:p>
            <a:endParaRPr lang="en-IN" dirty="0"/>
          </a:p>
          <a:p>
            <a:r>
              <a:rPr lang="en-IN" dirty="0" err="1"/>
              <a:t>cls_recall</a:t>
            </a:r>
            <a:r>
              <a:rPr lang="en-IN" dirty="0"/>
              <a:t> = </a:t>
            </a:r>
            <a:r>
              <a:rPr lang="en-IN" dirty="0" err="1"/>
              <a:t>recall_score</a:t>
            </a:r>
            <a:r>
              <a:rPr lang="en-IN" dirty="0"/>
              <a:t>(</a:t>
            </a:r>
          </a:p>
          <a:p>
            <a:r>
              <a:rPr lang="en-IN" dirty="0"/>
              <a:t>    </a:t>
            </a:r>
            <a:r>
              <a:rPr lang="en-IN" dirty="0" err="1"/>
              <a:t>y_cls_test</a:t>
            </a:r>
            <a:r>
              <a:rPr lang="en-IN" dirty="0"/>
              <a:t>,</a:t>
            </a:r>
          </a:p>
          <a:p>
            <a:r>
              <a:rPr lang="en-IN" dirty="0"/>
              <a:t>    </a:t>
            </a:r>
            <a:r>
              <a:rPr lang="en-IN" dirty="0" err="1"/>
              <a:t>cls_predictions</a:t>
            </a:r>
            <a:r>
              <a:rPr lang="en-IN" dirty="0"/>
              <a:t>,</a:t>
            </a:r>
          </a:p>
          <a:p>
            <a:r>
              <a:rPr lang="en-IN" dirty="0"/>
              <a:t>    </a:t>
            </a:r>
            <a:r>
              <a:rPr lang="en-IN" dirty="0" err="1"/>
              <a:t>zero_division</a:t>
            </a:r>
            <a:r>
              <a:rPr lang="en-IN" dirty="0"/>
              <a:t>=0</a:t>
            </a:r>
          </a:p>
          <a:p>
            <a:r>
              <a:rPr lang="en-IN" dirty="0"/>
              <a:t>)</a:t>
            </a:r>
          </a:p>
          <a:p>
            <a:endParaRPr lang="en-IN" dirty="0"/>
          </a:p>
          <a:p>
            <a:r>
              <a:rPr lang="en-IN" dirty="0"/>
              <a:t>cls_f1 = f1_score(</a:t>
            </a:r>
          </a:p>
          <a:p>
            <a:r>
              <a:rPr lang="en-IN" dirty="0"/>
              <a:t>    </a:t>
            </a:r>
            <a:r>
              <a:rPr lang="en-IN" dirty="0" err="1"/>
              <a:t>y_cls_test</a:t>
            </a:r>
            <a:r>
              <a:rPr lang="en-IN" dirty="0"/>
              <a:t>,</a:t>
            </a:r>
          </a:p>
          <a:p>
            <a:r>
              <a:rPr lang="en-IN" dirty="0"/>
              <a:t>    </a:t>
            </a:r>
            <a:r>
              <a:rPr lang="en-IN" dirty="0" err="1"/>
              <a:t>cls_predictions</a:t>
            </a:r>
            <a:r>
              <a:rPr lang="en-IN" dirty="0"/>
              <a:t>,</a:t>
            </a:r>
          </a:p>
          <a:p>
            <a:r>
              <a:rPr lang="en-IN" dirty="0"/>
              <a:t>    </a:t>
            </a:r>
            <a:r>
              <a:rPr lang="en-IN" dirty="0" err="1"/>
              <a:t>zero_division</a:t>
            </a:r>
            <a:r>
              <a:rPr lang="en-IN" dirty="0"/>
              <a:t>=0</a:t>
            </a:r>
          </a:p>
          <a:p>
            <a:r>
              <a:rPr lang="en-IN" dirty="0"/>
              <a:t>)</a:t>
            </a:r>
          </a:p>
          <a:p>
            <a:endParaRPr lang="en-IN" dirty="0"/>
          </a:p>
          <a:p>
            <a:r>
              <a:rPr lang="en-IN" dirty="0"/>
              <a:t>print("\</a:t>
            </a:r>
            <a:r>
              <a:rPr lang="en-IN" dirty="0" err="1"/>
              <a:t>nClassification</a:t>
            </a:r>
            <a:r>
              <a:rPr lang="en-IN" dirty="0"/>
              <a:t> Model Performance")</a:t>
            </a:r>
          </a:p>
          <a:p>
            <a:endParaRPr lang="en-IN" dirty="0"/>
          </a:p>
          <a:p>
            <a:r>
              <a:rPr lang="en-IN" dirty="0"/>
              <a:t>print(</a:t>
            </a:r>
          </a:p>
          <a:p>
            <a:r>
              <a:rPr lang="en-IN" dirty="0"/>
              <a:t>    "Accuracy:",</a:t>
            </a:r>
          </a:p>
          <a:p>
            <a:r>
              <a:rPr lang="en-IN" dirty="0"/>
              <a:t>    round(</a:t>
            </a:r>
            <a:r>
              <a:rPr lang="en-IN" dirty="0" err="1"/>
              <a:t>cls_accuracy</a:t>
            </a:r>
            <a:r>
              <a:rPr lang="en-IN" dirty="0"/>
              <a:t>, 4)</a:t>
            </a:r>
          </a:p>
          <a:p>
            <a:r>
              <a:rPr lang="en-IN" dirty="0"/>
              <a:t>)</a:t>
            </a:r>
          </a:p>
          <a:p>
            <a:endParaRPr lang="en-IN" dirty="0"/>
          </a:p>
          <a:p>
            <a:r>
              <a:rPr lang="en-IN" dirty="0"/>
              <a:t>print(</a:t>
            </a:r>
          </a:p>
          <a:p>
            <a:r>
              <a:rPr lang="en-IN" dirty="0"/>
              <a:t>    "Precision:",</a:t>
            </a:r>
          </a:p>
          <a:p>
            <a:r>
              <a:rPr lang="en-IN" dirty="0"/>
              <a:t>    round(</a:t>
            </a:r>
            <a:r>
              <a:rPr lang="en-IN" dirty="0" err="1"/>
              <a:t>cls_precision</a:t>
            </a:r>
            <a:r>
              <a:rPr lang="en-IN" dirty="0"/>
              <a:t>, 4)</a:t>
            </a:r>
          </a:p>
          <a:p>
            <a:r>
              <a:rPr lang="en-IN" dirty="0"/>
              <a:t>)</a:t>
            </a:r>
          </a:p>
          <a:p>
            <a:endParaRPr lang="en-IN" dirty="0"/>
          </a:p>
          <a:p>
            <a:r>
              <a:rPr lang="en-IN" dirty="0"/>
              <a:t>print(</a:t>
            </a:r>
          </a:p>
          <a:p>
            <a:r>
              <a:rPr lang="en-IN" dirty="0"/>
              <a:t>    "Recall:",</a:t>
            </a:r>
          </a:p>
          <a:p>
            <a:r>
              <a:rPr lang="en-IN" dirty="0"/>
              <a:t>    round(</a:t>
            </a:r>
            <a:r>
              <a:rPr lang="en-IN" dirty="0" err="1"/>
              <a:t>cls_recall</a:t>
            </a:r>
            <a:r>
              <a:rPr lang="en-IN" dirty="0"/>
              <a:t>, 4)</a:t>
            </a:r>
          </a:p>
          <a:p>
            <a:r>
              <a:rPr lang="en-IN" dirty="0"/>
              <a:t>)</a:t>
            </a:r>
          </a:p>
          <a:p>
            <a:endParaRPr lang="en-IN" dirty="0"/>
          </a:p>
          <a:p>
            <a:r>
              <a:rPr lang="en-IN" dirty="0"/>
              <a:t>print(</a:t>
            </a:r>
          </a:p>
          <a:p>
            <a:r>
              <a:rPr lang="en-IN" dirty="0"/>
              <a:t>    "F1 Score:",</a:t>
            </a:r>
          </a:p>
          <a:p>
            <a:r>
              <a:rPr lang="en-IN" dirty="0"/>
              <a:t>    round(cls_f1, 4)</a:t>
            </a:r>
          </a:p>
          <a:p>
            <a:r>
              <a:rPr lang="en-IN" dirty="0"/>
              <a:t>)</a:t>
            </a:r>
          </a:p>
          <a:p>
            <a:endParaRPr lang="en-US" dirty="0"/>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3975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b="1" dirty="0"/>
              <a:t>Step 6 — Save Predictions and Trained Models</a:t>
            </a:r>
          </a:p>
          <a:p>
            <a:r>
              <a:rPr lang="en-IN" b="1" dirty="0"/>
              <a:t>Purpose</a:t>
            </a:r>
          </a:p>
          <a:p>
            <a:r>
              <a:rPr lang="en-IN" dirty="0"/>
              <a:t>Instead of rebuilding the models in Module 8, save both the models and their test predictions.</a:t>
            </a:r>
          </a:p>
          <a:p>
            <a:r>
              <a:rPr lang="en-IN" b="1" dirty="0"/>
              <a:t>Save Regression Predictions</a:t>
            </a:r>
          </a:p>
          <a:p>
            <a:pPr rtl="0"/>
            <a:r>
              <a:rPr lang="en-IN" dirty="0" err="1"/>
              <a:t>regression_results</a:t>
            </a:r>
            <a:r>
              <a:rPr lang="en-IN" dirty="0"/>
              <a:t> = </a:t>
            </a:r>
            <a:r>
              <a:rPr lang="en-IN" dirty="0" err="1"/>
              <a:t>pd.DataFrame</a:t>
            </a:r>
            <a:r>
              <a:rPr lang="en-IN" dirty="0"/>
              <a:t>({</a:t>
            </a:r>
          </a:p>
          <a:p>
            <a:pPr rtl="0"/>
            <a:r>
              <a:rPr lang="en-IN" dirty="0"/>
              <a:t>"</a:t>
            </a:r>
            <a:r>
              <a:rPr lang="en-IN" dirty="0" err="1"/>
              <a:t>Actual_Quality_Score</a:t>
            </a:r>
            <a:r>
              <a:rPr lang="en-IN" dirty="0"/>
              <a:t>":</a:t>
            </a:r>
          </a:p>
          <a:p>
            <a:pPr rtl="0"/>
            <a:r>
              <a:rPr lang="en-IN" dirty="0" err="1"/>
              <a:t>y_reg_test.values</a:t>
            </a:r>
            <a:r>
              <a:rPr lang="en-IN" dirty="0"/>
              <a:t>,</a:t>
            </a:r>
          </a:p>
          <a:p>
            <a:pPr rtl="0"/>
            <a:br>
              <a:rPr lang="en-IN" dirty="0"/>
            </a:br>
            <a:endParaRPr lang="en-IN" dirty="0"/>
          </a:p>
          <a:p>
            <a:pPr rtl="0"/>
            <a:r>
              <a:rPr lang="en-IN" dirty="0"/>
              <a:t>"</a:t>
            </a:r>
            <a:r>
              <a:rPr lang="en-IN" dirty="0" err="1"/>
              <a:t>Predicted_Quality_Score</a:t>
            </a:r>
            <a:r>
              <a:rPr lang="en-IN" dirty="0"/>
              <a:t>":</a:t>
            </a:r>
          </a:p>
          <a:p>
            <a:pPr rtl="0"/>
            <a:r>
              <a:rPr lang="en-IN" dirty="0" err="1"/>
              <a:t>reg_predictions</a:t>
            </a:r>
            <a:endParaRPr lang="en-IN" dirty="0"/>
          </a:p>
          <a:p>
            <a:pPr rtl="0"/>
            <a:r>
              <a:rPr lang="en-IN" dirty="0"/>
              <a:t>})</a:t>
            </a:r>
          </a:p>
          <a:p>
            <a:pPr rtl="0"/>
            <a:br>
              <a:rPr lang="en-IN" dirty="0"/>
            </a:br>
            <a:endParaRPr lang="en-IN" dirty="0"/>
          </a:p>
          <a:p>
            <a:pPr rtl="0"/>
            <a:r>
              <a:rPr lang="en-IN" dirty="0" err="1"/>
              <a:t>regression_results.to_csv</a:t>
            </a:r>
            <a:r>
              <a:rPr lang="en-IN" dirty="0"/>
              <a:t>(</a:t>
            </a:r>
          </a:p>
          <a:p>
            <a:pPr rtl="0"/>
            <a:r>
              <a:rPr lang="en-IN" dirty="0"/>
              <a:t>OUTPUT_DIR /</a:t>
            </a:r>
          </a:p>
          <a:p>
            <a:pPr rtl="0"/>
            <a:r>
              <a:rPr lang="en-IN" dirty="0"/>
              <a:t>"Regression_Test_Predictions.csv",</a:t>
            </a:r>
          </a:p>
          <a:p>
            <a:pPr rtl="0"/>
            <a:r>
              <a:rPr lang="en-IN" dirty="0"/>
              <a:t>index=False</a:t>
            </a:r>
          </a:p>
          <a:p>
            <a:pPr rtl="0"/>
            <a:r>
              <a:rPr lang="en-IN" dirty="0"/>
              <a:t>)</a:t>
            </a:r>
          </a:p>
          <a:p>
            <a:r>
              <a:rPr lang="en-IN" b="1" dirty="0"/>
              <a:t>Save Classification Predictions</a:t>
            </a:r>
          </a:p>
          <a:p>
            <a:pPr rtl="0"/>
            <a:r>
              <a:rPr lang="en-IN" dirty="0" err="1"/>
              <a:t>classification_results</a:t>
            </a:r>
            <a:r>
              <a:rPr lang="en-IN" dirty="0"/>
              <a:t> = </a:t>
            </a:r>
            <a:r>
              <a:rPr lang="en-IN" dirty="0" err="1"/>
              <a:t>pd.DataFrame</a:t>
            </a:r>
            <a:r>
              <a:rPr lang="en-IN" dirty="0"/>
              <a:t>({</a:t>
            </a:r>
          </a:p>
          <a:p>
            <a:pPr rtl="0"/>
            <a:r>
              <a:rPr lang="en-IN" dirty="0"/>
              <a:t>"</a:t>
            </a:r>
            <a:r>
              <a:rPr lang="en-IN" dirty="0" err="1"/>
              <a:t>Actual_Fault</a:t>
            </a:r>
            <a:r>
              <a:rPr lang="en-IN" dirty="0"/>
              <a:t>":</a:t>
            </a:r>
          </a:p>
          <a:p>
            <a:pPr rtl="0"/>
            <a:r>
              <a:rPr lang="en-IN" dirty="0" err="1"/>
              <a:t>y_cls_test.values</a:t>
            </a:r>
            <a:r>
              <a:rPr lang="en-IN" dirty="0"/>
              <a:t>,</a:t>
            </a:r>
          </a:p>
          <a:p>
            <a:pPr rtl="0"/>
            <a:br>
              <a:rPr lang="en-IN" dirty="0"/>
            </a:br>
            <a:endParaRPr lang="en-IN" dirty="0"/>
          </a:p>
          <a:p>
            <a:pPr rtl="0"/>
            <a:r>
              <a:rPr lang="en-IN" dirty="0"/>
              <a:t>"</a:t>
            </a:r>
            <a:r>
              <a:rPr lang="en-IN" dirty="0" err="1"/>
              <a:t>Predicted_Fault</a:t>
            </a:r>
            <a:r>
              <a:rPr lang="en-IN" dirty="0"/>
              <a:t>":</a:t>
            </a:r>
          </a:p>
          <a:p>
            <a:pPr rtl="0"/>
            <a:r>
              <a:rPr lang="en-IN" dirty="0" err="1"/>
              <a:t>cls_predictions</a:t>
            </a:r>
            <a:endParaRPr lang="en-IN" dirty="0"/>
          </a:p>
          <a:p>
            <a:pPr rtl="0"/>
            <a:r>
              <a:rPr lang="en-IN" dirty="0"/>
              <a:t>})</a:t>
            </a:r>
          </a:p>
          <a:p>
            <a:pPr rtl="0"/>
            <a:br>
              <a:rPr lang="en-IN" dirty="0"/>
            </a:br>
            <a:endParaRPr lang="en-IN" dirty="0"/>
          </a:p>
          <a:p>
            <a:pPr rtl="0"/>
            <a:r>
              <a:rPr lang="en-IN" dirty="0" err="1"/>
              <a:t>classification_results.to_csv</a:t>
            </a:r>
            <a:r>
              <a:rPr lang="en-IN" dirty="0"/>
              <a:t>(</a:t>
            </a:r>
          </a:p>
          <a:p>
            <a:pPr rtl="0"/>
            <a:r>
              <a:rPr lang="en-IN" dirty="0"/>
              <a:t>OUTPUT_DIR /</a:t>
            </a:r>
          </a:p>
          <a:p>
            <a:pPr rtl="0"/>
            <a:r>
              <a:rPr lang="en-IN" dirty="0"/>
              <a:t>"Classification_Test_Predictions.csv",</a:t>
            </a:r>
          </a:p>
          <a:p>
            <a:pPr rtl="0"/>
            <a:r>
              <a:rPr lang="en-IN" dirty="0"/>
              <a:t>index=False</a:t>
            </a:r>
          </a:p>
          <a:p>
            <a:pPr rtl="0"/>
            <a:r>
              <a:rPr lang="en-IN" dirty="0"/>
              <a:t>)</a:t>
            </a:r>
          </a:p>
          <a:p>
            <a:r>
              <a:rPr lang="en-IN" dirty="0"/>
              <a:t>Now save the trained models:</a:t>
            </a:r>
          </a:p>
          <a:p>
            <a:pPr rtl="0"/>
            <a:r>
              <a:rPr lang="en-IN" dirty="0" err="1"/>
              <a:t>joblib.dump</a:t>
            </a:r>
            <a:r>
              <a:rPr lang="en-IN" dirty="0"/>
              <a:t>(</a:t>
            </a:r>
          </a:p>
          <a:p>
            <a:pPr rtl="0"/>
            <a:r>
              <a:rPr lang="en-IN" dirty="0" err="1"/>
              <a:t>regression_model</a:t>
            </a:r>
            <a:r>
              <a:rPr lang="en-IN" dirty="0"/>
              <a:t>,</a:t>
            </a:r>
          </a:p>
          <a:p>
            <a:pPr rtl="0"/>
            <a:r>
              <a:rPr lang="en-IN" dirty="0"/>
              <a:t>OUTPUT_DIR /</a:t>
            </a:r>
          </a:p>
          <a:p>
            <a:pPr rtl="0"/>
            <a:r>
              <a:rPr lang="en-IN" dirty="0"/>
              <a:t>"</a:t>
            </a:r>
            <a:r>
              <a:rPr lang="en-IN" dirty="0" err="1"/>
              <a:t>regression_model.pkl</a:t>
            </a:r>
            <a:r>
              <a:rPr lang="en-IN" dirty="0"/>
              <a:t>"</a:t>
            </a:r>
          </a:p>
          <a:p>
            <a:pPr rtl="0"/>
            <a:r>
              <a:rPr lang="en-IN" dirty="0"/>
              <a:t>)</a:t>
            </a:r>
          </a:p>
          <a:p>
            <a:pPr rtl="0"/>
            <a:br>
              <a:rPr lang="en-IN" dirty="0"/>
            </a:br>
            <a:endParaRPr lang="en-IN" dirty="0"/>
          </a:p>
          <a:p>
            <a:pPr rtl="0"/>
            <a:r>
              <a:rPr lang="en-IN" dirty="0" err="1"/>
              <a:t>joblib.dump</a:t>
            </a:r>
            <a:r>
              <a:rPr lang="en-IN" dirty="0"/>
              <a:t>(</a:t>
            </a:r>
          </a:p>
          <a:p>
            <a:pPr rtl="0"/>
            <a:r>
              <a:rPr lang="en-IN" dirty="0" err="1"/>
              <a:t>classification_model</a:t>
            </a:r>
            <a:r>
              <a:rPr lang="en-IN" dirty="0"/>
              <a:t>,</a:t>
            </a:r>
          </a:p>
          <a:p>
            <a:pPr rtl="0"/>
            <a:r>
              <a:rPr lang="en-IN" dirty="0"/>
              <a:t>OUTPUT_DIR /</a:t>
            </a:r>
          </a:p>
          <a:p>
            <a:pPr rtl="0"/>
            <a:r>
              <a:rPr lang="en-IN" dirty="0"/>
              <a:t>"</a:t>
            </a:r>
            <a:r>
              <a:rPr lang="en-IN" dirty="0" err="1"/>
              <a:t>classification_model.pkl</a:t>
            </a:r>
            <a:r>
              <a:rPr lang="en-IN" dirty="0"/>
              <a:t>"</a:t>
            </a:r>
          </a:p>
          <a:p>
            <a:pPr rtl="0"/>
            <a:r>
              <a:rPr lang="en-IN" dirty="0"/>
              <a:t>)</a:t>
            </a:r>
          </a:p>
          <a:p>
            <a:r>
              <a:rPr lang="en-IN" dirty="0"/>
              <a:t>Print completion information:</a:t>
            </a:r>
          </a:p>
          <a:p>
            <a:pPr rtl="0"/>
            <a:r>
              <a:rPr lang="en-IN" dirty="0"/>
              <a:t>print("\n--- MODEL EXPORT ---")</a:t>
            </a:r>
          </a:p>
          <a:p>
            <a:pPr rtl="0"/>
            <a:br>
              <a:rPr lang="en-IN" dirty="0"/>
            </a:br>
            <a:endParaRPr lang="en-IN" dirty="0"/>
          </a:p>
          <a:p>
            <a:pPr rtl="0"/>
            <a:r>
              <a:rPr lang="en-IN" dirty="0"/>
              <a:t>print(</a:t>
            </a:r>
          </a:p>
          <a:p>
            <a:pPr rtl="0"/>
            <a:r>
              <a:rPr lang="en-IN" dirty="0"/>
              <a:t>"Regression model saved successfully."</a:t>
            </a:r>
          </a:p>
          <a:p>
            <a:pPr rtl="0"/>
            <a:r>
              <a:rPr lang="en-IN" dirty="0"/>
              <a:t>)</a:t>
            </a:r>
          </a:p>
          <a:p>
            <a:pPr rtl="0"/>
            <a:br>
              <a:rPr lang="en-IN" dirty="0"/>
            </a:br>
            <a:endParaRPr lang="en-IN" dirty="0"/>
          </a:p>
          <a:p>
            <a:pPr rtl="0"/>
            <a:r>
              <a:rPr lang="en-IN" dirty="0"/>
              <a:t>print(</a:t>
            </a:r>
          </a:p>
          <a:p>
            <a:pPr rtl="0"/>
            <a:r>
              <a:rPr lang="en-IN" dirty="0"/>
              <a:t>"Classification model saved successfully."</a:t>
            </a:r>
          </a:p>
          <a:p>
            <a:pPr rtl="0"/>
            <a:r>
              <a:rPr lang="en-IN" dirty="0"/>
              <a:t>)</a:t>
            </a:r>
          </a:p>
          <a:p>
            <a:pPr rtl="0"/>
            <a:br>
              <a:rPr lang="en-IN" dirty="0"/>
            </a:br>
            <a:endParaRPr lang="en-IN" dirty="0"/>
          </a:p>
          <a:p>
            <a:pPr rtl="0"/>
            <a:r>
              <a:rPr lang="en-IN" dirty="0"/>
              <a:t>print(</a:t>
            </a:r>
          </a:p>
          <a:p>
            <a:pPr rtl="0"/>
            <a:r>
              <a:rPr lang="en-IN" dirty="0"/>
              <a:t>"Test predictions exported successfully."</a:t>
            </a:r>
          </a:p>
          <a:p>
            <a:pPr rtl="0"/>
            <a:r>
              <a:rPr lang="en-IN" dirty="0"/>
              <a:t>)</a:t>
            </a:r>
          </a:p>
          <a:p>
            <a:pPr rtl="0"/>
            <a:br>
              <a:rPr lang="en-IN" dirty="0"/>
            </a:br>
            <a:endParaRPr lang="en-IN" dirty="0"/>
          </a:p>
          <a:p>
            <a:pPr rtl="0"/>
            <a:r>
              <a:rPr lang="en-IN" dirty="0"/>
              <a:t>print("\</a:t>
            </a:r>
            <a:r>
              <a:rPr lang="en-IN" dirty="0" err="1"/>
              <a:t>nModule</a:t>
            </a:r>
            <a:r>
              <a:rPr lang="en-IN" dirty="0"/>
              <a:t> 7 completed successfully.")</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968188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02741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1622574"/>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B)</a:t>
            </a:r>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546306"/>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C</a:t>
            </a:r>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307294"/>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2379838"/>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0176753"/>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illustrates how </a:t>
            </a:r>
            <a:r>
              <a:rPr lang="en-US" b="1" dirty="0"/>
              <a:t>model evaluation metrics should be selected according to the type of engineering prediction problem</a:t>
            </a:r>
            <a:r>
              <a:rPr lang="en-US" dirty="0"/>
              <a:t>. Regression models commonly use MAE, RMSE and R² to measure prediction error and explained variation, while classification models use metrics such as accuracy, precision, recall and F1-score. Precision becomes important when false alarms are costly, whereas recall is particularly valuable when failing to identify an actual fault could have serious operational consequences. Unsupervised models require different evaluation approaches depending on the clustering or pattern-discovery objective. Selecting appropriate metrics ensures that model performance reflects both </a:t>
            </a:r>
            <a:r>
              <a:rPr lang="en-US" b="1" dirty="0"/>
              <a:t>statistical accuracy and the practical engineering consequences of prediction errors</a:t>
            </a:r>
            <a:r>
              <a:rPr lang="en-US" dirty="0"/>
              <a:t>.</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417855"/>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2810718"/>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4438686"/>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247246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5147589"/>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solidFill>
                  <a:prstClr val="black"/>
                </a:solidFill>
              </a:rPr>
              <a:t>This approach helps ensure that optimisation addresses meaningful engineering weaknesses rather than merely increasing an overall performance score.</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777057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102092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923101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import pandas as pd</a:t>
            </a:r>
          </a:p>
          <a:p>
            <a:r>
              <a:rPr lang="en-IN" dirty="0"/>
              <a:t>import </a:t>
            </a:r>
            <a:r>
              <a:rPr lang="en-IN" dirty="0" err="1"/>
              <a:t>numpy</a:t>
            </a:r>
            <a:r>
              <a:rPr lang="en-IN" dirty="0"/>
              <a:t> as np</a:t>
            </a:r>
          </a:p>
          <a:p>
            <a:endParaRPr lang="en-IN" dirty="0"/>
          </a:p>
          <a:p>
            <a:r>
              <a:rPr lang="en-IN" dirty="0"/>
              <a:t>from </a:t>
            </a:r>
            <a:r>
              <a:rPr lang="en-IN" dirty="0" err="1"/>
              <a:t>sklearn.metrics</a:t>
            </a:r>
            <a:r>
              <a:rPr lang="en-IN" dirty="0"/>
              <a:t> import (</a:t>
            </a:r>
          </a:p>
          <a:p>
            <a:r>
              <a:rPr lang="en-IN" dirty="0"/>
              <a:t>    </a:t>
            </a:r>
            <a:r>
              <a:rPr lang="en-IN" dirty="0" err="1"/>
              <a:t>mean_absolute_error</a:t>
            </a:r>
            <a:r>
              <a:rPr lang="en-IN" dirty="0"/>
              <a:t>,</a:t>
            </a:r>
          </a:p>
          <a:p>
            <a:r>
              <a:rPr lang="en-IN" dirty="0"/>
              <a:t>    </a:t>
            </a:r>
            <a:r>
              <a:rPr lang="en-IN" dirty="0" err="1"/>
              <a:t>mean_squared_error</a:t>
            </a:r>
            <a:r>
              <a:rPr lang="en-IN" dirty="0"/>
              <a:t>,</a:t>
            </a:r>
          </a:p>
          <a:p>
            <a:r>
              <a:rPr lang="en-IN" dirty="0"/>
              <a:t>    r2_score,</a:t>
            </a:r>
          </a:p>
          <a:p>
            <a:r>
              <a:rPr lang="en-IN" dirty="0"/>
              <a:t>    </a:t>
            </a:r>
            <a:r>
              <a:rPr lang="en-IN" dirty="0" err="1"/>
              <a:t>accuracy_score</a:t>
            </a:r>
            <a:r>
              <a:rPr lang="en-IN" dirty="0"/>
              <a:t>,</a:t>
            </a:r>
          </a:p>
          <a:p>
            <a:r>
              <a:rPr lang="en-IN" dirty="0"/>
              <a:t>    </a:t>
            </a:r>
            <a:r>
              <a:rPr lang="en-IN" dirty="0" err="1"/>
              <a:t>precision_score</a:t>
            </a:r>
            <a:r>
              <a:rPr lang="en-IN" dirty="0"/>
              <a:t>,</a:t>
            </a:r>
          </a:p>
          <a:p>
            <a:r>
              <a:rPr lang="en-IN" dirty="0"/>
              <a:t>    </a:t>
            </a:r>
            <a:r>
              <a:rPr lang="en-IN" dirty="0" err="1"/>
              <a:t>recall_score</a:t>
            </a:r>
            <a:r>
              <a:rPr lang="en-IN" dirty="0"/>
              <a:t>,</a:t>
            </a:r>
          </a:p>
          <a:p>
            <a:r>
              <a:rPr lang="en-IN" dirty="0"/>
              <a:t>    f1_score,</a:t>
            </a:r>
          </a:p>
          <a:p>
            <a:r>
              <a:rPr lang="en-IN" dirty="0"/>
              <a:t>    </a:t>
            </a:r>
            <a:r>
              <a:rPr lang="en-IN" dirty="0" err="1"/>
              <a:t>confusion_matrix</a:t>
            </a:r>
            <a:r>
              <a:rPr lang="en-IN" dirty="0"/>
              <a:t>,</a:t>
            </a:r>
          </a:p>
          <a:p>
            <a:r>
              <a:rPr lang="en-IN" dirty="0"/>
              <a:t>    </a:t>
            </a:r>
            <a:r>
              <a:rPr lang="en-IN" dirty="0" err="1"/>
              <a:t>classification_report</a:t>
            </a:r>
            <a:endParaRPr lang="en-IN" dirty="0"/>
          </a:p>
          <a:p>
            <a:r>
              <a:rPr lang="en-IN" dirty="0"/>
              <a:t>)</a:t>
            </a:r>
          </a:p>
          <a:p>
            <a:endParaRPr lang="en-IN" dirty="0"/>
          </a:p>
          <a:p>
            <a:r>
              <a:rPr lang="en-IN" dirty="0"/>
              <a:t>print("=" * 60)</a:t>
            </a:r>
          </a:p>
          <a:p>
            <a:r>
              <a:rPr lang="en-IN" dirty="0"/>
              <a:t>print("MODULE 8 - MODEL EVALUATION USING INDUSTRIAL DATA")</a:t>
            </a:r>
          </a:p>
          <a:p>
            <a:r>
              <a:rPr lang="en-IN" dirty="0"/>
              <a:t>print("=" * 60)</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0691286"/>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err="1"/>
              <a:t>regression_file</a:t>
            </a:r>
            <a:r>
              <a:rPr lang="en-IN" dirty="0"/>
              <a:t> = (</a:t>
            </a:r>
          </a:p>
          <a:p>
            <a:r>
              <a:rPr lang="en-IN" dirty="0"/>
              <a:t>    "Module_7/output/"</a:t>
            </a:r>
          </a:p>
          <a:p>
            <a:r>
              <a:rPr lang="en-IN" dirty="0"/>
              <a:t>    "Regression_Test_Predictions.csv"</a:t>
            </a:r>
          </a:p>
          <a:p>
            <a:r>
              <a:rPr lang="en-IN" dirty="0"/>
              <a:t>)</a:t>
            </a:r>
          </a:p>
          <a:p>
            <a:endParaRPr lang="en-IN" dirty="0"/>
          </a:p>
          <a:p>
            <a:r>
              <a:rPr lang="en-IN" dirty="0" err="1"/>
              <a:t>reg_df</a:t>
            </a:r>
            <a:r>
              <a:rPr lang="en-IN" dirty="0"/>
              <a:t> = </a:t>
            </a:r>
            <a:r>
              <a:rPr lang="en-IN" dirty="0" err="1"/>
              <a:t>pd.read_csv</a:t>
            </a:r>
            <a:r>
              <a:rPr lang="en-IN" dirty="0"/>
              <a:t>(</a:t>
            </a:r>
            <a:r>
              <a:rPr lang="en-IN" dirty="0" err="1"/>
              <a:t>regression_file</a:t>
            </a:r>
            <a:r>
              <a:rPr lang="en-IN" dirty="0"/>
              <a:t>)</a:t>
            </a:r>
          </a:p>
          <a:p>
            <a:endParaRPr lang="en-IN" dirty="0"/>
          </a:p>
          <a:p>
            <a:r>
              <a:rPr lang="en-IN" dirty="0"/>
              <a:t>print("\</a:t>
            </a:r>
            <a:r>
              <a:rPr lang="en-IN" dirty="0" err="1"/>
              <a:t>nRegression</a:t>
            </a:r>
            <a:r>
              <a:rPr lang="en-IN" dirty="0"/>
              <a:t> predictions loaded.")</a:t>
            </a:r>
          </a:p>
          <a:p>
            <a:endParaRPr lang="en-IN" dirty="0"/>
          </a:p>
          <a:p>
            <a:r>
              <a:rPr lang="en-IN" dirty="0"/>
              <a:t>print(</a:t>
            </a:r>
            <a:r>
              <a:rPr lang="en-IN" dirty="0" err="1"/>
              <a:t>reg_df.head</a:t>
            </a:r>
            <a:r>
              <a:rPr lang="en-IN"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436462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err="1"/>
              <a:t>actual_quality</a:t>
            </a:r>
            <a:r>
              <a:rPr lang="en-IN" dirty="0"/>
              <a:t> = (</a:t>
            </a:r>
          </a:p>
          <a:p>
            <a:r>
              <a:rPr lang="en-IN" dirty="0"/>
              <a:t>    </a:t>
            </a:r>
            <a:r>
              <a:rPr lang="en-IN" dirty="0" err="1"/>
              <a:t>reg_df</a:t>
            </a:r>
            <a:r>
              <a:rPr lang="en-IN" dirty="0"/>
              <a:t>["</a:t>
            </a:r>
            <a:r>
              <a:rPr lang="en-IN" dirty="0" err="1"/>
              <a:t>Actual_Quality_Score</a:t>
            </a:r>
            <a:r>
              <a:rPr lang="en-IN" dirty="0"/>
              <a:t>"]</a:t>
            </a:r>
          </a:p>
          <a:p>
            <a:r>
              <a:rPr lang="en-IN" dirty="0"/>
              <a:t>)</a:t>
            </a:r>
          </a:p>
          <a:p>
            <a:endParaRPr lang="en-IN" dirty="0"/>
          </a:p>
          <a:p>
            <a:r>
              <a:rPr lang="en-IN" dirty="0" err="1"/>
              <a:t>predicted_quality</a:t>
            </a:r>
            <a:r>
              <a:rPr lang="en-IN" dirty="0"/>
              <a:t> = (</a:t>
            </a:r>
          </a:p>
          <a:p>
            <a:r>
              <a:rPr lang="en-IN" dirty="0"/>
              <a:t>    </a:t>
            </a:r>
            <a:r>
              <a:rPr lang="en-IN" dirty="0" err="1"/>
              <a:t>reg_df</a:t>
            </a:r>
            <a:r>
              <a:rPr lang="en-IN" dirty="0"/>
              <a:t>["</a:t>
            </a:r>
            <a:r>
              <a:rPr lang="en-IN" dirty="0" err="1"/>
              <a:t>Predicted_Quality_Score</a:t>
            </a:r>
            <a:r>
              <a:rPr lang="en-IN" dirty="0"/>
              <a:t>"]</a:t>
            </a:r>
          </a:p>
          <a:p>
            <a:r>
              <a:rPr lang="en-IN" dirty="0"/>
              <a:t>)</a:t>
            </a:r>
          </a:p>
          <a:p>
            <a:endParaRPr lang="en-IN" dirty="0"/>
          </a:p>
          <a:p>
            <a:r>
              <a:rPr lang="en-IN" dirty="0" err="1"/>
              <a:t>mae</a:t>
            </a:r>
            <a:r>
              <a:rPr lang="en-IN" dirty="0"/>
              <a:t> = </a:t>
            </a:r>
            <a:r>
              <a:rPr lang="en-IN" dirty="0" err="1"/>
              <a:t>mean_absolute_error</a:t>
            </a:r>
            <a:r>
              <a:rPr lang="en-IN" dirty="0"/>
              <a:t>(</a:t>
            </a:r>
          </a:p>
          <a:p>
            <a:r>
              <a:rPr lang="en-IN" dirty="0"/>
              <a:t>    </a:t>
            </a:r>
            <a:r>
              <a:rPr lang="en-IN" dirty="0" err="1"/>
              <a:t>actual_quality</a:t>
            </a:r>
            <a:r>
              <a:rPr lang="en-IN" dirty="0"/>
              <a:t>,</a:t>
            </a:r>
          </a:p>
          <a:p>
            <a:r>
              <a:rPr lang="en-IN" dirty="0"/>
              <a:t>    </a:t>
            </a:r>
            <a:r>
              <a:rPr lang="en-IN" dirty="0" err="1"/>
              <a:t>predicted_quality</a:t>
            </a:r>
            <a:endParaRPr lang="en-IN" dirty="0"/>
          </a:p>
          <a:p>
            <a:r>
              <a:rPr lang="en-IN" dirty="0"/>
              <a:t>)</a:t>
            </a:r>
          </a:p>
          <a:p>
            <a:endParaRPr lang="en-IN" dirty="0"/>
          </a:p>
          <a:p>
            <a:r>
              <a:rPr lang="en-IN" dirty="0" err="1"/>
              <a:t>rmse</a:t>
            </a:r>
            <a:r>
              <a:rPr lang="en-IN" dirty="0"/>
              <a:t> = </a:t>
            </a:r>
            <a:r>
              <a:rPr lang="en-IN" dirty="0" err="1"/>
              <a:t>np.sqrt</a:t>
            </a:r>
            <a:r>
              <a:rPr lang="en-IN" dirty="0"/>
              <a:t>(</a:t>
            </a:r>
          </a:p>
          <a:p>
            <a:r>
              <a:rPr lang="en-IN" dirty="0"/>
              <a:t>    </a:t>
            </a:r>
            <a:r>
              <a:rPr lang="en-IN" dirty="0" err="1"/>
              <a:t>mean_squared_error</a:t>
            </a:r>
            <a:r>
              <a:rPr lang="en-IN" dirty="0"/>
              <a:t>(</a:t>
            </a:r>
          </a:p>
          <a:p>
            <a:r>
              <a:rPr lang="en-IN" dirty="0"/>
              <a:t>        </a:t>
            </a:r>
            <a:r>
              <a:rPr lang="en-IN" dirty="0" err="1"/>
              <a:t>actual_quality</a:t>
            </a:r>
            <a:r>
              <a:rPr lang="en-IN" dirty="0"/>
              <a:t>,</a:t>
            </a:r>
          </a:p>
          <a:p>
            <a:r>
              <a:rPr lang="en-IN" dirty="0"/>
              <a:t>        </a:t>
            </a:r>
            <a:r>
              <a:rPr lang="en-IN" dirty="0" err="1"/>
              <a:t>predicted_quality</a:t>
            </a:r>
            <a:endParaRPr lang="en-IN" dirty="0"/>
          </a:p>
          <a:p>
            <a:r>
              <a:rPr lang="en-IN" dirty="0"/>
              <a:t>    )</a:t>
            </a:r>
          </a:p>
          <a:p>
            <a:r>
              <a:rPr lang="en-IN" dirty="0"/>
              <a:t>)</a:t>
            </a:r>
          </a:p>
          <a:p>
            <a:endParaRPr lang="en-IN" dirty="0"/>
          </a:p>
          <a:p>
            <a:r>
              <a:rPr lang="en-IN" dirty="0"/>
              <a:t>r2 = r2_score(</a:t>
            </a:r>
          </a:p>
          <a:p>
            <a:r>
              <a:rPr lang="en-IN" dirty="0"/>
              <a:t>    </a:t>
            </a:r>
            <a:r>
              <a:rPr lang="en-IN" dirty="0" err="1"/>
              <a:t>actual_quality</a:t>
            </a:r>
            <a:r>
              <a:rPr lang="en-IN" dirty="0"/>
              <a:t>,</a:t>
            </a:r>
          </a:p>
          <a:p>
            <a:r>
              <a:rPr lang="en-IN" dirty="0"/>
              <a:t>    </a:t>
            </a:r>
            <a:r>
              <a:rPr lang="en-IN" dirty="0" err="1"/>
              <a:t>predicted_quality</a:t>
            </a:r>
            <a:endParaRPr lang="en-IN" dirty="0"/>
          </a:p>
          <a:p>
            <a:r>
              <a:rPr lang="en-IN" dirty="0"/>
              <a:t>)</a:t>
            </a:r>
          </a:p>
          <a:p>
            <a:endParaRPr lang="en-US" dirty="0"/>
          </a:p>
          <a:p>
            <a:r>
              <a:rPr lang="en-US" dirty="0"/>
              <a:t>print("\n--- REGRESSION PERFORMANCE ---")</a:t>
            </a:r>
          </a:p>
          <a:p>
            <a:endParaRPr lang="en-US" dirty="0"/>
          </a:p>
          <a:p>
            <a:r>
              <a:rPr lang="en-US" dirty="0"/>
              <a:t>print(</a:t>
            </a:r>
          </a:p>
          <a:p>
            <a:r>
              <a:rPr lang="en-US" dirty="0"/>
              <a:t>    "Mean Absolute Error:",</a:t>
            </a:r>
          </a:p>
          <a:p>
            <a:r>
              <a:rPr lang="en-US" dirty="0"/>
              <a:t>    round(</a:t>
            </a:r>
            <a:r>
              <a:rPr lang="en-US" dirty="0" err="1"/>
              <a:t>mae</a:t>
            </a:r>
            <a:r>
              <a:rPr lang="en-US" dirty="0"/>
              <a:t>, 4)</a:t>
            </a:r>
          </a:p>
          <a:p>
            <a:r>
              <a:rPr lang="en-US" dirty="0"/>
              <a:t>)</a:t>
            </a:r>
          </a:p>
          <a:p>
            <a:endParaRPr lang="en-US" dirty="0"/>
          </a:p>
          <a:p>
            <a:r>
              <a:rPr lang="en-US" dirty="0"/>
              <a:t>print(</a:t>
            </a:r>
          </a:p>
          <a:p>
            <a:r>
              <a:rPr lang="en-US" dirty="0"/>
              <a:t>    "Root Mean Squared Error:",</a:t>
            </a:r>
          </a:p>
          <a:p>
            <a:r>
              <a:rPr lang="en-US" dirty="0"/>
              <a:t>    round(</a:t>
            </a:r>
            <a:r>
              <a:rPr lang="en-US" dirty="0" err="1"/>
              <a:t>rmse</a:t>
            </a:r>
            <a:r>
              <a:rPr lang="en-US" dirty="0"/>
              <a:t>, 4)</a:t>
            </a:r>
          </a:p>
          <a:p>
            <a:r>
              <a:rPr lang="en-US" dirty="0"/>
              <a:t>)</a:t>
            </a:r>
          </a:p>
          <a:p>
            <a:endParaRPr lang="en-US" dirty="0"/>
          </a:p>
          <a:p>
            <a:r>
              <a:rPr lang="en-US" dirty="0"/>
              <a:t>print(</a:t>
            </a:r>
          </a:p>
          <a:p>
            <a:r>
              <a:rPr lang="en-US" dirty="0"/>
              <a:t>    "R2 Score:",</a:t>
            </a:r>
          </a:p>
          <a:p>
            <a:r>
              <a:rPr lang="en-US" dirty="0"/>
              <a:t>    round(r2, 4)</a:t>
            </a:r>
          </a:p>
          <a:p>
            <a:r>
              <a:rPr lang="en-US" dirty="0"/>
              <a:t>)</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452025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931170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err="1"/>
              <a:t>reg_df</a:t>
            </a:r>
            <a:r>
              <a:rPr lang="en-US" dirty="0"/>
              <a:t>["</a:t>
            </a:r>
            <a:r>
              <a:rPr lang="en-US" dirty="0" err="1"/>
              <a:t>Absolute_Error</a:t>
            </a:r>
            <a:r>
              <a:rPr lang="en-US" dirty="0"/>
              <a:t>"] = abs(</a:t>
            </a:r>
          </a:p>
          <a:p>
            <a:r>
              <a:rPr lang="en-US" dirty="0"/>
              <a:t>    </a:t>
            </a:r>
            <a:r>
              <a:rPr lang="en-US" dirty="0" err="1"/>
              <a:t>reg_df</a:t>
            </a:r>
            <a:r>
              <a:rPr lang="en-US" dirty="0"/>
              <a:t>["</a:t>
            </a:r>
            <a:r>
              <a:rPr lang="en-US" dirty="0" err="1"/>
              <a:t>Actual_Quality_Score</a:t>
            </a:r>
            <a:r>
              <a:rPr lang="en-US" dirty="0"/>
              <a:t>"] -</a:t>
            </a:r>
          </a:p>
          <a:p>
            <a:r>
              <a:rPr lang="en-US" dirty="0"/>
              <a:t>    </a:t>
            </a:r>
            <a:r>
              <a:rPr lang="en-US" dirty="0" err="1"/>
              <a:t>reg_df</a:t>
            </a:r>
            <a:r>
              <a:rPr lang="en-US" dirty="0"/>
              <a:t>["</a:t>
            </a:r>
            <a:r>
              <a:rPr lang="en-US" dirty="0" err="1"/>
              <a:t>Predicted_Quality_Score</a:t>
            </a:r>
            <a:r>
              <a:rPr lang="en-US" dirty="0"/>
              <a:t>"]</a:t>
            </a:r>
          </a:p>
          <a:p>
            <a:r>
              <a:rPr lang="en-US" dirty="0"/>
              <a:t>)</a:t>
            </a:r>
          </a:p>
          <a:p>
            <a:r>
              <a:rPr lang="en-US" dirty="0" err="1"/>
              <a:t>reg_df</a:t>
            </a:r>
            <a:r>
              <a:rPr lang="en-US" dirty="0"/>
              <a:t>["</a:t>
            </a:r>
            <a:r>
              <a:rPr lang="en-US" dirty="0" err="1"/>
              <a:t>Prediction_Error</a:t>
            </a:r>
            <a:r>
              <a:rPr lang="en-US" dirty="0"/>
              <a:t>"] = (</a:t>
            </a:r>
          </a:p>
          <a:p>
            <a:r>
              <a:rPr lang="en-US" dirty="0"/>
              <a:t>    </a:t>
            </a:r>
            <a:r>
              <a:rPr lang="en-US" dirty="0" err="1"/>
              <a:t>reg_df</a:t>
            </a:r>
            <a:r>
              <a:rPr lang="en-US" dirty="0"/>
              <a:t>["</a:t>
            </a:r>
            <a:r>
              <a:rPr lang="en-US" dirty="0" err="1"/>
              <a:t>Actual_Quality_Score</a:t>
            </a:r>
            <a:r>
              <a:rPr lang="en-US" dirty="0"/>
              <a:t>"] -</a:t>
            </a:r>
          </a:p>
          <a:p>
            <a:r>
              <a:rPr lang="en-US" dirty="0"/>
              <a:t>    </a:t>
            </a:r>
            <a:r>
              <a:rPr lang="en-US" dirty="0" err="1"/>
              <a:t>reg_df</a:t>
            </a:r>
            <a:r>
              <a:rPr lang="en-US" dirty="0"/>
              <a:t>["</a:t>
            </a:r>
            <a:r>
              <a:rPr lang="en-US" dirty="0" err="1"/>
              <a:t>Predicted_Quality_Score</a:t>
            </a:r>
            <a:r>
              <a:rPr lang="en-US" dirty="0"/>
              <a:t>"]</a:t>
            </a:r>
          </a:p>
          <a:p>
            <a:r>
              <a:rPr lang="en-US" dirty="0"/>
              <a:t>)</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8669705"/>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err="1"/>
              <a:t>largest_errors</a:t>
            </a:r>
            <a:r>
              <a:rPr lang="en-US" dirty="0"/>
              <a:t> = (</a:t>
            </a:r>
          </a:p>
          <a:p>
            <a:r>
              <a:rPr lang="en-US" dirty="0"/>
              <a:t>    </a:t>
            </a:r>
            <a:r>
              <a:rPr lang="en-US" dirty="0" err="1"/>
              <a:t>reg_df</a:t>
            </a:r>
            <a:endParaRPr lang="en-US" dirty="0"/>
          </a:p>
          <a:p>
            <a:r>
              <a:rPr lang="en-US" dirty="0"/>
              <a:t>    .</a:t>
            </a:r>
            <a:r>
              <a:rPr lang="en-US" dirty="0" err="1"/>
              <a:t>sort_values</a:t>
            </a:r>
            <a:r>
              <a:rPr lang="en-US" dirty="0"/>
              <a:t>(</a:t>
            </a:r>
          </a:p>
          <a:p>
            <a:r>
              <a:rPr lang="en-US" dirty="0"/>
              <a:t>        by="</a:t>
            </a:r>
            <a:r>
              <a:rPr lang="en-US" dirty="0" err="1"/>
              <a:t>Absolute_Error</a:t>
            </a:r>
            <a:r>
              <a:rPr lang="en-US" dirty="0"/>
              <a:t>",</a:t>
            </a:r>
          </a:p>
          <a:p>
            <a:r>
              <a:rPr lang="en-US" dirty="0"/>
              <a:t>        ascending=False</a:t>
            </a:r>
          </a:p>
          <a:p>
            <a:r>
              <a:rPr lang="en-US" dirty="0"/>
              <a:t>    )</a:t>
            </a:r>
          </a:p>
          <a:p>
            <a:r>
              <a:rPr lang="en-US" dirty="0"/>
              <a:t>    .head(10)</a:t>
            </a:r>
          </a:p>
          <a:p>
            <a:r>
              <a:rPr lang="en-US" dirty="0"/>
              <a:t>)</a:t>
            </a:r>
          </a:p>
          <a:p>
            <a:endParaRPr lang="en-US" dirty="0"/>
          </a:p>
          <a:p>
            <a:r>
              <a:rPr lang="en-US" dirty="0"/>
              <a:t>print("\n--- LARGEST REGRESSION ERRORS ---")</a:t>
            </a:r>
          </a:p>
          <a:p>
            <a:endParaRPr lang="en-US" dirty="0"/>
          </a:p>
          <a:p>
            <a:r>
              <a:rPr lang="en-US" dirty="0"/>
              <a:t>print(</a:t>
            </a:r>
            <a:r>
              <a:rPr lang="en-US" dirty="0" err="1"/>
              <a:t>largest_errors</a:t>
            </a:r>
            <a:r>
              <a:rPr lang="en-US" dirty="0"/>
              <a:t>)</a:t>
            </a:r>
          </a:p>
          <a:p>
            <a:endParaRPr lang="en-US" dirty="0"/>
          </a:p>
          <a:p>
            <a:r>
              <a:rPr lang="en-IN" dirty="0"/>
              <a:t>print(</a:t>
            </a:r>
          </a:p>
          <a:p>
            <a:r>
              <a:rPr lang="en-IN" dirty="0"/>
              <a:t>    "\</a:t>
            </a:r>
            <a:r>
              <a:rPr lang="en-IN" dirty="0" err="1"/>
              <a:t>nAverage</a:t>
            </a:r>
            <a:r>
              <a:rPr lang="en-IN" dirty="0"/>
              <a:t> Absolute Error:",</a:t>
            </a:r>
          </a:p>
          <a:p>
            <a:r>
              <a:rPr lang="en-IN" dirty="0"/>
              <a:t>    round(</a:t>
            </a:r>
          </a:p>
          <a:p>
            <a:r>
              <a:rPr lang="en-IN" dirty="0"/>
              <a:t>        </a:t>
            </a:r>
            <a:r>
              <a:rPr lang="en-IN" dirty="0" err="1"/>
              <a:t>reg_df</a:t>
            </a:r>
            <a:r>
              <a:rPr lang="en-IN" dirty="0"/>
              <a:t>["</a:t>
            </a:r>
            <a:r>
              <a:rPr lang="en-IN" dirty="0" err="1"/>
              <a:t>Absolute_Error</a:t>
            </a:r>
            <a:r>
              <a:rPr lang="en-IN" dirty="0"/>
              <a:t>"].mean(),</a:t>
            </a:r>
          </a:p>
          <a:p>
            <a:r>
              <a:rPr lang="en-IN" dirty="0"/>
              <a:t>        4</a:t>
            </a:r>
          </a:p>
          <a:p>
            <a:r>
              <a:rPr lang="en-IN" dirty="0"/>
              <a:t>    )</a:t>
            </a:r>
          </a:p>
          <a:p>
            <a:r>
              <a:rPr lang="en-IN" dirty="0"/>
              <a:t>)</a:t>
            </a:r>
          </a:p>
          <a:p>
            <a:endParaRPr lang="en-US" dirty="0"/>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0573337"/>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err="1"/>
              <a:t>classification_file</a:t>
            </a:r>
            <a:r>
              <a:rPr lang="en-IN" dirty="0"/>
              <a:t> = (</a:t>
            </a:r>
          </a:p>
          <a:p>
            <a:r>
              <a:rPr lang="en-IN" dirty="0"/>
              <a:t>    "Module_7/output/"</a:t>
            </a:r>
          </a:p>
          <a:p>
            <a:r>
              <a:rPr lang="en-IN" dirty="0"/>
              <a:t>    "Classification_Test_Predictions.csv"</a:t>
            </a:r>
          </a:p>
          <a:p>
            <a:r>
              <a:rPr lang="en-IN" dirty="0"/>
              <a:t>)</a:t>
            </a:r>
          </a:p>
          <a:p>
            <a:endParaRPr lang="en-IN" dirty="0"/>
          </a:p>
          <a:p>
            <a:r>
              <a:rPr lang="en-IN" dirty="0" err="1"/>
              <a:t>cls_df</a:t>
            </a:r>
            <a:r>
              <a:rPr lang="en-IN" dirty="0"/>
              <a:t> = </a:t>
            </a:r>
            <a:r>
              <a:rPr lang="en-IN" dirty="0" err="1"/>
              <a:t>pd.read_csv</a:t>
            </a:r>
            <a:r>
              <a:rPr lang="en-IN" dirty="0"/>
              <a:t>(</a:t>
            </a:r>
          </a:p>
          <a:p>
            <a:r>
              <a:rPr lang="en-IN" dirty="0"/>
              <a:t>    </a:t>
            </a:r>
            <a:r>
              <a:rPr lang="en-IN" dirty="0" err="1"/>
              <a:t>classification_file</a:t>
            </a:r>
            <a:endParaRPr lang="en-IN" dirty="0"/>
          </a:p>
          <a:p>
            <a:r>
              <a:rPr lang="en-IN" dirty="0"/>
              <a:t>)</a:t>
            </a:r>
          </a:p>
          <a:p>
            <a:endParaRPr lang="en-IN" dirty="0"/>
          </a:p>
          <a:p>
            <a:r>
              <a:rPr lang="en-IN" dirty="0"/>
              <a:t>print("\</a:t>
            </a:r>
            <a:r>
              <a:rPr lang="en-IN" dirty="0" err="1"/>
              <a:t>nClassification</a:t>
            </a:r>
            <a:r>
              <a:rPr lang="en-IN" dirty="0"/>
              <a:t> predictions loaded.")</a:t>
            </a:r>
          </a:p>
          <a:p>
            <a:endParaRPr lang="en-IN" dirty="0"/>
          </a:p>
          <a:p>
            <a:r>
              <a:rPr lang="en-IN" dirty="0"/>
              <a:t>print(</a:t>
            </a:r>
            <a:r>
              <a:rPr lang="en-IN" dirty="0" err="1"/>
              <a:t>cls_df.head</a:t>
            </a:r>
            <a:r>
              <a:rPr lang="en-IN"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886369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err="1"/>
              <a:t>actual_fault</a:t>
            </a:r>
            <a:r>
              <a:rPr lang="en-US" dirty="0"/>
              <a:t> = (</a:t>
            </a:r>
          </a:p>
          <a:p>
            <a:r>
              <a:rPr lang="en-US" dirty="0"/>
              <a:t>    </a:t>
            </a:r>
            <a:r>
              <a:rPr lang="en-US" dirty="0" err="1"/>
              <a:t>cls_df</a:t>
            </a:r>
            <a:r>
              <a:rPr lang="en-US" dirty="0"/>
              <a:t>["</a:t>
            </a:r>
            <a:r>
              <a:rPr lang="en-US" dirty="0" err="1"/>
              <a:t>Actual_Fault</a:t>
            </a:r>
            <a:r>
              <a:rPr lang="en-US" dirty="0"/>
              <a:t>"]</a:t>
            </a:r>
          </a:p>
          <a:p>
            <a:r>
              <a:rPr lang="en-US" dirty="0"/>
              <a:t>)</a:t>
            </a:r>
          </a:p>
          <a:p>
            <a:endParaRPr lang="en-US" dirty="0"/>
          </a:p>
          <a:p>
            <a:r>
              <a:rPr lang="en-US" dirty="0" err="1"/>
              <a:t>predicted_fault</a:t>
            </a:r>
            <a:r>
              <a:rPr lang="en-US" dirty="0"/>
              <a:t> = (</a:t>
            </a:r>
          </a:p>
          <a:p>
            <a:r>
              <a:rPr lang="en-US" dirty="0"/>
              <a:t>    </a:t>
            </a:r>
            <a:r>
              <a:rPr lang="en-US" dirty="0" err="1"/>
              <a:t>cls_df</a:t>
            </a:r>
            <a:r>
              <a:rPr lang="en-US" dirty="0"/>
              <a:t>["</a:t>
            </a:r>
            <a:r>
              <a:rPr lang="en-US" dirty="0" err="1"/>
              <a:t>Predicted_Fault</a:t>
            </a:r>
            <a:r>
              <a:rPr lang="en-US" dirty="0"/>
              <a:t>"]</a:t>
            </a:r>
          </a:p>
          <a:p>
            <a:r>
              <a:rPr lang="en-US" dirty="0"/>
              <a:t>)</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4402470"/>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print("\n--- CLASSIFICATION PERFORMANCE ---")</a:t>
            </a:r>
          </a:p>
          <a:p>
            <a:endParaRPr lang="en-US" dirty="0"/>
          </a:p>
          <a:p>
            <a:r>
              <a:rPr lang="en-US" dirty="0"/>
              <a:t>print(</a:t>
            </a:r>
          </a:p>
          <a:p>
            <a:r>
              <a:rPr lang="en-US" dirty="0"/>
              <a:t>    "Accuracy:",</a:t>
            </a:r>
          </a:p>
          <a:p>
            <a:r>
              <a:rPr lang="en-US" dirty="0"/>
              <a:t>    round(accuracy, 4)</a:t>
            </a:r>
          </a:p>
          <a:p>
            <a:r>
              <a:rPr lang="en-US" dirty="0"/>
              <a:t>)</a:t>
            </a:r>
          </a:p>
          <a:p>
            <a:endParaRPr lang="en-US" dirty="0"/>
          </a:p>
          <a:p>
            <a:r>
              <a:rPr lang="en-US" dirty="0"/>
              <a:t>print(</a:t>
            </a:r>
          </a:p>
          <a:p>
            <a:r>
              <a:rPr lang="en-US" dirty="0"/>
              <a:t>    "Precision:",</a:t>
            </a:r>
          </a:p>
          <a:p>
            <a:r>
              <a:rPr lang="en-US" dirty="0"/>
              <a:t>    round(precision, 4)</a:t>
            </a:r>
          </a:p>
          <a:p>
            <a:r>
              <a:rPr lang="en-US" dirty="0"/>
              <a:t>)</a:t>
            </a:r>
          </a:p>
          <a:p>
            <a:endParaRPr lang="en-US" dirty="0"/>
          </a:p>
          <a:p>
            <a:r>
              <a:rPr lang="en-US" dirty="0"/>
              <a:t>print(</a:t>
            </a:r>
          </a:p>
          <a:p>
            <a:r>
              <a:rPr lang="en-US" dirty="0"/>
              <a:t>    "Recall:",</a:t>
            </a:r>
          </a:p>
          <a:p>
            <a:r>
              <a:rPr lang="en-US" dirty="0"/>
              <a:t>    round(recall, 4)</a:t>
            </a:r>
          </a:p>
          <a:p>
            <a:r>
              <a:rPr lang="en-US" dirty="0"/>
              <a:t>)</a:t>
            </a:r>
          </a:p>
          <a:p>
            <a:endParaRPr lang="en-US" dirty="0"/>
          </a:p>
          <a:p>
            <a:r>
              <a:rPr lang="en-US" dirty="0"/>
              <a:t>print(</a:t>
            </a:r>
          </a:p>
          <a:p>
            <a:r>
              <a:rPr lang="en-US" dirty="0"/>
              <a:t>    "F1 Score:",</a:t>
            </a:r>
          </a:p>
          <a:p>
            <a:r>
              <a:rPr lang="en-US" dirty="0"/>
              <a:t>    round(f1, 4)</a:t>
            </a:r>
          </a:p>
          <a:p>
            <a:r>
              <a:rPr lang="en-US" dirty="0"/>
              <a:t>)</a:t>
            </a:r>
          </a:p>
          <a:p>
            <a:endParaRPr lang="en-US" dirty="0"/>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9013950"/>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fr-FR" dirty="0"/>
              <a:t>cm = </a:t>
            </a:r>
            <a:r>
              <a:rPr lang="fr-FR" dirty="0" err="1"/>
              <a:t>confusion_matrix</a:t>
            </a:r>
            <a:r>
              <a:rPr lang="fr-FR" dirty="0"/>
              <a:t>(</a:t>
            </a:r>
          </a:p>
          <a:p>
            <a:r>
              <a:rPr lang="fr-FR" dirty="0"/>
              <a:t>    </a:t>
            </a:r>
            <a:r>
              <a:rPr lang="fr-FR" dirty="0" err="1"/>
              <a:t>actual_fault</a:t>
            </a:r>
            <a:r>
              <a:rPr lang="fr-FR" dirty="0"/>
              <a:t>,</a:t>
            </a:r>
          </a:p>
          <a:p>
            <a:r>
              <a:rPr lang="fr-FR" dirty="0"/>
              <a:t>    </a:t>
            </a:r>
            <a:r>
              <a:rPr lang="fr-FR" dirty="0" err="1"/>
              <a:t>predicted_fault</a:t>
            </a:r>
            <a:endParaRPr lang="fr-FR" dirty="0"/>
          </a:p>
          <a:p>
            <a:r>
              <a:rPr lang="fr-FR" dirty="0"/>
              <a:t>)</a:t>
            </a:r>
          </a:p>
          <a:p>
            <a:endParaRPr lang="fr-FR" dirty="0"/>
          </a:p>
          <a:p>
            <a:r>
              <a:rPr lang="fr-FR" dirty="0" err="1"/>
              <a:t>print</a:t>
            </a:r>
            <a:r>
              <a:rPr lang="fr-FR" dirty="0"/>
              <a:t>("\n--- CONFUSION MATRIX ---")</a:t>
            </a:r>
          </a:p>
          <a:p>
            <a:endParaRPr lang="fr-FR" dirty="0"/>
          </a:p>
          <a:p>
            <a:r>
              <a:rPr lang="fr-FR" dirty="0" err="1"/>
              <a:t>print</a:t>
            </a:r>
            <a:r>
              <a:rPr lang="fr-FR" dirty="0"/>
              <a:t>(cm)</a:t>
            </a:r>
          </a:p>
          <a:p>
            <a:endParaRPr lang="fr-FR" dirty="0"/>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6462534"/>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Extract the values:</a:t>
            </a:r>
          </a:p>
          <a:p>
            <a:pPr rtl="0"/>
            <a:r>
              <a:rPr lang="en-IN" dirty="0" err="1"/>
              <a:t>tn</a:t>
            </a:r>
            <a:r>
              <a:rPr lang="en-IN" dirty="0"/>
              <a:t>, </a:t>
            </a:r>
            <a:r>
              <a:rPr lang="en-IN" dirty="0" err="1"/>
              <a:t>fp</a:t>
            </a:r>
            <a:r>
              <a:rPr lang="en-IN" dirty="0"/>
              <a:t>, </a:t>
            </a:r>
            <a:r>
              <a:rPr lang="en-IN" dirty="0" err="1"/>
              <a:t>fn</a:t>
            </a:r>
            <a:r>
              <a:rPr lang="en-IN" dirty="0"/>
              <a:t>, </a:t>
            </a:r>
            <a:r>
              <a:rPr lang="en-IN" dirty="0" err="1"/>
              <a:t>tp</a:t>
            </a:r>
            <a:r>
              <a:rPr lang="en-IN" dirty="0"/>
              <a:t> = </a:t>
            </a:r>
            <a:r>
              <a:rPr lang="en-IN" dirty="0" err="1"/>
              <a:t>cm.ravel</a:t>
            </a:r>
            <a:r>
              <a:rPr lang="en-IN" dirty="0"/>
              <a:t>()</a:t>
            </a:r>
          </a:p>
          <a:p>
            <a:pPr rtl="0"/>
            <a:br>
              <a:rPr lang="en-IN" dirty="0"/>
            </a:br>
            <a:endParaRPr lang="en-IN" dirty="0"/>
          </a:p>
          <a:p>
            <a:pPr rtl="0"/>
            <a:r>
              <a:rPr lang="en-IN" dirty="0"/>
              <a:t>print("\</a:t>
            </a:r>
            <a:r>
              <a:rPr lang="en-IN" dirty="0" err="1"/>
              <a:t>nTrue</a:t>
            </a:r>
            <a:r>
              <a:rPr lang="en-IN" dirty="0"/>
              <a:t> Negatives:", </a:t>
            </a:r>
            <a:r>
              <a:rPr lang="en-IN" dirty="0" err="1"/>
              <a:t>tn</a:t>
            </a:r>
            <a:r>
              <a:rPr lang="en-IN" dirty="0"/>
              <a:t>)</a:t>
            </a:r>
          </a:p>
          <a:p>
            <a:pPr rtl="0"/>
            <a:r>
              <a:rPr lang="en-IN" dirty="0"/>
              <a:t>print("False Positives:", </a:t>
            </a:r>
            <a:r>
              <a:rPr lang="en-IN" dirty="0" err="1"/>
              <a:t>fp</a:t>
            </a:r>
            <a:r>
              <a:rPr lang="en-IN" dirty="0"/>
              <a:t>)</a:t>
            </a:r>
          </a:p>
          <a:p>
            <a:pPr rtl="0"/>
            <a:r>
              <a:rPr lang="en-IN" dirty="0"/>
              <a:t>print("False Negatives:", </a:t>
            </a:r>
            <a:r>
              <a:rPr lang="en-IN" dirty="0" err="1"/>
              <a:t>fn</a:t>
            </a:r>
            <a:r>
              <a:rPr lang="en-IN" dirty="0"/>
              <a:t>)</a:t>
            </a:r>
          </a:p>
          <a:p>
            <a:pPr rtl="0"/>
            <a:r>
              <a:rPr lang="en-IN" dirty="0"/>
              <a:t>print("True Positives:", </a:t>
            </a:r>
            <a:r>
              <a:rPr lang="en-IN" dirty="0" err="1"/>
              <a:t>tp</a:t>
            </a:r>
            <a:r>
              <a:rPr lang="en-IN" dirty="0"/>
              <a:t>)</a:t>
            </a:r>
          </a:p>
          <a:p>
            <a:r>
              <a:rPr lang="en-IN" dirty="0"/>
              <a:t>Also display the complete report:</a:t>
            </a:r>
          </a:p>
          <a:p>
            <a:pPr rtl="0"/>
            <a:r>
              <a:rPr lang="en-IN" dirty="0"/>
              <a:t>print("\n--- CLASSIFICATION REPORT ---")</a:t>
            </a:r>
          </a:p>
          <a:p>
            <a:pPr rtl="0"/>
            <a:br>
              <a:rPr lang="en-IN" dirty="0"/>
            </a:br>
            <a:endParaRPr lang="en-IN" dirty="0"/>
          </a:p>
          <a:p>
            <a:pPr rtl="0"/>
            <a:r>
              <a:rPr lang="en-IN" dirty="0"/>
              <a:t>print(</a:t>
            </a:r>
          </a:p>
          <a:p>
            <a:pPr rtl="0"/>
            <a:r>
              <a:rPr lang="en-IN" dirty="0" err="1"/>
              <a:t>classification_report</a:t>
            </a:r>
            <a:r>
              <a:rPr lang="en-IN" dirty="0"/>
              <a:t>(</a:t>
            </a:r>
          </a:p>
          <a:p>
            <a:pPr rtl="0"/>
            <a:r>
              <a:rPr lang="en-IN" dirty="0" err="1"/>
              <a:t>actual_fault</a:t>
            </a:r>
            <a:r>
              <a:rPr lang="en-IN" dirty="0"/>
              <a:t>,</a:t>
            </a:r>
          </a:p>
          <a:p>
            <a:pPr rtl="0"/>
            <a:r>
              <a:rPr lang="en-IN" dirty="0" err="1"/>
              <a:t>predicted_fault</a:t>
            </a:r>
            <a:r>
              <a:rPr lang="en-IN" dirty="0"/>
              <a:t>,</a:t>
            </a:r>
          </a:p>
          <a:p>
            <a:pPr rtl="0"/>
            <a:r>
              <a:rPr lang="en-IN" dirty="0" err="1"/>
              <a:t>zero_division</a:t>
            </a:r>
            <a:r>
              <a:rPr lang="en-IN" dirty="0"/>
              <a:t>=0</a:t>
            </a:r>
          </a:p>
          <a:p>
            <a:pPr rtl="0"/>
            <a:r>
              <a:rPr lang="en-IN" dirty="0"/>
              <a:t>)</a:t>
            </a:r>
          </a:p>
          <a:p>
            <a:pPr rtl="0"/>
            <a:r>
              <a:rPr lang="en-IN" dirty="0"/>
              <a:t>)</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8639327"/>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REGRESSION_MAE_LIMIT = 2.0</a:t>
            </a:r>
          </a:p>
          <a:p>
            <a:r>
              <a:rPr lang="en-IN" dirty="0"/>
              <a:t>FAULT_RECALL_TARGET = 0.80</a:t>
            </a:r>
          </a:p>
          <a:p>
            <a:r>
              <a:rPr lang="en-US" dirty="0"/>
              <a:t>print("\n--- MODEL IMPROVEMENT CHECK ---")</a:t>
            </a:r>
          </a:p>
          <a:p>
            <a:endParaRPr lang="en-US" dirty="0"/>
          </a:p>
          <a:p>
            <a:r>
              <a:rPr lang="en-US" dirty="0"/>
              <a:t>if </a:t>
            </a:r>
            <a:r>
              <a:rPr lang="en-US" dirty="0" err="1"/>
              <a:t>mae</a:t>
            </a:r>
            <a:r>
              <a:rPr lang="en-US" dirty="0"/>
              <a:t> &lt;= REGRESSION_MAE_LIMIT:</a:t>
            </a:r>
          </a:p>
          <a:p>
            <a:r>
              <a:rPr lang="en-US" dirty="0"/>
              <a:t>    print(</a:t>
            </a:r>
          </a:p>
          <a:p>
            <a:r>
              <a:rPr lang="en-US" dirty="0"/>
              <a:t>        "Regression model meets the "</a:t>
            </a:r>
          </a:p>
          <a:p>
            <a:r>
              <a:rPr lang="en-US" dirty="0"/>
              <a:t>        "selected MAE requirement."</a:t>
            </a:r>
          </a:p>
          <a:p>
            <a:r>
              <a:rPr lang="en-US" dirty="0"/>
              <a:t>    )</a:t>
            </a:r>
          </a:p>
          <a:p>
            <a:r>
              <a:rPr lang="en-US" dirty="0"/>
              <a:t>else:</a:t>
            </a:r>
          </a:p>
          <a:p>
            <a:r>
              <a:rPr lang="en-US" dirty="0"/>
              <a:t>    print(</a:t>
            </a:r>
          </a:p>
          <a:p>
            <a:r>
              <a:rPr lang="en-US" dirty="0"/>
              <a:t>        "Regression model requires improvement."</a:t>
            </a:r>
          </a:p>
          <a:p>
            <a:r>
              <a:rPr lang="en-US" dirty="0"/>
              <a:t>    )</a:t>
            </a:r>
          </a:p>
          <a:p>
            <a:endParaRPr lang="en-US" dirty="0"/>
          </a:p>
          <a:p>
            <a:endParaRPr lang="en-US" dirty="0"/>
          </a:p>
          <a:p>
            <a:r>
              <a:rPr lang="en-US" dirty="0"/>
              <a:t>if recall &gt;= FAULT_RECALL_TARGET:</a:t>
            </a:r>
          </a:p>
          <a:p>
            <a:r>
              <a:rPr lang="en-US" dirty="0"/>
              <a:t>    print(</a:t>
            </a:r>
          </a:p>
          <a:p>
            <a:r>
              <a:rPr lang="en-US" dirty="0"/>
              <a:t>        "Fault detection model meets "</a:t>
            </a:r>
          </a:p>
          <a:p>
            <a:r>
              <a:rPr lang="en-US" dirty="0"/>
              <a:t>        "the selected recall target."</a:t>
            </a:r>
          </a:p>
          <a:p>
            <a:r>
              <a:rPr lang="en-US" dirty="0"/>
              <a:t>    )</a:t>
            </a:r>
          </a:p>
          <a:p>
            <a:r>
              <a:rPr lang="en-US" dirty="0"/>
              <a:t>else:</a:t>
            </a:r>
          </a:p>
          <a:p>
            <a:r>
              <a:rPr lang="en-US" dirty="0"/>
              <a:t>    print(</a:t>
            </a:r>
          </a:p>
          <a:p>
            <a:r>
              <a:rPr lang="en-US" dirty="0"/>
              <a:t>        "Fault detection recall requires improvement."</a:t>
            </a:r>
          </a:p>
          <a:p>
            <a:r>
              <a:rPr lang="en-US" dirty="0"/>
              <a:t>    )</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7035703"/>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print("\</a:t>
            </a:r>
            <a:r>
              <a:rPr lang="en-IN" dirty="0" err="1"/>
              <a:t>nPotential</a:t>
            </a:r>
            <a:r>
              <a:rPr lang="en-IN" dirty="0"/>
              <a:t> Model Improvement Actions:")</a:t>
            </a:r>
          </a:p>
          <a:p>
            <a:endParaRPr lang="en-IN" dirty="0"/>
          </a:p>
          <a:p>
            <a:r>
              <a:rPr lang="en-IN" dirty="0"/>
              <a:t>print(</a:t>
            </a:r>
          </a:p>
          <a:p>
            <a:r>
              <a:rPr lang="en-IN" dirty="0"/>
              <a:t>    "1. Collect more fault examples."</a:t>
            </a:r>
          </a:p>
          <a:p>
            <a:r>
              <a:rPr lang="en-IN" dirty="0"/>
              <a:t>)</a:t>
            </a:r>
          </a:p>
          <a:p>
            <a:endParaRPr lang="en-IN" dirty="0"/>
          </a:p>
          <a:p>
            <a:r>
              <a:rPr lang="en-IN" dirty="0"/>
              <a:t>print(</a:t>
            </a:r>
          </a:p>
          <a:p>
            <a:r>
              <a:rPr lang="en-IN" dirty="0"/>
              <a:t>    "2. Tune Random Forest hyperparameters."</a:t>
            </a:r>
          </a:p>
          <a:p>
            <a:r>
              <a:rPr lang="en-IN" dirty="0"/>
              <a:t>)</a:t>
            </a:r>
          </a:p>
          <a:p>
            <a:endParaRPr lang="en-IN" dirty="0"/>
          </a:p>
          <a:p>
            <a:r>
              <a:rPr lang="en-IN" dirty="0"/>
              <a:t>print(</a:t>
            </a:r>
          </a:p>
          <a:p>
            <a:r>
              <a:rPr lang="en-IN" dirty="0"/>
              <a:t>    "3. Review engineered sensor features."</a:t>
            </a:r>
          </a:p>
          <a:p>
            <a:r>
              <a:rPr lang="en-IN" dirty="0"/>
              <a:t>)</a:t>
            </a:r>
          </a:p>
          <a:p>
            <a:endParaRPr lang="en-IN" dirty="0"/>
          </a:p>
          <a:p>
            <a:r>
              <a:rPr lang="en-IN" dirty="0"/>
              <a:t>print(</a:t>
            </a:r>
          </a:p>
          <a:p>
            <a:r>
              <a:rPr lang="en-IN" dirty="0"/>
              <a:t>    "4. Adjust the classification threshold."</a:t>
            </a:r>
          </a:p>
          <a:p>
            <a:r>
              <a:rPr lang="en-IN" dirty="0"/>
              <a:t>)</a:t>
            </a:r>
          </a:p>
          <a:p>
            <a:endParaRPr lang="en-IN" dirty="0"/>
          </a:p>
          <a:p>
            <a:r>
              <a:rPr lang="en-IN" dirty="0"/>
              <a:t>print(</a:t>
            </a:r>
          </a:p>
          <a:p>
            <a:r>
              <a:rPr lang="en-IN" dirty="0"/>
              <a:t>    "5. Investigate high-error production records."</a:t>
            </a:r>
          </a:p>
          <a:p>
            <a:r>
              <a:rPr lang="en-IN" dirty="0"/>
              <a:t>)</a:t>
            </a:r>
          </a:p>
          <a:p>
            <a:endParaRPr lang="en-US" dirty="0"/>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8862650"/>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print("\</a:t>
            </a:r>
            <a:r>
              <a:rPr lang="en-IN" dirty="0" err="1"/>
              <a:t>nPotential</a:t>
            </a:r>
            <a:r>
              <a:rPr lang="en-IN" dirty="0"/>
              <a:t> Model Improvement Actions:")</a:t>
            </a:r>
          </a:p>
          <a:p>
            <a:endParaRPr lang="en-IN" dirty="0"/>
          </a:p>
          <a:p>
            <a:r>
              <a:rPr lang="en-IN" dirty="0"/>
              <a:t>print(</a:t>
            </a:r>
          </a:p>
          <a:p>
            <a:r>
              <a:rPr lang="en-IN" dirty="0"/>
              <a:t>    "1. Collect more fault examples."</a:t>
            </a:r>
          </a:p>
          <a:p>
            <a:r>
              <a:rPr lang="en-IN" dirty="0"/>
              <a:t>)</a:t>
            </a:r>
          </a:p>
          <a:p>
            <a:endParaRPr lang="en-IN" dirty="0"/>
          </a:p>
          <a:p>
            <a:r>
              <a:rPr lang="en-IN" dirty="0"/>
              <a:t>print(</a:t>
            </a:r>
          </a:p>
          <a:p>
            <a:r>
              <a:rPr lang="en-IN" dirty="0"/>
              <a:t>    "2. Tune Random Forest hyperparameters."</a:t>
            </a:r>
          </a:p>
          <a:p>
            <a:r>
              <a:rPr lang="en-IN" dirty="0"/>
              <a:t>)</a:t>
            </a:r>
          </a:p>
          <a:p>
            <a:endParaRPr lang="en-IN" dirty="0"/>
          </a:p>
          <a:p>
            <a:r>
              <a:rPr lang="en-IN" dirty="0"/>
              <a:t>print(</a:t>
            </a:r>
          </a:p>
          <a:p>
            <a:r>
              <a:rPr lang="en-IN" dirty="0"/>
              <a:t>    "3. Review engineered sensor features."</a:t>
            </a:r>
          </a:p>
          <a:p>
            <a:r>
              <a:rPr lang="en-IN" dirty="0"/>
              <a:t>)</a:t>
            </a:r>
          </a:p>
          <a:p>
            <a:endParaRPr lang="en-IN" dirty="0"/>
          </a:p>
          <a:p>
            <a:r>
              <a:rPr lang="en-IN" dirty="0"/>
              <a:t>print(</a:t>
            </a:r>
          </a:p>
          <a:p>
            <a:r>
              <a:rPr lang="en-IN" dirty="0"/>
              <a:t>    "4. Adjust the classification threshold."</a:t>
            </a:r>
          </a:p>
          <a:p>
            <a:r>
              <a:rPr lang="en-IN" dirty="0"/>
              <a:t>)</a:t>
            </a:r>
          </a:p>
          <a:p>
            <a:endParaRPr lang="en-IN" dirty="0"/>
          </a:p>
          <a:p>
            <a:r>
              <a:rPr lang="en-IN" dirty="0"/>
              <a:t>print(</a:t>
            </a:r>
          </a:p>
          <a:p>
            <a:r>
              <a:rPr lang="en-IN" dirty="0"/>
              <a:t>    "5. Investigate high-error production records."</a:t>
            </a:r>
          </a:p>
          <a:p>
            <a:r>
              <a:rPr lang="en-IN"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984838"/>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err="1"/>
              <a:t>evaluation_summary</a:t>
            </a:r>
            <a:r>
              <a:rPr lang="en-IN" dirty="0"/>
              <a:t> = </a:t>
            </a:r>
            <a:r>
              <a:rPr lang="en-IN" dirty="0" err="1"/>
              <a:t>pd.DataFrame</a:t>
            </a:r>
            <a:r>
              <a:rPr lang="en-IN" dirty="0"/>
              <a:t>({</a:t>
            </a:r>
          </a:p>
          <a:p>
            <a:r>
              <a:rPr lang="en-IN" dirty="0"/>
              <a:t>    "Model": [</a:t>
            </a:r>
          </a:p>
          <a:p>
            <a:r>
              <a:rPr lang="en-IN" dirty="0"/>
              <a:t>        "Quality Regression",</a:t>
            </a:r>
          </a:p>
          <a:p>
            <a:r>
              <a:rPr lang="en-IN" dirty="0"/>
              <a:t>        "Fault Classification"</a:t>
            </a:r>
          </a:p>
          <a:p>
            <a:r>
              <a:rPr lang="en-IN" dirty="0"/>
              <a:t>    ],</a:t>
            </a:r>
          </a:p>
          <a:p>
            <a:endParaRPr lang="en-IN" dirty="0"/>
          </a:p>
          <a:p>
            <a:r>
              <a:rPr lang="en-IN" dirty="0"/>
              <a:t>    "</a:t>
            </a:r>
            <a:r>
              <a:rPr lang="en-IN" dirty="0" err="1"/>
              <a:t>Primary_Metric</a:t>
            </a:r>
            <a:r>
              <a:rPr lang="en-IN" dirty="0"/>
              <a:t>": [</a:t>
            </a:r>
          </a:p>
          <a:p>
            <a:r>
              <a:rPr lang="en-IN" dirty="0"/>
              <a:t>        "MAE",</a:t>
            </a:r>
          </a:p>
          <a:p>
            <a:r>
              <a:rPr lang="en-IN" dirty="0"/>
              <a:t>        "Recall"</a:t>
            </a:r>
          </a:p>
          <a:p>
            <a:r>
              <a:rPr lang="en-IN" dirty="0"/>
              <a:t>    ],</a:t>
            </a:r>
          </a:p>
          <a:p>
            <a:endParaRPr lang="en-IN" dirty="0"/>
          </a:p>
          <a:p>
            <a:r>
              <a:rPr lang="en-IN" dirty="0"/>
              <a:t>    "</a:t>
            </a:r>
            <a:r>
              <a:rPr lang="en-IN" dirty="0" err="1"/>
              <a:t>Primary_Score</a:t>
            </a:r>
            <a:r>
              <a:rPr lang="en-IN" dirty="0"/>
              <a:t>": [</a:t>
            </a:r>
          </a:p>
          <a:p>
            <a:r>
              <a:rPr lang="en-IN" dirty="0"/>
              <a:t>        round(</a:t>
            </a:r>
            <a:r>
              <a:rPr lang="en-IN" dirty="0" err="1"/>
              <a:t>mae</a:t>
            </a:r>
            <a:r>
              <a:rPr lang="en-IN" dirty="0"/>
              <a:t>, 4),</a:t>
            </a:r>
          </a:p>
          <a:p>
            <a:r>
              <a:rPr lang="en-IN" dirty="0"/>
              <a:t>        round(recall, 4)</a:t>
            </a:r>
          </a:p>
          <a:p>
            <a:r>
              <a:rPr lang="en-IN" dirty="0"/>
              <a:t>    ],</a:t>
            </a:r>
          </a:p>
          <a:p>
            <a:endParaRPr lang="en-IN" dirty="0"/>
          </a:p>
          <a:p>
            <a:r>
              <a:rPr lang="en-IN" dirty="0"/>
              <a:t>    "</a:t>
            </a:r>
            <a:r>
              <a:rPr lang="en-IN" dirty="0" err="1"/>
              <a:t>Secondary_Metric</a:t>
            </a:r>
            <a:r>
              <a:rPr lang="en-IN" dirty="0"/>
              <a:t>": [</a:t>
            </a:r>
          </a:p>
          <a:p>
            <a:r>
              <a:rPr lang="en-IN" dirty="0"/>
              <a:t>        "RMSE",</a:t>
            </a:r>
          </a:p>
          <a:p>
            <a:r>
              <a:rPr lang="en-IN" dirty="0"/>
              <a:t>        "F1 Score"</a:t>
            </a:r>
          </a:p>
          <a:p>
            <a:r>
              <a:rPr lang="en-IN" dirty="0"/>
              <a:t>    ],</a:t>
            </a:r>
          </a:p>
          <a:p>
            <a:endParaRPr lang="en-IN" dirty="0"/>
          </a:p>
          <a:p>
            <a:r>
              <a:rPr lang="en-IN" dirty="0"/>
              <a:t>    "</a:t>
            </a:r>
            <a:r>
              <a:rPr lang="en-IN" dirty="0" err="1"/>
              <a:t>Secondary_Score</a:t>
            </a:r>
            <a:r>
              <a:rPr lang="en-IN" dirty="0"/>
              <a:t>": [</a:t>
            </a:r>
          </a:p>
          <a:p>
            <a:r>
              <a:rPr lang="en-IN" dirty="0"/>
              <a:t>        round(</a:t>
            </a:r>
            <a:r>
              <a:rPr lang="en-IN" dirty="0" err="1"/>
              <a:t>rmse</a:t>
            </a:r>
            <a:r>
              <a:rPr lang="en-IN" dirty="0"/>
              <a:t>, 4),</a:t>
            </a:r>
          </a:p>
          <a:p>
            <a:r>
              <a:rPr lang="en-IN" dirty="0"/>
              <a:t>        round(f1, 4)</a:t>
            </a:r>
          </a:p>
          <a:p>
            <a:r>
              <a:rPr lang="en-IN" dirty="0"/>
              <a:t>    ]</a:t>
            </a:r>
          </a:p>
          <a:p>
            <a:r>
              <a:rPr lang="en-IN" dirty="0"/>
              <a:t>})</a:t>
            </a:r>
          </a:p>
          <a:p>
            <a:endParaRPr lang="en-US" dirty="0"/>
          </a:p>
          <a:p>
            <a:pPr rtl="0"/>
            <a:r>
              <a:rPr lang="en-IN" dirty="0" err="1"/>
              <a:t>evaluation_summary.to_csv</a:t>
            </a:r>
            <a:r>
              <a:rPr lang="en-IN" dirty="0"/>
              <a:t>(</a:t>
            </a:r>
          </a:p>
          <a:p>
            <a:pPr rtl="0"/>
            <a:r>
              <a:rPr lang="en-IN" dirty="0"/>
              <a:t>"Module_8/output/"</a:t>
            </a:r>
          </a:p>
          <a:p>
            <a:pPr rtl="0"/>
            <a:r>
              <a:rPr lang="en-IN" dirty="0"/>
              <a:t>"Module8_Model_Evaluation_Summary.csv",</a:t>
            </a:r>
          </a:p>
          <a:p>
            <a:pPr rtl="0"/>
            <a:r>
              <a:rPr lang="en-IN" dirty="0"/>
              <a:t>index=False</a:t>
            </a:r>
          </a:p>
          <a:p>
            <a:pPr rtl="0"/>
            <a:r>
              <a:rPr lang="en-IN" dirty="0"/>
              <a:t>)</a:t>
            </a:r>
          </a:p>
          <a:p>
            <a:pPr rtl="0"/>
            <a:r>
              <a:rPr lang="en-IN" dirty="0" err="1"/>
              <a:t>reg_df.to_csv</a:t>
            </a:r>
            <a:r>
              <a:rPr lang="en-IN" dirty="0"/>
              <a:t>(</a:t>
            </a:r>
          </a:p>
          <a:p>
            <a:pPr rtl="0"/>
            <a:r>
              <a:rPr lang="en-IN" dirty="0"/>
              <a:t>"Module_8/output/"</a:t>
            </a:r>
          </a:p>
          <a:p>
            <a:pPr rtl="0"/>
            <a:r>
              <a:rPr lang="en-IN" dirty="0"/>
              <a:t>"Regression_Error_Analysis.csv",</a:t>
            </a:r>
          </a:p>
          <a:p>
            <a:pPr rtl="0"/>
            <a:r>
              <a:rPr lang="en-IN" dirty="0"/>
              <a:t>index=False</a:t>
            </a:r>
          </a:p>
          <a:p>
            <a:pPr rtl="0"/>
            <a:r>
              <a:rPr lang="en-IN" dirty="0"/>
              <a:t>)</a:t>
            </a:r>
          </a:p>
          <a:p>
            <a:pPr rtl="0"/>
            <a:r>
              <a:rPr lang="en-IN" dirty="0"/>
              <a:t>print("\</a:t>
            </a:r>
            <a:r>
              <a:rPr lang="en-IN" dirty="0" err="1"/>
              <a:t>nEvaluation</a:t>
            </a:r>
            <a:r>
              <a:rPr lang="en-IN" dirty="0"/>
              <a:t> files exported successfully.")</a:t>
            </a:r>
          </a:p>
          <a:p>
            <a:pPr rtl="0"/>
            <a:br>
              <a:rPr lang="en-IN" dirty="0"/>
            </a:br>
            <a:endParaRPr lang="en-IN" dirty="0"/>
          </a:p>
          <a:p>
            <a:pPr rtl="0"/>
            <a:r>
              <a:rPr lang="en-IN" dirty="0"/>
              <a:t>print("\</a:t>
            </a:r>
            <a:r>
              <a:rPr lang="en-IN" dirty="0" err="1"/>
              <a:t>nModule</a:t>
            </a:r>
            <a:r>
              <a:rPr lang="en-IN" dirty="0"/>
              <a:t> 8 completed successfully.")</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266021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python Module_8/module8_model_evaluation.py</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945274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8257532"/>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Solution:</a:t>
            </a:r>
            <a:br>
              <a:rPr lang="en-US" dirty="0"/>
            </a:br>
            <a:r>
              <a:rPr lang="en-US" dirty="0"/>
              <a:t>Recall measures the proportion of actual positive cases that the model successfully identifies. When missing genuine machine failures is a major operational concern, recall for the failure class becomes particularly important.</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155939"/>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US" b="1" dirty="0"/>
              <a:t>C</a:t>
            </a:r>
            <a:endParaRPr lang="en-US" dirty="0"/>
          </a:p>
          <a:p>
            <a:r>
              <a:rPr lang="en-US" b="1" dirty="0"/>
              <a:t>Solution:</a:t>
            </a:r>
            <a:br>
              <a:rPr lang="en-US" dirty="0"/>
            </a:br>
            <a:r>
              <a:rPr lang="en-US" dirty="0"/>
              <a:t>RMSE squares prediction errors before averaging them, meaning larger errors receive greater weight. It is useful when substantial prediction errors have greater engineering consequences.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035689"/>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solidFill>
                  <a:prstClr val="black"/>
                </a:solidFill>
              </a:rPr>
              <a:t>Understanding the complete lifecycle also helps engineers </a:t>
            </a:r>
            <a:r>
              <a:rPr lang="en-US" dirty="0" err="1">
                <a:solidFill>
                  <a:prstClr val="black"/>
                </a:solidFill>
              </a:rPr>
              <a:t>recognise</a:t>
            </a:r>
            <a:r>
              <a:rPr lang="en-US" dirty="0">
                <a:solidFill>
                  <a:prstClr val="black"/>
                </a:solidFill>
              </a:rPr>
              <a:t> that model performance depends on every preceding stage rather than on the modelling algorithm alone.</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4264389"/>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8970936"/>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This infographic illustrates the </a:t>
            </a:r>
            <a:r>
              <a:rPr lang="en-US" b="1" dirty="0"/>
              <a:t>complete lifecycle of industrial predictive analytics</a:t>
            </a:r>
            <a:r>
              <a:rPr lang="en-US" dirty="0"/>
              <a:t>, beginning with the definition of an engineering problem and ending with operational action. Relevant data is collected from sensors, machines, production and quality systems before being cleaned, validated and integrated. Feature engineering then transforms the prepared data into meaningful variables that can support predictive modelling. Regression or classification models are developed and evaluated using appropriate validation techniques and performance metrics. The resulting predictions identify potential faults, risks or performance issues. Engineers can then convert these insights into practical actions such as </a:t>
            </a:r>
            <a:r>
              <a:rPr lang="en-US" b="1" dirty="0"/>
              <a:t>predictive maintenance, quality improvement and process optimisation</a:t>
            </a:r>
            <a:r>
              <a:rPr lang="en-US" dirty="0"/>
              <a:t>, creating a continuous data-driven approach to industrial decision-making.</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9928309"/>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5523229"/>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This infographic illustrates how </a:t>
            </a:r>
            <a:r>
              <a:rPr lang="en-US" b="1" dirty="0"/>
              <a:t>data engineering, feature engineering and machine learning work together to support industrial decision-making</a:t>
            </a:r>
            <a:r>
              <a:rPr lang="en-US" dirty="0"/>
              <a:t>. Data engineering first collects, cleans, transforms and validates raw operational data to create a reliable analytical foundation. Feature engineering then derives meaningful variables, such as lag features, rolling statistics, aggregations and operational indicators. These features are used to train regression or classification models and generate predictions. Model performance is evaluated using appropriate metrics such as </a:t>
            </a:r>
            <a:r>
              <a:rPr lang="en-US" b="1" dirty="0"/>
              <a:t>MAE and RMSE for regression or Precision, Recall and F1-score for classification</a:t>
            </a:r>
            <a:r>
              <a:rPr lang="en-US" dirty="0"/>
              <a:t>. Finally, validated predictions are interpreted and converted into practical industrial actions, connecting analytical results directly with engineering decisions.</a:t>
            </a:r>
          </a:p>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9189764"/>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4884858"/>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1686552"/>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3415528"/>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7632024"/>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import pandas as pd</a:t>
            </a:r>
          </a:p>
          <a:p>
            <a:r>
              <a:rPr lang="en-US" dirty="0"/>
              <a:t>import </a:t>
            </a:r>
            <a:r>
              <a:rPr lang="en-US" dirty="0" err="1"/>
              <a:t>joblib</a:t>
            </a:r>
            <a:endParaRPr lang="en-US" dirty="0"/>
          </a:p>
          <a:p>
            <a:r>
              <a:rPr lang="en-US" dirty="0"/>
              <a:t>from </a:t>
            </a:r>
            <a:r>
              <a:rPr lang="en-US" dirty="0" err="1"/>
              <a:t>pathlib</a:t>
            </a:r>
            <a:r>
              <a:rPr lang="en-US" dirty="0"/>
              <a:t> import Path</a:t>
            </a:r>
          </a:p>
          <a:p>
            <a:endParaRPr lang="en-US" dirty="0"/>
          </a:p>
          <a:p>
            <a:r>
              <a:rPr lang="en-US" dirty="0"/>
              <a:t>print("=" * 60)</a:t>
            </a:r>
          </a:p>
          <a:p>
            <a:r>
              <a:rPr lang="en-US" dirty="0"/>
              <a:t>print("MODULE 9 - END-TO-END PREDICTIVE ANALYTICS")</a:t>
            </a:r>
          </a:p>
          <a:p>
            <a:r>
              <a:rPr lang="en-US" dirty="0"/>
              <a:t>print("=" * 60)</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972266"/>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DATA_FILE = (</a:t>
            </a:r>
          </a:p>
          <a:p>
            <a:r>
              <a:rPr lang="en-IN" dirty="0"/>
              <a:t>    "Module_6/output/"</a:t>
            </a:r>
          </a:p>
          <a:p>
            <a:r>
              <a:rPr lang="en-IN" dirty="0"/>
              <a:t>    "Module6_Model_Ready_Data.csv"</a:t>
            </a:r>
          </a:p>
          <a:p>
            <a:r>
              <a:rPr lang="en-IN" dirty="0"/>
              <a:t>)</a:t>
            </a:r>
          </a:p>
          <a:p>
            <a:endParaRPr lang="en-IN" dirty="0"/>
          </a:p>
          <a:p>
            <a:r>
              <a:rPr lang="en-IN" dirty="0"/>
              <a:t>MODEL_FILE = (</a:t>
            </a:r>
          </a:p>
          <a:p>
            <a:r>
              <a:rPr lang="en-IN" dirty="0"/>
              <a:t>    "Module_7/output/"</a:t>
            </a:r>
          </a:p>
          <a:p>
            <a:r>
              <a:rPr lang="en-IN" dirty="0"/>
              <a:t>    "</a:t>
            </a:r>
            <a:r>
              <a:rPr lang="en-IN" dirty="0" err="1"/>
              <a:t>classification_model.pkl</a:t>
            </a:r>
            <a:r>
              <a:rPr lang="en-IN" dirty="0"/>
              <a:t>"</a:t>
            </a:r>
          </a:p>
          <a:p>
            <a:r>
              <a:rPr lang="en-IN" dirty="0"/>
              <a:t>)</a:t>
            </a:r>
          </a:p>
          <a:p>
            <a:endParaRPr lang="en-IN" dirty="0"/>
          </a:p>
          <a:p>
            <a:r>
              <a:rPr lang="en-IN" dirty="0"/>
              <a:t>OUTPUT_FILE = (</a:t>
            </a:r>
          </a:p>
          <a:p>
            <a:r>
              <a:rPr lang="en-IN" dirty="0"/>
              <a:t>    "Module_9/output/"</a:t>
            </a:r>
          </a:p>
          <a:p>
            <a:r>
              <a:rPr lang="en-IN" dirty="0"/>
              <a:t>    "Module9_Predictive_Maintenance_Report.csv"</a:t>
            </a:r>
          </a:p>
          <a:p>
            <a:r>
              <a:rPr lang="en-IN" dirty="0"/>
              <a:t>)</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3157659"/>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print("\n--- LOAD DATA AND MODEL ---")</a:t>
            </a:r>
          </a:p>
          <a:p>
            <a:endParaRPr lang="en-IN" dirty="0"/>
          </a:p>
          <a:p>
            <a:r>
              <a:rPr lang="en-IN" dirty="0"/>
              <a:t>df = </a:t>
            </a:r>
            <a:r>
              <a:rPr lang="en-IN" dirty="0" err="1"/>
              <a:t>pd.read_csv</a:t>
            </a:r>
            <a:r>
              <a:rPr lang="en-IN" dirty="0"/>
              <a:t>(DATA_FILE)</a:t>
            </a:r>
          </a:p>
          <a:p>
            <a:endParaRPr lang="en-IN" dirty="0"/>
          </a:p>
          <a:p>
            <a:r>
              <a:rPr lang="en-IN" dirty="0" err="1"/>
              <a:t>fault_model</a:t>
            </a:r>
            <a:r>
              <a:rPr lang="en-IN" dirty="0"/>
              <a:t> = </a:t>
            </a:r>
            <a:r>
              <a:rPr lang="en-IN" dirty="0" err="1"/>
              <a:t>joblib.load</a:t>
            </a:r>
            <a:r>
              <a:rPr lang="en-IN" dirty="0"/>
              <a:t>(</a:t>
            </a:r>
          </a:p>
          <a:p>
            <a:r>
              <a:rPr lang="en-IN" dirty="0"/>
              <a:t>    MODEL_FILE</a:t>
            </a:r>
          </a:p>
          <a:p>
            <a:r>
              <a:rPr lang="en-IN" dirty="0"/>
              <a:t>)</a:t>
            </a:r>
          </a:p>
          <a:p>
            <a:endParaRPr lang="en-IN" dirty="0"/>
          </a:p>
          <a:p>
            <a:r>
              <a:rPr lang="en-IN" dirty="0"/>
              <a:t>print("Industrial dataset loaded successfully.")</a:t>
            </a:r>
          </a:p>
          <a:p>
            <a:r>
              <a:rPr lang="en-IN" dirty="0"/>
              <a:t>print("Trained fault-detection model loaded successfully.")</a:t>
            </a:r>
          </a:p>
          <a:p>
            <a:endParaRPr lang="en-IN" dirty="0"/>
          </a:p>
          <a:p>
            <a:r>
              <a:rPr lang="en-IN" dirty="0"/>
              <a:t>print("\</a:t>
            </a:r>
            <a:r>
              <a:rPr lang="en-IN" dirty="0" err="1"/>
              <a:t>nDataset</a:t>
            </a:r>
            <a:r>
              <a:rPr lang="en-IN" dirty="0"/>
              <a:t> shape:")</a:t>
            </a:r>
          </a:p>
          <a:p>
            <a:r>
              <a:rPr lang="en-IN" dirty="0"/>
              <a:t>print(</a:t>
            </a:r>
            <a:r>
              <a:rPr lang="en-IN" dirty="0" err="1"/>
              <a:t>df.shape</a:t>
            </a:r>
            <a:r>
              <a:rPr lang="en-IN" dirty="0"/>
              <a:t>)</a:t>
            </a:r>
          </a:p>
          <a:p>
            <a:endParaRPr lang="en-US" dirty="0"/>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4477133"/>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err="1"/>
              <a:t>classification_features</a:t>
            </a:r>
            <a:r>
              <a:rPr lang="en-IN" dirty="0"/>
              <a:t> = [</a:t>
            </a:r>
          </a:p>
          <a:p>
            <a:r>
              <a:rPr lang="en-IN" dirty="0"/>
              <a:t>    "</a:t>
            </a:r>
            <a:r>
              <a:rPr lang="en-IN" dirty="0" err="1"/>
              <a:t>Temperature_C</a:t>
            </a:r>
            <a:r>
              <a:rPr lang="en-IN" dirty="0"/>
              <a:t>",</a:t>
            </a:r>
          </a:p>
          <a:p>
            <a:r>
              <a:rPr lang="en-IN" dirty="0"/>
              <a:t>    "</a:t>
            </a:r>
            <a:r>
              <a:rPr lang="en-IN" dirty="0" err="1"/>
              <a:t>Pressure_bar</a:t>
            </a:r>
            <a:r>
              <a:rPr lang="en-IN" dirty="0"/>
              <a:t>",</a:t>
            </a:r>
          </a:p>
          <a:p>
            <a:r>
              <a:rPr lang="en-IN" dirty="0"/>
              <a:t>    "</a:t>
            </a:r>
            <a:r>
              <a:rPr lang="en-IN" dirty="0" err="1"/>
              <a:t>Vibration_mm_s</a:t>
            </a:r>
            <a:r>
              <a:rPr lang="en-IN" dirty="0"/>
              <a:t>",</a:t>
            </a:r>
          </a:p>
          <a:p>
            <a:r>
              <a:rPr lang="en-IN" dirty="0"/>
              <a:t>    "RPM",</a:t>
            </a:r>
          </a:p>
          <a:p>
            <a:r>
              <a:rPr lang="en-IN" dirty="0"/>
              <a:t>    "</a:t>
            </a:r>
            <a:r>
              <a:rPr lang="en-IN" dirty="0" err="1"/>
              <a:t>Current_A</a:t>
            </a:r>
            <a:r>
              <a:rPr lang="en-IN" dirty="0"/>
              <a:t>",</a:t>
            </a:r>
          </a:p>
          <a:p>
            <a:r>
              <a:rPr lang="en-IN" dirty="0"/>
              <a:t>    "</a:t>
            </a:r>
            <a:r>
              <a:rPr lang="en-IN" dirty="0" err="1"/>
              <a:t>Humidity_pct</a:t>
            </a:r>
            <a:r>
              <a:rPr lang="en-IN" dirty="0"/>
              <a:t>",</a:t>
            </a:r>
          </a:p>
          <a:p>
            <a:r>
              <a:rPr lang="en-IN" dirty="0"/>
              <a:t>    "</a:t>
            </a:r>
            <a:r>
              <a:rPr lang="en-IN" dirty="0" err="1"/>
              <a:t>Production_Rate</a:t>
            </a:r>
            <a:r>
              <a:rPr lang="en-IN" dirty="0"/>
              <a:t>",</a:t>
            </a:r>
          </a:p>
          <a:p>
            <a:r>
              <a:rPr lang="en-IN" dirty="0"/>
              <a:t>    "</a:t>
            </a:r>
            <a:r>
              <a:rPr lang="en-IN" dirty="0" err="1"/>
              <a:t>Quality_Score</a:t>
            </a:r>
            <a:r>
              <a:rPr lang="en-IN" dirty="0"/>
              <a:t>",</a:t>
            </a:r>
          </a:p>
          <a:p>
            <a:r>
              <a:rPr lang="en-IN" dirty="0"/>
              <a:t>    "</a:t>
            </a:r>
            <a:r>
              <a:rPr lang="en-IN" dirty="0" err="1"/>
              <a:t>Temp_Pressure_Index</a:t>
            </a:r>
            <a:r>
              <a:rPr lang="en-IN" dirty="0"/>
              <a:t>",</a:t>
            </a:r>
          </a:p>
          <a:p>
            <a:r>
              <a:rPr lang="en-IN" dirty="0"/>
              <a:t>    "</a:t>
            </a:r>
            <a:r>
              <a:rPr lang="en-IN" dirty="0" err="1"/>
              <a:t>Vibration_RPM_Ratio</a:t>
            </a:r>
            <a:r>
              <a:rPr lang="en-IN" dirty="0"/>
              <a:t>",</a:t>
            </a:r>
          </a:p>
          <a:p>
            <a:r>
              <a:rPr lang="en-IN" dirty="0"/>
              <a:t>    "</a:t>
            </a:r>
            <a:r>
              <a:rPr lang="en-IN" dirty="0" err="1"/>
              <a:t>Production_Quality_Index</a:t>
            </a:r>
            <a:r>
              <a:rPr lang="en-IN" dirty="0"/>
              <a:t>",</a:t>
            </a:r>
          </a:p>
          <a:p>
            <a:r>
              <a:rPr lang="en-IN" dirty="0"/>
              <a:t>    "Temperature_Rolling_Mean_3",</a:t>
            </a:r>
          </a:p>
          <a:p>
            <a:r>
              <a:rPr lang="en-IN" dirty="0"/>
              <a:t>    "Vibration_Rolling_Mean_3",</a:t>
            </a:r>
          </a:p>
          <a:p>
            <a:r>
              <a:rPr lang="en-IN" dirty="0"/>
              <a:t>    "Temperature_Lag_1",</a:t>
            </a:r>
          </a:p>
          <a:p>
            <a:r>
              <a:rPr lang="en-IN" dirty="0"/>
              <a:t>    "Vibration_Lag_1",</a:t>
            </a:r>
          </a:p>
          <a:p>
            <a:r>
              <a:rPr lang="en-IN" dirty="0"/>
              <a:t>    "</a:t>
            </a:r>
            <a:r>
              <a:rPr lang="en-IN" dirty="0" err="1"/>
              <a:t>Machine_Avg_Temperature</a:t>
            </a:r>
            <a:r>
              <a:rPr lang="en-IN" dirty="0"/>
              <a:t>",</a:t>
            </a:r>
          </a:p>
          <a:p>
            <a:r>
              <a:rPr lang="en-IN" dirty="0"/>
              <a:t>    "</a:t>
            </a:r>
            <a:r>
              <a:rPr lang="en-IN" dirty="0" err="1"/>
              <a:t>Machine_Avg_Vibration</a:t>
            </a:r>
            <a:r>
              <a:rPr lang="en-IN" dirty="0"/>
              <a:t>",</a:t>
            </a:r>
          </a:p>
          <a:p>
            <a:r>
              <a:rPr lang="en-IN" dirty="0"/>
              <a:t>    "</a:t>
            </a:r>
            <a:r>
              <a:rPr lang="en-IN" dirty="0" err="1"/>
              <a:t>Machine_Avg_Production</a:t>
            </a:r>
            <a:r>
              <a:rPr lang="en-IN" dirty="0"/>
              <a:t>",</a:t>
            </a:r>
          </a:p>
          <a:p>
            <a:r>
              <a:rPr lang="en-IN" dirty="0"/>
              <a:t>    "Hour",</a:t>
            </a:r>
          </a:p>
          <a:p>
            <a:r>
              <a:rPr lang="en-IN" dirty="0"/>
              <a:t>    "Day",</a:t>
            </a:r>
          </a:p>
          <a:p>
            <a:r>
              <a:rPr lang="en-IN" dirty="0"/>
              <a:t>    "Month"</a:t>
            </a:r>
          </a:p>
          <a:p>
            <a:r>
              <a:rPr lang="en-IN" dirty="0"/>
              <a:t>]</a:t>
            </a:r>
          </a:p>
          <a:p>
            <a:endParaRPr lang="en-IN" dirty="0"/>
          </a:p>
          <a:p>
            <a:r>
              <a:rPr lang="en-IN" dirty="0"/>
              <a:t>X = df[</a:t>
            </a:r>
            <a:r>
              <a:rPr lang="en-IN" dirty="0" err="1"/>
              <a:t>classification_features</a:t>
            </a:r>
            <a:r>
              <a:rPr lang="en-IN" dirty="0"/>
              <a:t>]</a:t>
            </a:r>
          </a:p>
          <a:p>
            <a:endParaRPr lang="en-IN" dirty="0"/>
          </a:p>
          <a:p>
            <a:r>
              <a:rPr lang="en-IN" dirty="0"/>
              <a:t>print("\</a:t>
            </a:r>
            <a:r>
              <a:rPr lang="en-IN" dirty="0" err="1"/>
              <a:t>nPrediction</a:t>
            </a:r>
            <a:r>
              <a:rPr lang="en-IN" dirty="0"/>
              <a:t> features prepared.")</a:t>
            </a:r>
          </a:p>
          <a:p>
            <a:r>
              <a:rPr lang="en-IN" dirty="0"/>
              <a:t>print("Number of records:", </a:t>
            </a:r>
            <a:r>
              <a:rPr lang="en-IN" dirty="0" err="1"/>
              <a:t>len</a:t>
            </a:r>
            <a:r>
              <a:rPr lang="en-IN" dirty="0"/>
              <a:t>(X))</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5654182"/>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Generate predicted fault classes:</a:t>
            </a:r>
          </a:p>
          <a:p>
            <a:pPr rtl="0"/>
            <a:r>
              <a:rPr lang="en-IN" dirty="0"/>
              <a:t>print("\n--- GENERATING PREDICTIONS ---")</a:t>
            </a:r>
          </a:p>
          <a:p>
            <a:pPr rtl="0"/>
            <a:br>
              <a:rPr lang="en-IN" dirty="0"/>
            </a:br>
            <a:endParaRPr lang="en-IN" dirty="0"/>
          </a:p>
          <a:p>
            <a:pPr rtl="0"/>
            <a:r>
              <a:rPr lang="en-IN" dirty="0"/>
              <a:t>df["</a:t>
            </a:r>
            <a:r>
              <a:rPr lang="en-IN" dirty="0" err="1"/>
              <a:t>Predicted_Fault</a:t>
            </a:r>
            <a:r>
              <a:rPr lang="en-IN" dirty="0"/>
              <a:t>"] = (</a:t>
            </a:r>
          </a:p>
          <a:p>
            <a:pPr rtl="0"/>
            <a:r>
              <a:rPr lang="en-IN" dirty="0" err="1"/>
              <a:t>fault_model.predict</a:t>
            </a:r>
            <a:r>
              <a:rPr lang="en-IN" dirty="0"/>
              <a:t>(X)</a:t>
            </a:r>
          </a:p>
          <a:p>
            <a:pPr rtl="0"/>
            <a:r>
              <a:rPr lang="en-IN" dirty="0"/>
              <a:t>)</a:t>
            </a:r>
          </a:p>
          <a:p>
            <a:r>
              <a:rPr lang="en-IN" dirty="0"/>
              <a:t>Now obtain fault probability:</a:t>
            </a:r>
          </a:p>
          <a:p>
            <a:pPr rtl="0"/>
            <a:r>
              <a:rPr lang="en-IN" dirty="0"/>
              <a:t>df["</a:t>
            </a:r>
            <a:r>
              <a:rPr lang="en-IN" dirty="0" err="1"/>
              <a:t>Fault_Probability</a:t>
            </a:r>
            <a:r>
              <a:rPr lang="en-IN" dirty="0"/>
              <a:t>"] = (</a:t>
            </a:r>
          </a:p>
          <a:p>
            <a:pPr rtl="0"/>
            <a:r>
              <a:rPr lang="en-IN" dirty="0" err="1"/>
              <a:t>fault_model.predict_proba</a:t>
            </a:r>
            <a:r>
              <a:rPr lang="en-IN" dirty="0"/>
              <a:t>(X)[:, 1]</a:t>
            </a:r>
          </a:p>
          <a:p>
            <a:pPr rtl="0"/>
            <a:r>
              <a:rPr lang="en-IN" dirty="0"/>
              <a:t>)</a:t>
            </a:r>
          </a:p>
          <a:p>
            <a:r>
              <a:rPr lang="en-IN" dirty="0"/>
              <a:t>Create an easy-to-understand status:</a:t>
            </a:r>
          </a:p>
          <a:p>
            <a:pPr rtl="0"/>
            <a:r>
              <a:rPr lang="en-IN" dirty="0"/>
              <a:t>df["</a:t>
            </a:r>
            <a:r>
              <a:rPr lang="en-IN" dirty="0" err="1"/>
              <a:t>Predicted_Status</a:t>
            </a:r>
            <a:r>
              <a:rPr lang="en-IN" dirty="0"/>
              <a:t>"] = df[</a:t>
            </a:r>
          </a:p>
          <a:p>
            <a:pPr rtl="0"/>
            <a:r>
              <a:rPr lang="en-IN" dirty="0"/>
              <a:t>"</a:t>
            </a:r>
            <a:r>
              <a:rPr lang="en-IN" dirty="0" err="1"/>
              <a:t>Predicted_Fault</a:t>
            </a:r>
            <a:r>
              <a:rPr lang="en-IN" dirty="0"/>
              <a:t>"</a:t>
            </a:r>
          </a:p>
          <a:p>
            <a:pPr rtl="0"/>
            <a:r>
              <a:rPr lang="en-IN" dirty="0"/>
              <a:t>].map({</a:t>
            </a:r>
          </a:p>
          <a:p>
            <a:pPr rtl="0"/>
            <a:r>
              <a:rPr lang="en-IN" dirty="0"/>
              <a:t>0: "Normal",</a:t>
            </a:r>
          </a:p>
          <a:p>
            <a:pPr rtl="0"/>
            <a:r>
              <a:rPr lang="en-IN" dirty="0"/>
              <a:t>1: "Potential Fault"</a:t>
            </a:r>
          </a:p>
          <a:p>
            <a:pPr rtl="0"/>
            <a:r>
              <a:rPr lang="en-IN" dirty="0"/>
              <a:t>})</a:t>
            </a:r>
          </a:p>
          <a:p>
            <a:r>
              <a:rPr lang="en-IN" dirty="0"/>
              <a:t>Create a maintenance recommendation:</a:t>
            </a:r>
          </a:p>
          <a:p>
            <a:pPr rtl="0"/>
            <a:r>
              <a:rPr lang="en-IN" dirty="0"/>
              <a:t>df["</a:t>
            </a:r>
            <a:r>
              <a:rPr lang="en-IN" dirty="0" err="1"/>
              <a:t>Maintenance_Action</a:t>
            </a:r>
            <a:r>
              <a:rPr lang="en-IN" dirty="0"/>
              <a:t>"] = df[</a:t>
            </a:r>
          </a:p>
          <a:p>
            <a:pPr rtl="0"/>
            <a:r>
              <a:rPr lang="en-IN" dirty="0"/>
              <a:t>"</a:t>
            </a:r>
            <a:r>
              <a:rPr lang="en-IN" dirty="0" err="1"/>
              <a:t>Predicted_Fault</a:t>
            </a:r>
            <a:r>
              <a:rPr lang="en-IN" dirty="0"/>
              <a:t>"</a:t>
            </a:r>
          </a:p>
          <a:p>
            <a:pPr rtl="0"/>
            <a:r>
              <a:rPr lang="en-IN" dirty="0"/>
              <a:t>].map({</a:t>
            </a:r>
          </a:p>
          <a:p>
            <a:pPr rtl="0"/>
            <a:r>
              <a:rPr lang="en-IN" dirty="0"/>
              <a:t>0: "Continue Monitoring",</a:t>
            </a:r>
          </a:p>
          <a:p>
            <a:pPr rtl="0"/>
            <a:r>
              <a:rPr lang="en-IN" dirty="0"/>
              <a:t>1: "Inspect Machine"</a:t>
            </a:r>
          </a:p>
          <a:p>
            <a:pPr rtl="0"/>
            <a:r>
              <a:rPr lang="en-IN" dirty="0"/>
              <a:t>})</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2659"/>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print(</a:t>
            </a:r>
          </a:p>
          <a:p>
            <a:r>
              <a:rPr lang="en-US" dirty="0"/>
              <a:t>    df[</a:t>
            </a:r>
          </a:p>
          <a:p>
            <a:r>
              <a:rPr lang="en-US" dirty="0"/>
              <a:t>        [</a:t>
            </a:r>
          </a:p>
          <a:p>
            <a:r>
              <a:rPr lang="en-US" dirty="0"/>
              <a:t>            "</a:t>
            </a:r>
            <a:r>
              <a:rPr lang="en-US" dirty="0" err="1"/>
              <a:t>Machine_ID</a:t>
            </a:r>
            <a:r>
              <a:rPr lang="en-US" dirty="0"/>
              <a:t>",</a:t>
            </a:r>
          </a:p>
          <a:p>
            <a:r>
              <a:rPr lang="en-US" dirty="0"/>
              <a:t>            "</a:t>
            </a:r>
            <a:r>
              <a:rPr lang="en-US" dirty="0" err="1"/>
              <a:t>Temperature_C</a:t>
            </a:r>
            <a:r>
              <a:rPr lang="en-US" dirty="0"/>
              <a:t>",</a:t>
            </a:r>
          </a:p>
          <a:p>
            <a:r>
              <a:rPr lang="en-US" dirty="0"/>
              <a:t>            "</a:t>
            </a:r>
            <a:r>
              <a:rPr lang="en-US" dirty="0" err="1"/>
              <a:t>Vibration_mm_s</a:t>
            </a:r>
            <a:r>
              <a:rPr lang="en-US" dirty="0"/>
              <a:t>",</a:t>
            </a:r>
          </a:p>
          <a:p>
            <a:r>
              <a:rPr lang="en-US" dirty="0"/>
              <a:t>            "</a:t>
            </a:r>
            <a:r>
              <a:rPr lang="en-US" dirty="0" err="1"/>
              <a:t>Predicted_Status</a:t>
            </a:r>
            <a:r>
              <a:rPr lang="en-US" dirty="0"/>
              <a:t>",</a:t>
            </a:r>
          </a:p>
          <a:p>
            <a:r>
              <a:rPr lang="en-US" dirty="0"/>
              <a:t>            "</a:t>
            </a:r>
            <a:r>
              <a:rPr lang="en-US" dirty="0" err="1"/>
              <a:t>Fault_Probability</a:t>
            </a:r>
            <a:r>
              <a:rPr lang="en-US" dirty="0"/>
              <a:t>",</a:t>
            </a:r>
          </a:p>
          <a:p>
            <a:r>
              <a:rPr lang="en-US" dirty="0"/>
              <a:t>            "</a:t>
            </a:r>
            <a:r>
              <a:rPr lang="en-US" dirty="0" err="1"/>
              <a:t>Maintenance_Action</a:t>
            </a:r>
            <a:r>
              <a:rPr lang="en-US" dirty="0"/>
              <a:t>"</a:t>
            </a:r>
          </a:p>
          <a:p>
            <a:r>
              <a:rPr lang="en-US" dirty="0"/>
              <a:t>        ]</a:t>
            </a:r>
          </a:p>
          <a:p>
            <a:r>
              <a:rPr lang="en-US" dirty="0"/>
              <a:t>    ].head(10)</a:t>
            </a:r>
          </a:p>
          <a:p>
            <a:r>
              <a:rPr lang="en-US" dirty="0"/>
              <a:t>)</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317573"/>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def </a:t>
            </a:r>
            <a:r>
              <a:rPr lang="en-US" dirty="0" err="1"/>
              <a:t>assign_risk</a:t>
            </a:r>
            <a:r>
              <a:rPr lang="en-US" dirty="0"/>
              <a:t>(probability):</a:t>
            </a:r>
          </a:p>
          <a:p>
            <a:endParaRPr lang="en-US" dirty="0"/>
          </a:p>
          <a:p>
            <a:r>
              <a:rPr lang="en-US" dirty="0"/>
              <a:t>    if probability &gt;= 0.70:</a:t>
            </a:r>
          </a:p>
          <a:p>
            <a:r>
              <a:rPr lang="en-US" dirty="0"/>
              <a:t>        return "High"</a:t>
            </a:r>
          </a:p>
          <a:p>
            <a:endParaRPr lang="en-US" dirty="0"/>
          </a:p>
          <a:p>
            <a:r>
              <a:rPr lang="en-US" dirty="0"/>
              <a:t>    </a:t>
            </a:r>
            <a:r>
              <a:rPr lang="en-US" dirty="0" err="1"/>
              <a:t>elif</a:t>
            </a:r>
            <a:r>
              <a:rPr lang="en-US" dirty="0"/>
              <a:t> probability &gt;= 0.40:</a:t>
            </a:r>
          </a:p>
          <a:p>
            <a:r>
              <a:rPr lang="en-US" dirty="0"/>
              <a:t>        return "Medium"</a:t>
            </a:r>
          </a:p>
          <a:p>
            <a:endParaRPr lang="en-US" dirty="0"/>
          </a:p>
          <a:p>
            <a:r>
              <a:rPr lang="en-US" dirty="0"/>
              <a:t>    else:</a:t>
            </a:r>
          </a:p>
          <a:p>
            <a:r>
              <a:rPr lang="en-US" dirty="0"/>
              <a:t>        return "Low"</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0043704"/>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Apply it:</a:t>
            </a:r>
          </a:p>
          <a:p>
            <a:pPr rtl="0"/>
            <a:r>
              <a:rPr lang="en-US" dirty="0"/>
              <a:t>df["</a:t>
            </a:r>
            <a:r>
              <a:rPr lang="en-US" dirty="0" err="1"/>
              <a:t>Risk_Level</a:t>
            </a:r>
            <a:r>
              <a:rPr lang="en-US" dirty="0"/>
              <a:t>"] = (</a:t>
            </a:r>
          </a:p>
          <a:p>
            <a:pPr rtl="0"/>
            <a:r>
              <a:rPr lang="en-US" dirty="0"/>
              <a:t>df["</a:t>
            </a:r>
            <a:r>
              <a:rPr lang="en-US" dirty="0" err="1"/>
              <a:t>Fault_Probability</a:t>
            </a:r>
            <a:r>
              <a:rPr lang="en-US" dirty="0"/>
              <a:t>"]</a:t>
            </a:r>
          </a:p>
          <a:p>
            <a:pPr rtl="0"/>
            <a:r>
              <a:rPr lang="en-US" dirty="0"/>
              <a:t>.apply(</a:t>
            </a:r>
            <a:r>
              <a:rPr lang="en-US" dirty="0" err="1"/>
              <a:t>assign_risk</a:t>
            </a:r>
            <a:r>
              <a:rPr lang="en-US" dirty="0"/>
              <a:t>)</a:t>
            </a:r>
          </a:p>
          <a:p>
            <a:pPr rtl="0"/>
            <a:r>
              <a:rPr lang="en-US" dirty="0"/>
              <a:t>)</a:t>
            </a:r>
          </a:p>
          <a:p>
            <a:r>
              <a:rPr lang="en-US" dirty="0"/>
              <a:t>Now create the predictive-maintenance report:</a:t>
            </a:r>
          </a:p>
          <a:p>
            <a:pPr rtl="0"/>
            <a:r>
              <a:rPr lang="en-US" dirty="0" err="1"/>
              <a:t>report_columns</a:t>
            </a:r>
            <a:r>
              <a:rPr lang="en-US" dirty="0"/>
              <a:t> = [</a:t>
            </a:r>
          </a:p>
          <a:p>
            <a:pPr rtl="0"/>
            <a:r>
              <a:rPr lang="en-US" dirty="0"/>
              <a:t>"</a:t>
            </a:r>
            <a:r>
              <a:rPr lang="en-US" dirty="0" err="1"/>
              <a:t>Machine_ID</a:t>
            </a:r>
            <a:r>
              <a:rPr lang="en-US" dirty="0"/>
              <a:t>",</a:t>
            </a:r>
          </a:p>
          <a:p>
            <a:pPr rtl="0"/>
            <a:r>
              <a:rPr lang="en-US" dirty="0"/>
              <a:t>"</a:t>
            </a:r>
            <a:r>
              <a:rPr lang="en-US" dirty="0" err="1"/>
              <a:t>Temperature_C</a:t>
            </a:r>
            <a:r>
              <a:rPr lang="en-US" dirty="0"/>
              <a:t>",</a:t>
            </a:r>
          </a:p>
          <a:p>
            <a:pPr rtl="0"/>
            <a:r>
              <a:rPr lang="en-US" dirty="0"/>
              <a:t>"</a:t>
            </a:r>
            <a:r>
              <a:rPr lang="en-US" dirty="0" err="1"/>
              <a:t>Pressure_bar</a:t>
            </a:r>
            <a:r>
              <a:rPr lang="en-US" dirty="0"/>
              <a:t>",</a:t>
            </a:r>
          </a:p>
          <a:p>
            <a:pPr rtl="0"/>
            <a:r>
              <a:rPr lang="en-US" dirty="0"/>
              <a:t>"</a:t>
            </a:r>
            <a:r>
              <a:rPr lang="en-US" dirty="0" err="1"/>
              <a:t>Vibration_mm_s</a:t>
            </a:r>
            <a:r>
              <a:rPr lang="en-US" dirty="0"/>
              <a:t>",</a:t>
            </a:r>
          </a:p>
          <a:p>
            <a:pPr rtl="0"/>
            <a:r>
              <a:rPr lang="en-US" dirty="0"/>
              <a:t>"RPM",</a:t>
            </a:r>
          </a:p>
          <a:p>
            <a:pPr rtl="0"/>
            <a:r>
              <a:rPr lang="en-US" dirty="0"/>
              <a:t>"</a:t>
            </a:r>
            <a:r>
              <a:rPr lang="en-US" dirty="0" err="1"/>
              <a:t>Quality_Score</a:t>
            </a:r>
            <a:r>
              <a:rPr lang="en-US" dirty="0"/>
              <a:t>",</a:t>
            </a:r>
          </a:p>
          <a:p>
            <a:pPr rtl="0"/>
            <a:r>
              <a:rPr lang="en-US" dirty="0"/>
              <a:t>"</a:t>
            </a:r>
            <a:r>
              <a:rPr lang="en-US" dirty="0" err="1"/>
              <a:t>Predicted_Status</a:t>
            </a:r>
            <a:r>
              <a:rPr lang="en-US" dirty="0"/>
              <a:t>",</a:t>
            </a:r>
          </a:p>
          <a:p>
            <a:pPr rtl="0"/>
            <a:r>
              <a:rPr lang="en-US" dirty="0"/>
              <a:t>"</a:t>
            </a:r>
            <a:r>
              <a:rPr lang="en-US" dirty="0" err="1"/>
              <a:t>Fault_Probability</a:t>
            </a:r>
            <a:r>
              <a:rPr lang="en-US" dirty="0"/>
              <a:t>",</a:t>
            </a:r>
          </a:p>
          <a:p>
            <a:pPr rtl="0"/>
            <a:r>
              <a:rPr lang="en-US" dirty="0"/>
              <a:t>"</a:t>
            </a:r>
            <a:r>
              <a:rPr lang="en-US" dirty="0" err="1"/>
              <a:t>Risk_Level</a:t>
            </a:r>
            <a:r>
              <a:rPr lang="en-US" dirty="0"/>
              <a:t>",</a:t>
            </a:r>
          </a:p>
          <a:p>
            <a:pPr rtl="0"/>
            <a:r>
              <a:rPr lang="en-US" dirty="0"/>
              <a:t>"</a:t>
            </a:r>
            <a:r>
              <a:rPr lang="en-US" dirty="0" err="1"/>
              <a:t>Maintenance_Action</a:t>
            </a:r>
            <a:r>
              <a:rPr lang="en-US" dirty="0"/>
              <a:t>"</a:t>
            </a:r>
          </a:p>
          <a:p>
            <a:pPr rtl="0"/>
            <a:r>
              <a:rPr lang="en-US" dirty="0"/>
              <a:t>]</a:t>
            </a:r>
          </a:p>
          <a:p>
            <a:pPr rtl="0"/>
            <a:br>
              <a:rPr lang="en-US" dirty="0"/>
            </a:br>
            <a:endParaRPr lang="en-US" dirty="0"/>
          </a:p>
          <a:p>
            <a:pPr rtl="0"/>
            <a:r>
              <a:rPr lang="en-US" dirty="0" err="1"/>
              <a:t>maintenance_report</a:t>
            </a:r>
            <a:r>
              <a:rPr lang="en-US" dirty="0"/>
              <a:t> = df[</a:t>
            </a:r>
          </a:p>
          <a:p>
            <a:pPr rtl="0"/>
            <a:r>
              <a:rPr lang="en-US" dirty="0" err="1"/>
              <a:t>report_columns</a:t>
            </a:r>
            <a:endParaRPr lang="en-US" dirty="0"/>
          </a:p>
          <a:p>
            <a:pPr rtl="0"/>
            <a:r>
              <a:rPr lang="en-US" dirty="0"/>
              <a:t>].copy()</a:t>
            </a:r>
          </a:p>
          <a:p>
            <a:r>
              <a:rPr lang="en-US" dirty="0"/>
              <a:t>Sort higher-risk predictions first:</a:t>
            </a:r>
          </a:p>
          <a:p>
            <a:pPr rtl="0"/>
            <a:r>
              <a:rPr lang="en-US" dirty="0" err="1"/>
              <a:t>maintenance_report</a:t>
            </a:r>
            <a:r>
              <a:rPr lang="en-US" dirty="0"/>
              <a:t> = (</a:t>
            </a:r>
          </a:p>
          <a:p>
            <a:pPr rtl="0"/>
            <a:r>
              <a:rPr lang="en-US" dirty="0" err="1"/>
              <a:t>maintenance_report</a:t>
            </a:r>
            <a:endParaRPr lang="en-US" dirty="0"/>
          </a:p>
          <a:p>
            <a:pPr rtl="0"/>
            <a:r>
              <a:rPr lang="en-US" dirty="0"/>
              <a:t>.</a:t>
            </a:r>
            <a:r>
              <a:rPr lang="en-US" dirty="0" err="1"/>
              <a:t>sort_values</a:t>
            </a:r>
            <a:r>
              <a:rPr lang="en-US" dirty="0"/>
              <a:t>(</a:t>
            </a:r>
          </a:p>
          <a:p>
            <a:pPr rtl="0"/>
            <a:r>
              <a:rPr lang="en-US" dirty="0"/>
              <a:t>by="</a:t>
            </a:r>
            <a:r>
              <a:rPr lang="en-US" dirty="0" err="1"/>
              <a:t>Fault_Probability</a:t>
            </a:r>
            <a:r>
              <a:rPr lang="en-US" dirty="0"/>
              <a:t>",</a:t>
            </a:r>
          </a:p>
          <a:p>
            <a:pPr rtl="0"/>
            <a:r>
              <a:rPr lang="en-US" dirty="0"/>
              <a:t>ascending=False</a:t>
            </a:r>
          </a:p>
          <a:p>
            <a:pPr rtl="0"/>
            <a:r>
              <a:rPr lang="en-US" dirty="0"/>
              <a:t>)</a:t>
            </a:r>
          </a:p>
          <a:p>
            <a:pPr rtl="0"/>
            <a:r>
              <a:rPr lang="en-US" dirty="0"/>
              <a:t>)</a:t>
            </a:r>
          </a:p>
          <a:p>
            <a:r>
              <a:rPr lang="en-US" dirty="0"/>
              <a:t>Create the output directory and save:</a:t>
            </a:r>
          </a:p>
          <a:p>
            <a:pPr rtl="0"/>
            <a:r>
              <a:rPr lang="en-US" dirty="0" err="1"/>
              <a:t>output_path</a:t>
            </a:r>
            <a:r>
              <a:rPr lang="en-US" dirty="0"/>
              <a:t> = Path(</a:t>
            </a:r>
          </a:p>
          <a:p>
            <a:pPr rtl="0"/>
            <a:r>
              <a:rPr lang="en-US" dirty="0"/>
              <a:t>OUTPUT_FILE</a:t>
            </a:r>
          </a:p>
          <a:p>
            <a:pPr rtl="0"/>
            <a:r>
              <a:rPr lang="en-US" dirty="0"/>
              <a:t>)</a:t>
            </a:r>
          </a:p>
          <a:p>
            <a:pPr rtl="0"/>
            <a:br>
              <a:rPr lang="en-US" dirty="0"/>
            </a:br>
            <a:endParaRPr lang="en-US" dirty="0"/>
          </a:p>
          <a:p>
            <a:pPr rtl="0"/>
            <a:r>
              <a:rPr lang="en-US" dirty="0" err="1"/>
              <a:t>output_path.parent.mkdir</a:t>
            </a:r>
            <a:r>
              <a:rPr lang="en-US" dirty="0"/>
              <a:t>(</a:t>
            </a:r>
          </a:p>
          <a:p>
            <a:pPr rtl="0"/>
            <a:r>
              <a:rPr lang="en-US" dirty="0"/>
              <a:t>parents=True,</a:t>
            </a:r>
          </a:p>
          <a:p>
            <a:pPr rtl="0"/>
            <a:r>
              <a:rPr lang="en-US" dirty="0" err="1"/>
              <a:t>exist_ok</a:t>
            </a:r>
            <a:r>
              <a:rPr lang="en-US" dirty="0"/>
              <a:t>=True</a:t>
            </a:r>
          </a:p>
          <a:p>
            <a:pPr rtl="0"/>
            <a:r>
              <a:rPr lang="en-US" dirty="0"/>
              <a:t>)</a:t>
            </a:r>
          </a:p>
          <a:p>
            <a:pPr rtl="0"/>
            <a:br>
              <a:rPr lang="en-US" dirty="0"/>
            </a:br>
            <a:endParaRPr lang="en-US" dirty="0"/>
          </a:p>
          <a:p>
            <a:pPr rtl="0"/>
            <a:r>
              <a:rPr lang="en-US" dirty="0" err="1"/>
              <a:t>maintenance_report.to_csv</a:t>
            </a:r>
            <a:r>
              <a:rPr lang="en-US" dirty="0"/>
              <a:t>(</a:t>
            </a:r>
          </a:p>
          <a:p>
            <a:pPr rtl="0"/>
            <a:r>
              <a:rPr lang="en-US" dirty="0" err="1"/>
              <a:t>output_path</a:t>
            </a:r>
            <a:r>
              <a:rPr lang="en-US" dirty="0"/>
              <a:t>,</a:t>
            </a:r>
          </a:p>
          <a:p>
            <a:pPr rtl="0"/>
            <a:r>
              <a:rPr lang="en-US" dirty="0"/>
              <a:t>index=False</a:t>
            </a:r>
          </a:p>
          <a:p>
            <a:pPr rtl="0"/>
            <a:r>
              <a:rPr lang="en-US" dirty="0"/>
              <a:t>)</a:t>
            </a:r>
          </a:p>
          <a:p>
            <a:r>
              <a:rPr lang="en-US" dirty="0"/>
              <a:t>Display the highest-risk records:</a:t>
            </a:r>
          </a:p>
          <a:p>
            <a:pPr rtl="0"/>
            <a:r>
              <a:rPr lang="en-US" dirty="0"/>
              <a:t>print("\n--- TOP PREDICTIVE MAINTENANCE ALERTS ---")</a:t>
            </a:r>
          </a:p>
          <a:p>
            <a:pPr rtl="0"/>
            <a:br>
              <a:rPr lang="en-US" dirty="0"/>
            </a:br>
            <a:endParaRPr lang="en-US" dirty="0"/>
          </a:p>
          <a:p>
            <a:pPr rtl="0"/>
            <a:r>
              <a:rPr lang="en-US" dirty="0"/>
              <a:t>print(</a:t>
            </a:r>
          </a:p>
          <a:p>
            <a:pPr rtl="0"/>
            <a:r>
              <a:rPr lang="en-US" dirty="0" err="1"/>
              <a:t>maintenance_report.head</a:t>
            </a:r>
            <a:r>
              <a:rPr lang="en-US" dirty="0"/>
              <a:t>(10)</a:t>
            </a:r>
          </a:p>
          <a:p>
            <a:pPr rtl="0"/>
            <a:r>
              <a:rPr lang="en-US" dirty="0"/>
              <a:t>)</a:t>
            </a:r>
          </a:p>
          <a:p>
            <a:r>
              <a:rPr lang="en-US" dirty="0"/>
              <a:t>Finish with:</a:t>
            </a:r>
          </a:p>
          <a:p>
            <a:pPr rtl="0"/>
            <a:r>
              <a:rPr lang="en-US" dirty="0"/>
              <a:t>print("\</a:t>
            </a:r>
            <a:r>
              <a:rPr lang="en-US" dirty="0" err="1"/>
              <a:t>nPredictive</a:t>
            </a:r>
            <a:r>
              <a:rPr lang="en-US" dirty="0"/>
              <a:t> maintenance report created successfully.")</a:t>
            </a:r>
          </a:p>
          <a:p>
            <a:pPr rtl="0"/>
            <a:br>
              <a:rPr lang="en-US" dirty="0"/>
            </a:br>
            <a:endParaRPr lang="en-US" dirty="0"/>
          </a:p>
          <a:p>
            <a:pPr rtl="0"/>
            <a:r>
              <a:rPr lang="en-US" dirty="0"/>
              <a:t>print("\</a:t>
            </a:r>
            <a:r>
              <a:rPr lang="en-US" dirty="0" err="1"/>
              <a:t>nOutput</a:t>
            </a:r>
            <a:r>
              <a:rPr lang="en-US" dirty="0"/>
              <a:t>:")</a:t>
            </a:r>
          </a:p>
          <a:p>
            <a:pPr rtl="0"/>
            <a:r>
              <a:rPr lang="en-US" dirty="0"/>
              <a:t>print(OUTPUT_FILE)</a:t>
            </a:r>
          </a:p>
          <a:p>
            <a:pPr rtl="0"/>
            <a:br>
              <a:rPr lang="en-US" dirty="0"/>
            </a:br>
            <a:endParaRPr lang="en-US" dirty="0"/>
          </a:p>
          <a:p>
            <a:pPr rtl="0"/>
            <a:r>
              <a:rPr lang="en-US" dirty="0"/>
              <a:t>print("\</a:t>
            </a:r>
            <a:r>
              <a:rPr lang="en-US" dirty="0" err="1"/>
              <a:t>nModule</a:t>
            </a:r>
            <a:r>
              <a:rPr lang="en-US" dirty="0"/>
              <a:t> 9 completed successfully.")</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1470282"/>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dirty="0"/>
              <a:t>python Module_9/module9_end_to_end_workflow.py</a:t>
            </a:r>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2466187"/>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Solution:</a:t>
            </a:r>
            <a:br>
              <a:rPr lang="en-US" dirty="0"/>
            </a:br>
            <a:r>
              <a:rPr lang="en-US" dirty="0"/>
              <a:t>Industrial data must first be collected and prepared before meaningful features and predictive models can be developed. The model is then evaluated before predictions are used for engineering decisions.</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7310558"/>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C</a:t>
            </a:r>
            <a:endParaRPr lang="en-US" dirty="0"/>
          </a:p>
          <a:p>
            <a:r>
              <a:rPr lang="en-US" b="1" dirty="0"/>
              <a:t>Solution:</a:t>
            </a:r>
            <a:br>
              <a:rPr lang="en-US" dirty="0"/>
            </a:br>
            <a:r>
              <a:rPr lang="en-US" dirty="0"/>
              <a:t>Recall measures how many actual positive cases, such as equipment faults, are successfully detected. Higher recall reduces the proportion of genuine faults that the model fails to identify.</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4962872"/>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7492805"/>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A difference between training and production processing can significantly affect prediction quality, even when the underlying model itself has not changed.</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1483484"/>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architecture illustrates how a </a:t>
            </a:r>
            <a:r>
              <a:rPr lang="en-US" b="1" dirty="0"/>
              <a:t>predictive analytics model operates after deployment in an industrial production environment</a:t>
            </a:r>
            <a:r>
              <a:rPr lang="en-US" dirty="0"/>
              <a:t>. Data generated by sensors, machines and production systems flows through a data pipeline where it is validated, cleaned and transformed. Feature engineering converts this information into model-ready variables such as lag values, rolling statistics and aggregated features. The deployed predictive model processes these features to estimate outcomes such as equipment failure risk, quality risk or process conditions. These predictions are then translated into practical engineering actions, including </a:t>
            </a:r>
            <a:r>
              <a:rPr lang="en-US" b="1" dirty="0"/>
              <a:t>maintenance, inspection or process adjustments</a:t>
            </a:r>
            <a:r>
              <a:rPr lang="en-US" dirty="0"/>
              <a:t>. This enables organisations to move from reactive operations towards continuous, data-driven and proactive industrial decision-making.</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3886172"/>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4685125"/>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The choice should reflect engineering requirements rather than simply selecting the fastest architecture.</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7174778"/>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r>
              <a:rPr lang="en-US" dirty="0"/>
              <a:t>This infographic compares </a:t>
            </a:r>
            <a:r>
              <a:rPr lang="en-US" b="1" dirty="0"/>
              <a:t>batch and real-time model inference in industrial analytics</a:t>
            </a:r>
            <a:r>
              <a:rPr lang="en-US" dirty="0"/>
              <a:t>. In real-time inference, incoming sensor or machine data is processed as it becomes available, allowing predictive models to generate immediate results. This approach is suitable for applications such as </a:t>
            </a:r>
            <a:r>
              <a:rPr lang="en-US" b="1" dirty="0"/>
              <a:t>fault detection, safety monitoring, anomaly alerts and rapid process control</a:t>
            </a:r>
            <a:r>
              <a:rPr lang="en-US" dirty="0"/>
              <a:t>. In batch inference, operational data is first accumulated in a database and then processed periodically, such as hourly, daily or by production shift. Batch processing is appropriate for </a:t>
            </a:r>
            <a:r>
              <a:rPr lang="en-US" b="1" dirty="0"/>
              <a:t>maintenance planning, quality analysis, production reporting and long-term performance assessment</a:t>
            </a:r>
            <a:r>
              <a:rPr lang="en-US" dirty="0"/>
              <a:t>. The appropriate approach depends on how quickly an industrial decision must be made.</a:t>
            </a: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8356974"/>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8937295"/>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8662664"/>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pPr>
              <a:buFont typeface="+mj-lt"/>
              <a:buNone/>
            </a:pPr>
            <a:endParaRPr lang="en-GB" noProof="0"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3526343"/>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2188795"/>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Load the model:</a:t>
            </a:r>
          </a:p>
          <a:p>
            <a:pPr rtl="0"/>
            <a:r>
              <a:rPr lang="en-IN" dirty="0"/>
              <a:t>import </a:t>
            </a:r>
            <a:r>
              <a:rPr lang="en-IN" dirty="0" err="1"/>
              <a:t>joblib</a:t>
            </a:r>
            <a:endParaRPr lang="en-IN" dirty="0"/>
          </a:p>
          <a:p>
            <a:pPr rtl="0"/>
            <a:r>
              <a:rPr lang="en-IN" dirty="0"/>
              <a:t>import pandas as pd</a:t>
            </a:r>
          </a:p>
          <a:p>
            <a:pPr rtl="0"/>
            <a:br>
              <a:rPr lang="en-IN" dirty="0"/>
            </a:br>
            <a:endParaRPr lang="en-IN" dirty="0"/>
          </a:p>
          <a:p>
            <a:pPr rtl="0"/>
            <a:r>
              <a:rPr lang="en-IN" dirty="0"/>
              <a:t>MODEL_FILE = (</a:t>
            </a:r>
          </a:p>
          <a:p>
            <a:pPr rtl="0"/>
            <a:r>
              <a:rPr lang="en-IN" dirty="0"/>
              <a:t>"Module_7/output/"</a:t>
            </a:r>
          </a:p>
          <a:p>
            <a:pPr rtl="0"/>
            <a:r>
              <a:rPr lang="en-IN" dirty="0"/>
              <a:t>"</a:t>
            </a:r>
            <a:r>
              <a:rPr lang="en-IN" dirty="0" err="1"/>
              <a:t>classification_model.pkl</a:t>
            </a:r>
            <a:r>
              <a:rPr lang="en-IN" dirty="0"/>
              <a:t>"</a:t>
            </a:r>
          </a:p>
          <a:p>
            <a:pPr rtl="0"/>
            <a:r>
              <a:rPr lang="en-IN" dirty="0"/>
              <a:t>)</a:t>
            </a:r>
          </a:p>
          <a:p>
            <a:pPr rtl="0"/>
            <a:br>
              <a:rPr lang="en-IN" dirty="0"/>
            </a:br>
            <a:endParaRPr lang="en-IN" dirty="0"/>
          </a:p>
          <a:p>
            <a:pPr rtl="0"/>
            <a:r>
              <a:rPr lang="en-IN" dirty="0"/>
              <a:t>model = </a:t>
            </a:r>
            <a:r>
              <a:rPr lang="en-IN" dirty="0" err="1"/>
              <a:t>joblib.load</a:t>
            </a:r>
            <a:r>
              <a:rPr lang="en-IN" dirty="0"/>
              <a:t>(MODEL_FILE)</a:t>
            </a:r>
          </a:p>
          <a:p>
            <a:pPr rtl="0"/>
            <a:br>
              <a:rPr lang="en-IN" dirty="0"/>
            </a:br>
            <a:endParaRPr lang="en-IN" dirty="0"/>
          </a:p>
          <a:p>
            <a:pPr rtl="0"/>
            <a:r>
              <a:rPr lang="en-IN" dirty="0"/>
              <a:t>print("Production model loaded successfully.")</a:t>
            </a:r>
          </a:p>
          <a:p>
            <a:r>
              <a:rPr lang="en-IN" dirty="0"/>
              <a:t>This represents the deployment stage.</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244393"/>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DATA_FILE = (</a:t>
            </a:r>
          </a:p>
          <a:p>
            <a:r>
              <a:rPr lang="en-IN" dirty="0"/>
              <a:t>    "Module_6/output/"</a:t>
            </a:r>
          </a:p>
          <a:p>
            <a:r>
              <a:rPr lang="en-IN" dirty="0"/>
              <a:t>    "Module6_Model_Ready_Data.csv"</a:t>
            </a:r>
          </a:p>
          <a:p>
            <a:r>
              <a:rPr lang="en-IN" dirty="0"/>
              <a:t>)</a:t>
            </a:r>
          </a:p>
          <a:p>
            <a:endParaRPr lang="en-IN" dirty="0"/>
          </a:p>
          <a:p>
            <a:r>
              <a:rPr lang="en-IN" dirty="0"/>
              <a:t>df = </a:t>
            </a:r>
            <a:r>
              <a:rPr lang="en-IN" dirty="0" err="1"/>
              <a:t>pd.read_csv</a:t>
            </a:r>
            <a:r>
              <a:rPr lang="en-IN" dirty="0"/>
              <a:t>(DATA_FILE)</a:t>
            </a:r>
          </a:p>
          <a:p>
            <a:endParaRPr lang="en-US" dirty="0"/>
          </a:p>
          <a:p>
            <a:r>
              <a:rPr lang="en-IN" dirty="0"/>
              <a:t>features = [</a:t>
            </a:r>
          </a:p>
          <a:p>
            <a:r>
              <a:rPr lang="en-IN" dirty="0"/>
              <a:t>    "</a:t>
            </a:r>
            <a:r>
              <a:rPr lang="en-IN" dirty="0" err="1"/>
              <a:t>Temperature_C</a:t>
            </a:r>
            <a:r>
              <a:rPr lang="en-IN" dirty="0"/>
              <a:t>",</a:t>
            </a:r>
          </a:p>
          <a:p>
            <a:r>
              <a:rPr lang="en-IN" dirty="0"/>
              <a:t>    "</a:t>
            </a:r>
            <a:r>
              <a:rPr lang="en-IN" dirty="0" err="1"/>
              <a:t>Pressure_bar</a:t>
            </a:r>
            <a:r>
              <a:rPr lang="en-IN" dirty="0"/>
              <a:t>",</a:t>
            </a:r>
          </a:p>
          <a:p>
            <a:r>
              <a:rPr lang="en-IN" dirty="0"/>
              <a:t>    "</a:t>
            </a:r>
            <a:r>
              <a:rPr lang="en-IN" dirty="0" err="1"/>
              <a:t>Vibration_mm_s</a:t>
            </a:r>
            <a:r>
              <a:rPr lang="en-IN" dirty="0"/>
              <a:t>",</a:t>
            </a:r>
          </a:p>
          <a:p>
            <a:r>
              <a:rPr lang="en-IN" dirty="0"/>
              <a:t>    "RPM",</a:t>
            </a:r>
          </a:p>
          <a:p>
            <a:r>
              <a:rPr lang="en-IN" dirty="0"/>
              <a:t>    "</a:t>
            </a:r>
            <a:r>
              <a:rPr lang="en-IN" dirty="0" err="1"/>
              <a:t>Current_A</a:t>
            </a:r>
            <a:r>
              <a:rPr lang="en-IN" dirty="0"/>
              <a:t>",</a:t>
            </a:r>
          </a:p>
          <a:p>
            <a:r>
              <a:rPr lang="en-IN" dirty="0"/>
              <a:t>    "</a:t>
            </a:r>
            <a:r>
              <a:rPr lang="en-IN" dirty="0" err="1"/>
              <a:t>Humidity_pct</a:t>
            </a:r>
            <a:r>
              <a:rPr lang="en-IN" dirty="0"/>
              <a:t>",</a:t>
            </a:r>
          </a:p>
          <a:p>
            <a:r>
              <a:rPr lang="en-IN" dirty="0"/>
              <a:t>    "</a:t>
            </a:r>
            <a:r>
              <a:rPr lang="en-IN" dirty="0" err="1"/>
              <a:t>Production_Rate</a:t>
            </a:r>
            <a:r>
              <a:rPr lang="en-IN" dirty="0"/>
              <a:t>",</a:t>
            </a:r>
          </a:p>
          <a:p>
            <a:r>
              <a:rPr lang="en-IN" dirty="0"/>
              <a:t>    "</a:t>
            </a:r>
            <a:r>
              <a:rPr lang="en-IN" dirty="0" err="1"/>
              <a:t>Quality_Score</a:t>
            </a:r>
            <a:r>
              <a:rPr lang="en-IN" dirty="0"/>
              <a:t>",</a:t>
            </a:r>
          </a:p>
          <a:p>
            <a:r>
              <a:rPr lang="en-IN" dirty="0"/>
              <a:t>    "</a:t>
            </a:r>
            <a:r>
              <a:rPr lang="en-IN" dirty="0" err="1"/>
              <a:t>Temp_Pressure_Index</a:t>
            </a:r>
            <a:r>
              <a:rPr lang="en-IN" dirty="0"/>
              <a:t>",</a:t>
            </a:r>
          </a:p>
          <a:p>
            <a:r>
              <a:rPr lang="en-IN" dirty="0"/>
              <a:t>    "</a:t>
            </a:r>
            <a:r>
              <a:rPr lang="en-IN" dirty="0" err="1"/>
              <a:t>Vibration_RPM_Ratio</a:t>
            </a:r>
            <a:r>
              <a:rPr lang="en-IN" dirty="0"/>
              <a:t>",</a:t>
            </a:r>
          </a:p>
          <a:p>
            <a:r>
              <a:rPr lang="en-IN" dirty="0"/>
              <a:t>    "</a:t>
            </a:r>
            <a:r>
              <a:rPr lang="en-IN" dirty="0" err="1"/>
              <a:t>Production_Quality_Index</a:t>
            </a:r>
            <a:r>
              <a:rPr lang="en-IN" dirty="0"/>
              <a:t>",</a:t>
            </a:r>
          </a:p>
          <a:p>
            <a:r>
              <a:rPr lang="en-IN" dirty="0"/>
              <a:t>    "Temperature_Rolling_Mean_3",</a:t>
            </a:r>
          </a:p>
          <a:p>
            <a:r>
              <a:rPr lang="en-IN" dirty="0"/>
              <a:t>    "Vibration_Rolling_Mean_3",</a:t>
            </a:r>
          </a:p>
          <a:p>
            <a:r>
              <a:rPr lang="en-IN" dirty="0"/>
              <a:t>    "Temperature_Lag_1",</a:t>
            </a:r>
          </a:p>
          <a:p>
            <a:r>
              <a:rPr lang="en-IN" dirty="0"/>
              <a:t>    "Vibration_Lag_1",</a:t>
            </a:r>
          </a:p>
          <a:p>
            <a:r>
              <a:rPr lang="en-IN" dirty="0"/>
              <a:t>    "</a:t>
            </a:r>
            <a:r>
              <a:rPr lang="en-IN" dirty="0" err="1"/>
              <a:t>Machine_Avg_Temperature</a:t>
            </a:r>
            <a:r>
              <a:rPr lang="en-IN" dirty="0"/>
              <a:t>",</a:t>
            </a:r>
          </a:p>
          <a:p>
            <a:r>
              <a:rPr lang="en-IN" dirty="0"/>
              <a:t>    "</a:t>
            </a:r>
            <a:r>
              <a:rPr lang="en-IN" dirty="0" err="1"/>
              <a:t>Machine_Avg_Vibration</a:t>
            </a:r>
            <a:r>
              <a:rPr lang="en-IN" dirty="0"/>
              <a:t>",</a:t>
            </a:r>
          </a:p>
          <a:p>
            <a:r>
              <a:rPr lang="en-IN" dirty="0"/>
              <a:t>    "</a:t>
            </a:r>
            <a:r>
              <a:rPr lang="en-IN" dirty="0" err="1"/>
              <a:t>Machine_Avg_Production</a:t>
            </a:r>
            <a:r>
              <a:rPr lang="en-IN" dirty="0"/>
              <a:t>",</a:t>
            </a:r>
          </a:p>
          <a:p>
            <a:r>
              <a:rPr lang="en-IN" dirty="0"/>
              <a:t>    "Hour",</a:t>
            </a:r>
          </a:p>
          <a:p>
            <a:r>
              <a:rPr lang="en-IN" dirty="0"/>
              <a:t>    "Day",</a:t>
            </a:r>
          </a:p>
          <a:p>
            <a:r>
              <a:rPr lang="en-IN" dirty="0"/>
              <a:t>    "Month"</a:t>
            </a:r>
          </a:p>
          <a:p>
            <a:r>
              <a:rPr lang="en-IN" dirty="0"/>
              <a:t>]</a:t>
            </a:r>
          </a:p>
          <a:p>
            <a:endParaRPr lang="en-IN" dirty="0"/>
          </a:p>
          <a:p>
            <a:r>
              <a:rPr lang="en-IN" dirty="0"/>
              <a:t>X = df[features]</a:t>
            </a:r>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2806007"/>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dirty="0"/>
              <a:t>Generate batch predictions:</a:t>
            </a:r>
          </a:p>
          <a:p>
            <a:pPr rtl="0"/>
            <a:r>
              <a:rPr lang="en-IN" dirty="0"/>
              <a:t>df["</a:t>
            </a:r>
            <a:r>
              <a:rPr lang="en-IN" dirty="0" err="1"/>
              <a:t>Predicted_Fault</a:t>
            </a:r>
            <a:r>
              <a:rPr lang="en-IN" dirty="0"/>
              <a:t>"] = </a:t>
            </a:r>
            <a:r>
              <a:rPr lang="en-IN" dirty="0" err="1"/>
              <a:t>model.predict</a:t>
            </a:r>
            <a:r>
              <a:rPr lang="en-IN" dirty="0"/>
              <a:t>(X)</a:t>
            </a:r>
          </a:p>
          <a:p>
            <a:pPr rtl="0"/>
            <a:br>
              <a:rPr lang="en-IN" dirty="0"/>
            </a:br>
            <a:endParaRPr lang="en-IN" dirty="0"/>
          </a:p>
          <a:p>
            <a:pPr rtl="0"/>
            <a:r>
              <a:rPr lang="en-IN" dirty="0"/>
              <a:t>df["</a:t>
            </a:r>
            <a:r>
              <a:rPr lang="en-IN" dirty="0" err="1"/>
              <a:t>Fault_Probability</a:t>
            </a:r>
            <a:r>
              <a:rPr lang="en-IN" dirty="0"/>
              <a:t>"] = (</a:t>
            </a:r>
          </a:p>
          <a:p>
            <a:pPr rtl="0"/>
            <a:r>
              <a:rPr lang="en-IN" dirty="0" err="1"/>
              <a:t>model.predict_proba</a:t>
            </a:r>
            <a:r>
              <a:rPr lang="en-IN" dirty="0"/>
              <a:t>(X)[:, 1]</a:t>
            </a:r>
          </a:p>
          <a:p>
            <a:pPr rtl="0"/>
            <a:r>
              <a:rPr lang="en-IN" dirty="0"/>
              <a:t>)</a:t>
            </a:r>
          </a:p>
          <a:p>
            <a:r>
              <a:rPr lang="en-IN" dirty="0"/>
              <a:t>Save:</a:t>
            </a:r>
          </a:p>
          <a:p>
            <a:pPr rtl="0"/>
            <a:r>
              <a:rPr lang="en-IN" dirty="0" err="1"/>
              <a:t>df.to_csv</a:t>
            </a:r>
            <a:r>
              <a:rPr lang="en-IN" dirty="0"/>
              <a:t>(</a:t>
            </a:r>
          </a:p>
          <a:p>
            <a:pPr rtl="0"/>
            <a:r>
              <a:rPr lang="en-IN" dirty="0"/>
              <a:t>"Module_10/output/"</a:t>
            </a:r>
          </a:p>
          <a:p>
            <a:pPr rtl="0"/>
            <a:r>
              <a:rPr lang="en-IN" dirty="0"/>
              <a:t>"Batch_Predictions.csv",</a:t>
            </a:r>
          </a:p>
          <a:p>
            <a:pPr rtl="0"/>
            <a:r>
              <a:rPr lang="en-IN" dirty="0"/>
              <a:t>index=False</a:t>
            </a:r>
          </a:p>
          <a:p>
            <a:pPr rtl="0"/>
            <a:r>
              <a:rPr lang="en-IN" dirty="0"/>
              <a:t>)</a:t>
            </a:r>
          </a:p>
          <a:p>
            <a:r>
              <a:rPr lang="en-IN" dirty="0"/>
              <a:t>This covers </a:t>
            </a:r>
            <a:r>
              <a:rPr lang="en-IN" b="1" dirty="0"/>
              <a:t>batch inference</a:t>
            </a:r>
            <a:r>
              <a:rPr lang="en-IN" dirty="0"/>
              <a:t>.</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4387086"/>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US" b="1" dirty="0"/>
              <a:t>Step 3 — Simulate Real-Time Inference</a:t>
            </a:r>
          </a:p>
          <a:p>
            <a:r>
              <a:rPr lang="en-US" dirty="0"/>
              <a:t>Instead of building a full web API, use one incoming machine reading as a real-time simulation.</a:t>
            </a:r>
          </a:p>
          <a:p>
            <a:r>
              <a:rPr lang="en-US" dirty="0"/>
              <a:t>Take one row:</a:t>
            </a:r>
          </a:p>
          <a:p>
            <a:pPr rtl="0"/>
            <a:r>
              <a:rPr lang="en-US" dirty="0" err="1"/>
              <a:t>new_machine_reading</a:t>
            </a:r>
            <a:r>
              <a:rPr lang="en-US" dirty="0"/>
              <a:t> = </a:t>
            </a:r>
            <a:r>
              <a:rPr lang="en-US" dirty="0" err="1"/>
              <a:t>X.iloc</a:t>
            </a:r>
            <a:r>
              <a:rPr lang="en-US" dirty="0"/>
              <a:t>[[0]]</a:t>
            </a:r>
          </a:p>
          <a:p>
            <a:r>
              <a:rPr lang="en-US" dirty="0"/>
              <a:t>Predict:</a:t>
            </a:r>
          </a:p>
          <a:p>
            <a:pPr rtl="0"/>
            <a:r>
              <a:rPr lang="en-US" dirty="0"/>
              <a:t>prediction = </a:t>
            </a:r>
            <a:r>
              <a:rPr lang="en-US" dirty="0" err="1"/>
              <a:t>model.predict</a:t>
            </a:r>
            <a:r>
              <a:rPr lang="en-US" dirty="0"/>
              <a:t>(</a:t>
            </a:r>
          </a:p>
          <a:p>
            <a:pPr rtl="0"/>
            <a:r>
              <a:rPr lang="en-US" dirty="0" err="1"/>
              <a:t>new_machine_reading</a:t>
            </a:r>
            <a:endParaRPr lang="en-US" dirty="0"/>
          </a:p>
          <a:p>
            <a:pPr rtl="0"/>
            <a:r>
              <a:rPr lang="en-US" dirty="0"/>
              <a:t>)[0]</a:t>
            </a:r>
          </a:p>
          <a:p>
            <a:pPr rtl="0"/>
            <a:br>
              <a:rPr lang="en-US" dirty="0"/>
            </a:br>
            <a:endParaRPr lang="en-US" dirty="0"/>
          </a:p>
          <a:p>
            <a:pPr rtl="0"/>
            <a:r>
              <a:rPr lang="en-US" dirty="0"/>
              <a:t>probability = </a:t>
            </a:r>
            <a:r>
              <a:rPr lang="en-US" dirty="0" err="1"/>
              <a:t>model.predict_proba</a:t>
            </a:r>
            <a:r>
              <a:rPr lang="en-US" dirty="0"/>
              <a:t>(</a:t>
            </a:r>
          </a:p>
          <a:p>
            <a:pPr rtl="0"/>
            <a:r>
              <a:rPr lang="en-US" dirty="0" err="1"/>
              <a:t>new_machine_reading</a:t>
            </a:r>
            <a:endParaRPr lang="en-US" dirty="0"/>
          </a:p>
          <a:p>
            <a:pPr rtl="0"/>
            <a:r>
              <a:rPr lang="en-US" dirty="0"/>
              <a:t>)[0][1]</a:t>
            </a:r>
          </a:p>
          <a:p>
            <a:r>
              <a:rPr lang="en-US" dirty="0"/>
              <a:t>Display:</a:t>
            </a:r>
          </a:p>
          <a:p>
            <a:pPr rtl="0"/>
            <a:r>
              <a:rPr lang="en-US" dirty="0"/>
              <a:t>print("\n--- REAL-TIME INFERENCE ---")</a:t>
            </a:r>
          </a:p>
          <a:p>
            <a:pPr rtl="0"/>
            <a:br>
              <a:rPr lang="en-US" dirty="0"/>
            </a:br>
            <a:endParaRPr lang="en-US" dirty="0"/>
          </a:p>
          <a:p>
            <a:pPr rtl="0"/>
            <a:r>
              <a:rPr lang="en-US" dirty="0"/>
              <a:t>print("Predicted Fault:", prediction)</a:t>
            </a:r>
          </a:p>
          <a:p>
            <a:pPr rtl="0"/>
            <a:br>
              <a:rPr lang="en-US" dirty="0"/>
            </a:br>
            <a:endParaRPr lang="en-US" dirty="0"/>
          </a:p>
          <a:p>
            <a:pPr rtl="0"/>
            <a:r>
              <a:rPr lang="en-US" dirty="0"/>
              <a:t>print(</a:t>
            </a:r>
          </a:p>
          <a:p>
            <a:pPr rtl="0"/>
            <a:r>
              <a:rPr lang="en-US" dirty="0"/>
              <a:t>"Fault Probability:",</a:t>
            </a:r>
          </a:p>
          <a:p>
            <a:pPr rtl="0"/>
            <a:r>
              <a:rPr lang="en-US" dirty="0"/>
              <a:t>round(probability, 4)</a:t>
            </a:r>
          </a:p>
          <a:p>
            <a:pPr rtl="0"/>
            <a:r>
              <a:rPr lang="en-US" dirty="0"/>
              <a:t>)</a:t>
            </a:r>
          </a:p>
          <a:p>
            <a:r>
              <a:rPr lang="en-US" dirty="0"/>
              <a:t>Interpret:</a:t>
            </a:r>
          </a:p>
          <a:p>
            <a:pPr rtl="0"/>
            <a:r>
              <a:rPr lang="en-US" dirty="0"/>
              <a:t>if prediction == 1:</a:t>
            </a:r>
          </a:p>
          <a:p>
            <a:pPr rtl="0"/>
            <a:r>
              <a:rPr lang="en-US" dirty="0"/>
              <a:t>print("Action: Inspect machine.")</a:t>
            </a:r>
          </a:p>
          <a:p>
            <a:pPr rtl="0"/>
            <a:r>
              <a:rPr lang="en-US" dirty="0"/>
              <a:t>else:</a:t>
            </a:r>
          </a:p>
          <a:p>
            <a:pPr rtl="0"/>
            <a:r>
              <a:rPr lang="en-US" dirty="0"/>
              <a:t>print("Action: Continue monitoring.")</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586494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b="1" dirty="0"/>
              <a:t>Step 4 — Simulate Production Drift</a:t>
            </a:r>
          </a:p>
          <a:p>
            <a:r>
              <a:rPr lang="en-IN" dirty="0"/>
              <a:t>This is where Module 10 becomes more interesting.</a:t>
            </a:r>
          </a:p>
          <a:p>
            <a:r>
              <a:rPr lang="en-IN" dirty="0"/>
              <a:t>Create simulated production data where temperature and vibration have shifted:</a:t>
            </a:r>
          </a:p>
          <a:p>
            <a:pPr rtl="0"/>
            <a:r>
              <a:rPr lang="en-IN" dirty="0" err="1"/>
              <a:t>production_data</a:t>
            </a:r>
            <a:r>
              <a:rPr lang="en-IN" dirty="0"/>
              <a:t> = </a:t>
            </a:r>
            <a:r>
              <a:rPr lang="en-IN" dirty="0" err="1"/>
              <a:t>X.copy</a:t>
            </a:r>
            <a:r>
              <a:rPr lang="en-IN" dirty="0"/>
              <a:t>()</a:t>
            </a:r>
          </a:p>
          <a:p>
            <a:pPr rtl="0"/>
            <a:br>
              <a:rPr lang="en-IN" dirty="0"/>
            </a:br>
            <a:endParaRPr lang="en-IN" dirty="0"/>
          </a:p>
          <a:p>
            <a:pPr rtl="0"/>
            <a:r>
              <a:rPr lang="en-IN" dirty="0" err="1"/>
              <a:t>production_data</a:t>
            </a:r>
            <a:r>
              <a:rPr lang="en-IN" dirty="0"/>
              <a:t>["</a:t>
            </a:r>
            <a:r>
              <a:rPr lang="en-IN" dirty="0" err="1"/>
              <a:t>Temperature_C</a:t>
            </a:r>
            <a:r>
              <a:rPr lang="en-IN" dirty="0"/>
              <a:t>"] = (</a:t>
            </a:r>
          </a:p>
          <a:p>
            <a:pPr rtl="0"/>
            <a:r>
              <a:rPr lang="en-IN" dirty="0" err="1"/>
              <a:t>production_data</a:t>
            </a:r>
            <a:r>
              <a:rPr lang="en-IN" dirty="0"/>
              <a:t>["</a:t>
            </a:r>
            <a:r>
              <a:rPr lang="en-IN" dirty="0" err="1"/>
              <a:t>Temperature_C</a:t>
            </a:r>
            <a:r>
              <a:rPr lang="en-IN" dirty="0"/>
              <a:t>"] + 8</a:t>
            </a:r>
          </a:p>
          <a:p>
            <a:pPr rtl="0"/>
            <a:r>
              <a:rPr lang="en-IN" dirty="0"/>
              <a:t>)</a:t>
            </a:r>
          </a:p>
          <a:p>
            <a:pPr rtl="0"/>
            <a:br>
              <a:rPr lang="en-IN" dirty="0"/>
            </a:br>
            <a:endParaRPr lang="en-IN" dirty="0"/>
          </a:p>
          <a:p>
            <a:pPr rtl="0"/>
            <a:r>
              <a:rPr lang="en-IN" dirty="0" err="1"/>
              <a:t>production_data</a:t>
            </a:r>
            <a:r>
              <a:rPr lang="en-IN" dirty="0"/>
              <a:t>["</a:t>
            </a:r>
            <a:r>
              <a:rPr lang="en-IN" dirty="0" err="1"/>
              <a:t>Vibration_mm_s</a:t>
            </a:r>
            <a:r>
              <a:rPr lang="en-IN" dirty="0"/>
              <a:t>"] = (</a:t>
            </a:r>
          </a:p>
          <a:p>
            <a:pPr rtl="0"/>
            <a:r>
              <a:rPr lang="en-IN" dirty="0" err="1"/>
              <a:t>production_data</a:t>
            </a:r>
            <a:r>
              <a:rPr lang="en-IN" dirty="0"/>
              <a:t>["</a:t>
            </a:r>
            <a:r>
              <a:rPr lang="en-IN" dirty="0" err="1"/>
              <a:t>Vibration_mm_s</a:t>
            </a:r>
            <a:r>
              <a:rPr lang="en-IN" dirty="0"/>
              <a:t>"] * 1.25</a:t>
            </a:r>
          </a:p>
          <a:p>
            <a:pPr rtl="0"/>
            <a:r>
              <a:rPr lang="en-IN" dirty="0"/>
              <a:t>)</a:t>
            </a:r>
          </a:p>
          <a:p>
            <a:r>
              <a:rPr lang="en-IN" dirty="0"/>
              <a:t>Compare baseline and production averages:</a:t>
            </a:r>
          </a:p>
          <a:p>
            <a:pPr rtl="0"/>
            <a:r>
              <a:rPr lang="en-IN" dirty="0" err="1"/>
              <a:t>baseline_temp</a:t>
            </a:r>
            <a:r>
              <a:rPr lang="en-IN" dirty="0"/>
              <a:t> = X["</a:t>
            </a:r>
            <a:r>
              <a:rPr lang="en-IN" dirty="0" err="1"/>
              <a:t>Temperature_C</a:t>
            </a:r>
            <a:r>
              <a:rPr lang="en-IN" dirty="0"/>
              <a:t>"].mean()</a:t>
            </a:r>
          </a:p>
          <a:p>
            <a:pPr rtl="0"/>
            <a:br>
              <a:rPr lang="en-IN" dirty="0"/>
            </a:br>
            <a:endParaRPr lang="en-IN" dirty="0"/>
          </a:p>
          <a:p>
            <a:pPr rtl="0"/>
            <a:r>
              <a:rPr lang="en-IN" dirty="0" err="1"/>
              <a:t>production_temp</a:t>
            </a:r>
            <a:r>
              <a:rPr lang="en-IN" dirty="0"/>
              <a:t> = (</a:t>
            </a:r>
          </a:p>
          <a:p>
            <a:pPr rtl="0"/>
            <a:r>
              <a:rPr lang="en-IN" dirty="0" err="1"/>
              <a:t>production_data</a:t>
            </a:r>
            <a:r>
              <a:rPr lang="en-IN" dirty="0"/>
              <a:t>["</a:t>
            </a:r>
            <a:r>
              <a:rPr lang="en-IN" dirty="0" err="1"/>
              <a:t>Temperature_C</a:t>
            </a:r>
            <a:r>
              <a:rPr lang="en-IN" dirty="0"/>
              <a:t>"].mean()</a:t>
            </a:r>
          </a:p>
          <a:p>
            <a:pPr rtl="0"/>
            <a:r>
              <a:rPr lang="en-IN" dirty="0"/>
              <a:t>)</a:t>
            </a:r>
          </a:p>
          <a:p>
            <a:pPr rtl="0"/>
            <a:br>
              <a:rPr lang="en-IN" dirty="0"/>
            </a:br>
            <a:endParaRPr lang="en-IN" dirty="0"/>
          </a:p>
          <a:p>
            <a:pPr rtl="0"/>
            <a:r>
              <a:rPr lang="en-IN" dirty="0" err="1"/>
              <a:t>baseline_vibration</a:t>
            </a:r>
            <a:r>
              <a:rPr lang="en-IN" dirty="0"/>
              <a:t> = (</a:t>
            </a:r>
          </a:p>
          <a:p>
            <a:pPr rtl="0"/>
            <a:r>
              <a:rPr lang="en-IN" dirty="0"/>
              <a:t>X["</a:t>
            </a:r>
            <a:r>
              <a:rPr lang="en-IN" dirty="0" err="1"/>
              <a:t>Vibration_mm_s</a:t>
            </a:r>
            <a:r>
              <a:rPr lang="en-IN" dirty="0"/>
              <a:t>"].mean()</a:t>
            </a:r>
          </a:p>
          <a:p>
            <a:pPr rtl="0"/>
            <a:r>
              <a:rPr lang="en-IN" dirty="0"/>
              <a:t>)</a:t>
            </a:r>
          </a:p>
          <a:p>
            <a:pPr rtl="0"/>
            <a:br>
              <a:rPr lang="en-IN" dirty="0"/>
            </a:br>
            <a:endParaRPr lang="en-IN" dirty="0"/>
          </a:p>
          <a:p>
            <a:pPr rtl="0"/>
            <a:r>
              <a:rPr lang="en-IN" dirty="0" err="1"/>
              <a:t>production_vibration</a:t>
            </a:r>
            <a:r>
              <a:rPr lang="en-IN" dirty="0"/>
              <a:t> = (</a:t>
            </a:r>
          </a:p>
          <a:p>
            <a:pPr rtl="0"/>
            <a:r>
              <a:rPr lang="en-IN" dirty="0" err="1"/>
              <a:t>production_data</a:t>
            </a:r>
            <a:r>
              <a:rPr lang="en-IN" dirty="0"/>
              <a:t>["</a:t>
            </a:r>
            <a:r>
              <a:rPr lang="en-IN" dirty="0" err="1"/>
              <a:t>Vibration_mm_s</a:t>
            </a:r>
            <a:r>
              <a:rPr lang="en-IN" dirty="0"/>
              <a:t>"].mean()</a:t>
            </a:r>
          </a:p>
          <a:p>
            <a:pPr rtl="0"/>
            <a:r>
              <a:rPr lang="en-IN" dirty="0"/>
              <a:t>)</a:t>
            </a:r>
          </a:p>
          <a:p>
            <a:r>
              <a:rPr lang="en-IN" dirty="0"/>
              <a:t>Calculate percentage change:</a:t>
            </a:r>
          </a:p>
          <a:p>
            <a:pPr rtl="0"/>
            <a:r>
              <a:rPr lang="en-IN" dirty="0" err="1"/>
              <a:t>temperature_drift</a:t>
            </a:r>
            <a:r>
              <a:rPr lang="en-IN" dirty="0"/>
              <a:t> = (</a:t>
            </a:r>
          </a:p>
          <a:p>
            <a:pPr rtl="0"/>
            <a:r>
              <a:rPr lang="en-IN" dirty="0"/>
              <a:t>abs(</a:t>
            </a:r>
          </a:p>
          <a:p>
            <a:pPr rtl="0"/>
            <a:r>
              <a:rPr lang="en-IN" dirty="0" err="1"/>
              <a:t>production_temp</a:t>
            </a:r>
            <a:r>
              <a:rPr lang="en-IN" dirty="0"/>
              <a:t> - </a:t>
            </a:r>
            <a:r>
              <a:rPr lang="en-IN" dirty="0" err="1"/>
              <a:t>baseline_temp</a:t>
            </a:r>
            <a:endParaRPr lang="en-IN" dirty="0"/>
          </a:p>
          <a:p>
            <a:pPr rtl="0"/>
            <a:r>
              <a:rPr lang="en-IN" dirty="0"/>
              <a:t>)</a:t>
            </a:r>
          </a:p>
          <a:p>
            <a:pPr rtl="0"/>
            <a:r>
              <a:rPr lang="en-IN" dirty="0"/>
              <a:t>/ </a:t>
            </a:r>
            <a:r>
              <a:rPr lang="en-IN" dirty="0" err="1"/>
              <a:t>baseline_temp</a:t>
            </a:r>
            <a:endParaRPr lang="en-IN" dirty="0"/>
          </a:p>
          <a:p>
            <a:pPr rtl="0"/>
            <a:r>
              <a:rPr lang="en-IN" dirty="0"/>
              <a:t>) * 100</a:t>
            </a:r>
          </a:p>
          <a:p>
            <a:pPr rtl="0"/>
            <a:br>
              <a:rPr lang="en-IN" dirty="0"/>
            </a:br>
            <a:endParaRPr lang="en-IN" dirty="0"/>
          </a:p>
          <a:p>
            <a:pPr rtl="0"/>
            <a:r>
              <a:rPr lang="en-IN" dirty="0" err="1"/>
              <a:t>vibration_drift</a:t>
            </a:r>
            <a:r>
              <a:rPr lang="en-IN" dirty="0"/>
              <a:t> = (</a:t>
            </a:r>
          </a:p>
          <a:p>
            <a:pPr rtl="0"/>
            <a:r>
              <a:rPr lang="en-IN" dirty="0"/>
              <a:t>abs(</a:t>
            </a:r>
          </a:p>
          <a:p>
            <a:pPr rtl="0"/>
            <a:r>
              <a:rPr lang="en-IN" dirty="0" err="1"/>
              <a:t>production_vibration</a:t>
            </a:r>
            <a:r>
              <a:rPr lang="en-IN" dirty="0"/>
              <a:t> -</a:t>
            </a:r>
          </a:p>
          <a:p>
            <a:pPr rtl="0"/>
            <a:r>
              <a:rPr lang="en-IN" dirty="0" err="1"/>
              <a:t>baseline_vibration</a:t>
            </a:r>
            <a:endParaRPr lang="en-IN" dirty="0"/>
          </a:p>
          <a:p>
            <a:pPr rtl="0"/>
            <a:r>
              <a:rPr lang="en-IN" dirty="0"/>
              <a:t>)</a:t>
            </a:r>
          </a:p>
          <a:p>
            <a:pPr rtl="0"/>
            <a:r>
              <a:rPr lang="en-IN" dirty="0"/>
              <a:t>/ </a:t>
            </a:r>
            <a:r>
              <a:rPr lang="en-IN" dirty="0" err="1"/>
              <a:t>baseline_vibration</a:t>
            </a:r>
            <a:endParaRPr lang="en-IN" dirty="0"/>
          </a:p>
          <a:p>
            <a:pPr rtl="0"/>
            <a:r>
              <a:rPr lang="en-IN" dirty="0"/>
              <a:t>) * 100</a:t>
            </a:r>
          </a:p>
          <a:p>
            <a:r>
              <a:rPr lang="en-IN" dirty="0"/>
              <a:t>Display:</a:t>
            </a:r>
          </a:p>
          <a:p>
            <a:pPr rtl="0"/>
            <a:r>
              <a:rPr lang="en-IN" dirty="0"/>
              <a:t>print("\n--- DRIFT MONITORING ---")</a:t>
            </a:r>
          </a:p>
          <a:p>
            <a:pPr rtl="0"/>
            <a:br>
              <a:rPr lang="en-IN" dirty="0"/>
            </a:br>
            <a:endParaRPr lang="en-IN" dirty="0"/>
          </a:p>
          <a:p>
            <a:pPr rtl="0"/>
            <a:r>
              <a:rPr lang="en-IN" dirty="0"/>
              <a:t>print(</a:t>
            </a:r>
          </a:p>
          <a:p>
            <a:pPr rtl="0"/>
            <a:r>
              <a:rPr lang="en-IN" dirty="0"/>
              <a:t>"Temperature Drift:",</a:t>
            </a:r>
          </a:p>
          <a:p>
            <a:pPr rtl="0"/>
            <a:r>
              <a:rPr lang="en-IN" dirty="0"/>
              <a:t>round(</a:t>
            </a:r>
            <a:r>
              <a:rPr lang="en-IN" dirty="0" err="1"/>
              <a:t>temperature_drift</a:t>
            </a:r>
            <a:r>
              <a:rPr lang="en-IN" dirty="0"/>
              <a:t>, 2),</a:t>
            </a:r>
          </a:p>
          <a:p>
            <a:pPr rtl="0"/>
            <a:r>
              <a:rPr lang="en-IN" dirty="0"/>
              <a:t>"%"</a:t>
            </a:r>
          </a:p>
          <a:p>
            <a:pPr rtl="0"/>
            <a:r>
              <a:rPr lang="en-IN" dirty="0"/>
              <a:t>)</a:t>
            </a:r>
          </a:p>
          <a:p>
            <a:pPr rtl="0"/>
            <a:br>
              <a:rPr lang="en-IN" dirty="0"/>
            </a:br>
            <a:endParaRPr lang="en-IN" dirty="0"/>
          </a:p>
          <a:p>
            <a:pPr rtl="0"/>
            <a:r>
              <a:rPr lang="en-IN" dirty="0"/>
              <a:t>print(</a:t>
            </a:r>
          </a:p>
          <a:p>
            <a:pPr rtl="0"/>
            <a:r>
              <a:rPr lang="en-IN" dirty="0"/>
              <a:t>"Vibration Drift:",</a:t>
            </a:r>
          </a:p>
          <a:p>
            <a:pPr rtl="0"/>
            <a:r>
              <a:rPr lang="en-IN" dirty="0"/>
              <a:t>round(</a:t>
            </a:r>
            <a:r>
              <a:rPr lang="en-IN" dirty="0" err="1"/>
              <a:t>vibration_drift</a:t>
            </a:r>
            <a:r>
              <a:rPr lang="en-IN" dirty="0"/>
              <a:t>, 2),</a:t>
            </a:r>
          </a:p>
          <a:p>
            <a:pPr rtl="0"/>
            <a:r>
              <a:rPr lang="en-IN" dirty="0"/>
              <a:t>"%"</a:t>
            </a:r>
          </a:p>
          <a:p>
            <a:pPr rtl="0"/>
            <a:r>
              <a:rPr lang="en-IN" dirty="0"/>
              <a:t>)</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71243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r>
              <a:rPr lang="en-IN" b="1" dirty="0"/>
              <a:t>Step 5 — Trigger a Retraining Decision</a:t>
            </a:r>
          </a:p>
          <a:p>
            <a:r>
              <a:rPr lang="en-IN" dirty="0"/>
              <a:t>Set a simple threshold:</a:t>
            </a:r>
          </a:p>
          <a:p>
            <a:pPr rtl="0"/>
            <a:r>
              <a:rPr lang="en-IN" dirty="0"/>
              <a:t>DRIFT_THRESHOLD = 10</a:t>
            </a:r>
          </a:p>
          <a:p>
            <a:r>
              <a:rPr lang="en-IN" dirty="0"/>
              <a:t>Then:</a:t>
            </a:r>
          </a:p>
          <a:p>
            <a:pPr rtl="0"/>
            <a:r>
              <a:rPr lang="en-IN" dirty="0"/>
              <a:t>if (</a:t>
            </a:r>
          </a:p>
          <a:p>
            <a:pPr rtl="0"/>
            <a:r>
              <a:rPr lang="en-IN" dirty="0" err="1"/>
              <a:t>temperature_drift</a:t>
            </a:r>
            <a:r>
              <a:rPr lang="en-IN" dirty="0"/>
              <a:t> &gt; DRIFT_THRESHOLD</a:t>
            </a:r>
          </a:p>
          <a:p>
            <a:pPr rtl="0"/>
            <a:r>
              <a:rPr lang="en-IN" dirty="0"/>
              <a:t>or</a:t>
            </a:r>
          </a:p>
          <a:p>
            <a:pPr rtl="0"/>
            <a:r>
              <a:rPr lang="en-IN" dirty="0" err="1"/>
              <a:t>vibration_drift</a:t>
            </a:r>
            <a:r>
              <a:rPr lang="en-IN" dirty="0"/>
              <a:t> &gt; DRIFT_THRESHOLD</a:t>
            </a:r>
          </a:p>
          <a:p>
            <a:pPr rtl="0"/>
            <a:r>
              <a:rPr lang="en-IN" dirty="0"/>
              <a:t>):</a:t>
            </a:r>
          </a:p>
          <a:p>
            <a:pPr rtl="0"/>
            <a:r>
              <a:rPr lang="en-IN" dirty="0" err="1"/>
              <a:t>retraining_required</a:t>
            </a:r>
            <a:r>
              <a:rPr lang="en-IN" dirty="0"/>
              <a:t> = "Yes"</a:t>
            </a:r>
          </a:p>
          <a:p>
            <a:pPr rtl="0"/>
            <a:r>
              <a:rPr lang="en-IN" dirty="0"/>
              <a:t>else:</a:t>
            </a:r>
          </a:p>
          <a:p>
            <a:pPr rtl="0"/>
            <a:r>
              <a:rPr lang="en-IN" dirty="0" err="1"/>
              <a:t>retraining_required</a:t>
            </a:r>
            <a:r>
              <a:rPr lang="en-IN" dirty="0"/>
              <a:t> = "No"</a:t>
            </a:r>
          </a:p>
          <a:p>
            <a:r>
              <a:rPr lang="en-IN" dirty="0"/>
              <a:t>Display:</a:t>
            </a:r>
          </a:p>
          <a:p>
            <a:pPr rtl="0"/>
            <a:r>
              <a:rPr lang="en-IN" dirty="0"/>
              <a:t>print(</a:t>
            </a:r>
          </a:p>
          <a:p>
            <a:pPr rtl="0"/>
            <a:r>
              <a:rPr lang="en-IN" dirty="0"/>
              <a:t>"\</a:t>
            </a:r>
            <a:r>
              <a:rPr lang="en-IN" dirty="0" err="1"/>
              <a:t>nRetraining</a:t>
            </a:r>
            <a:r>
              <a:rPr lang="en-IN" dirty="0"/>
              <a:t> Required:",</a:t>
            </a:r>
          </a:p>
          <a:p>
            <a:pPr rtl="0"/>
            <a:r>
              <a:rPr lang="en-IN" dirty="0" err="1"/>
              <a:t>retraining_required</a:t>
            </a:r>
            <a:endParaRPr lang="en-IN" dirty="0"/>
          </a:p>
          <a:p>
            <a:pPr rtl="0"/>
            <a:r>
              <a:rPr lang="en-IN" dirty="0"/>
              <a:t>)</a:t>
            </a:r>
          </a:p>
          <a:p>
            <a:r>
              <a:rPr lang="en-IN" dirty="0"/>
              <a:t>You can also save a monitoring report:</a:t>
            </a:r>
          </a:p>
          <a:p>
            <a:pPr rtl="0"/>
            <a:r>
              <a:rPr lang="en-IN" dirty="0" err="1"/>
              <a:t>monitoring_report</a:t>
            </a:r>
            <a:r>
              <a:rPr lang="en-IN" dirty="0"/>
              <a:t> = </a:t>
            </a:r>
            <a:r>
              <a:rPr lang="en-IN" dirty="0" err="1"/>
              <a:t>pd.DataFrame</a:t>
            </a:r>
            <a:r>
              <a:rPr lang="en-IN" dirty="0"/>
              <a:t>({</a:t>
            </a:r>
          </a:p>
          <a:p>
            <a:pPr rtl="0"/>
            <a:r>
              <a:rPr lang="en-IN" dirty="0"/>
              <a:t>"Metric": [</a:t>
            </a:r>
          </a:p>
          <a:p>
            <a:pPr rtl="0"/>
            <a:r>
              <a:rPr lang="en-IN" dirty="0"/>
              <a:t>"Temperature Drift %",</a:t>
            </a:r>
          </a:p>
          <a:p>
            <a:pPr rtl="0"/>
            <a:r>
              <a:rPr lang="en-IN" dirty="0"/>
              <a:t>"Vibration Drift %",</a:t>
            </a:r>
          </a:p>
          <a:p>
            <a:pPr rtl="0"/>
            <a:r>
              <a:rPr lang="en-IN" dirty="0"/>
              <a:t>"Retraining Required"</a:t>
            </a:r>
          </a:p>
          <a:p>
            <a:pPr rtl="0"/>
            <a:r>
              <a:rPr lang="en-IN" dirty="0"/>
              <a:t>],</a:t>
            </a:r>
          </a:p>
          <a:p>
            <a:pPr rtl="0"/>
            <a:br>
              <a:rPr lang="en-IN" dirty="0"/>
            </a:br>
            <a:endParaRPr lang="en-IN" dirty="0"/>
          </a:p>
          <a:p>
            <a:pPr rtl="0"/>
            <a:r>
              <a:rPr lang="en-IN" dirty="0"/>
              <a:t>"Value": [</a:t>
            </a:r>
          </a:p>
          <a:p>
            <a:pPr rtl="0"/>
            <a:r>
              <a:rPr lang="en-IN" dirty="0"/>
              <a:t>round(</a:t>
            </a:r>
            <a:r>
              <a:rPr lang="en-IN" dirty="0" err="1"/>
              <a:t>temperature_drift</a:t>
            </a:r>
            <a:r>
              <a:rPr lang="en-IN" dirty="0"/>
              <a:t>, 2),</a:t>
            </a:r>
          </a:p>
          <a:p>
            <a:pPr rtl="0"/>
            <a:r>
              <a:rPr lang="en-IN" dirty="0"/>
              <a:t>round(</a:t>
            </a:r>
            <a:r>
              <a:rPr lang="en-IN" dirty="0" err="1"/>
              <a:t>vibration_drift</a:t>
            </a:r>
            <a:r>
              <a:rPr lang="en-IN" dirty="0"/>
              <a:t>, 2),</a:t>
            </a:r>
          </a:p>
          <a:p>
            <a:pPr rtl="0"/>
            <a:r>
              <a:rPr lang="en-IN" dirty="0" err="1"/>
              <a:t>retraining_required</a:t>
            </a:r>
            <a:endParaRPr lang="en-IN" dirty="0"/>
          </a:p>
          <a:p>
            <a:pPr rtl="0"/>
            <a:r>
              <a:rPr lang="en-IN" dirty="0"/>
              <a:t>]</a:t>
            </a:r>
          </a:p>
          <a:p>
            <a:pPr rtl="0"/>
            <a:r>
              <a:rPr lang="en-IN" dirty="0"/>
              <a:t>})</a:t>
            </a:r>
          </a:p>
          <a:p>
            <a:pPr rtl="0"/>
            <a:br>
              <a:rPr lang="en-IN" dirty="0"/>
            </a:br>
            <a:endParaRPr lang="en-IN" dirty="0"/>
          </a:p>
          <a:p>
            <a:pPr rtl="0"/>
            <a:r>
              <a:rPr lang="en-IN" dirty="0" err="1"/>
              <a:t>monitoring_report.to_csv</a:t>
            </a:r>
            <a:r>
              <a:rPr lang="en-IN" dirty="0"/>
              <a:t>(</a:t>
            </a:r>
          </a:p>
          <a:p>
            <a:pPr rtl="0"/>
            <a:r>
              <a:rPr lang="en-IN" dirty="0"/>
              <a:t>"Module_10/output/"</a:t>
            </a:r>
          </a:p>
          <a:p>
            <a:pPr rtl="0"/>
            <a:r>
              <a:rPr lang="en-IN" dirty="0"/>
              <a:t>"Model_Monitoring_Report.csv",</a:t>
            </a:r>
          </a:p>
          <a:p>
            <a:pPr rtl="0"/>
            <a:r>
              <a:rPr lang="en-IN" dirty="0"/>
              <a:t>index=False</a:t>
            </a:r>
          </a:p>
          <a:p>
            <a:pPr rtl="0"/>
            <a:r>
              <a:rPr lang="en-IN" dirty="0"/>
              <a:t>)</a:t>
            </a:r>
          </a:p>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3101083"/>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F7CD-3FF1-25BC-9AF8-FEAB41EA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90467-42BC-D653-078B-9155A4654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6F3C9-CD70-A325-0E81-E2C9E2C16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84795-1734-B949-9EFC-2BA739F79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8739802"/>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Solution:</a:t>
            </a:r>
            <a:r>
              <a:rPr lang="en-US" dirty="0"/>
              <a:t> Batch inference is appropriate because predictions are generated periodically for a collection of equipment records and immediate responses are not required.</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9571058"/>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0D27-9745-A6E3-F795-08F0E338A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826DA-37C9-FC66-99FA-091A38942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E8ADE-AA41-BF12-E298-2F4A3833EEB3}"/>
              </a:ext>
            </a:extLst>
          </p:cNvPr>
          <p:cNvSpPr>
            <a:spLocks noGrp="1"/>
          </p:cNvSpPr>
          <p:nvPr>
            <p:ph type="body" idx="1"/>
          </p:nvPr>
        </p:nvSpPr>
        <p:spPr/>
        <p:txBody>
          <a:bodyPr/>
          <a:lstStyle/>
          <a:p>
            <a:r>
              <a:rPr lang="en-GB" b="1" dirty="0"/>
              <a:t>Answer:</a:t>
            </a:r>
            <a:r>
              <a:rPr lang="en-GB" dirty="0"/>
              <a:t> </a:t>
            </a:r>
            <a:r>
              <a:rPr lang="en-US" b="1" dirty="0"/>
              <a:t>B</a:t>
            </a:r>
            <a:endParaRPr lang="en-US" dirty="0"/>
          </a:p>
          <a:p>
            <a:r>
              <a:rPr lang="en-US" b="1" dirty="0"/>
              <a:t>Solution:</a:t>
            </a:r>
            <a:r>
              <a:rPr lang="en-US" dirty="0"/>
              <a:t> Data drift occurs when the characteristics or distribution of production input data change relative to the data on which the model was originally developed.</a:t>
            </a:r>
          </a:p>
          <a:p>
            <a:endParaRPr lang="en-GB" dirty="0"/>
          </a:p>
        </p:txBody>
      </p:sp>
      <p:sp>
        <p:nvSpPr>
          <p:cNvPr id="4" name="Slide Number Placeholder 3">
            <a:extLst>
              <a:ext uri="{FF2B5EF4-FFF2-40B4-BE49-F238E27FC236}">
                <a16:creationId xmlns:a16="http://schemas.microsoft.com/office/drawing/2014/main" id="{00A9CCF7-97BC-07D7-9F13-5AD631D88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0FBE9-0568-4266-AD1F-969D1239DD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9158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E424-E17C-0FD6-373A-35D7E282A4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BA1BAD-37E4-1BCF-3EEF-FF476564B9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2314FA-7127-5CD3-4A16-D13FB4B5250F}"/>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5" name="Footer Placeholder 4">
            <a:extLst>
              <a:ext uri="{FF2B5EF4-FFF2-40B4-BE49-F238E27FC236}">
                <a16:creationId xmlns:a16="http://schemas.microsoft.com/office/drawing/2014/main" id="{16EE97F7-4BCC-240E-912B-84E8C1E7B1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64067D-874E-D55B-E0AC-30B424D85153}"/>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1926810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1A45-C9B6-273A-3620-EF57A3AE75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157DC8-E987-71DE-1168-111CF0952B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17AB4F-6C98-67CE-4D6A-F0AC46FEB914}"/>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5" name="Footer Placeholder 4">
            <a:extLst>
              <a:ext uri="{FF2B5EF4-FFF2-40B4-BE49-F238E27FC236}">
                <a16:creationId xmlns:a16="http://schemas.microsoft.com/office/drawing/2014/main" id="{E3E1FAAD-7C4C-4136-D389-A0DDC3322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9BF814-9D7C-049F-00B1-763B2304A9AE}"/>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2131573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4742B-9A19-4253-1C3E-D6F0DF9060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9680A5-E532-B61F-F060-E3D6A91A54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11C91C-4C14-4854-D23F-FA530FA1453E}"/>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5" name="Footer Placeholder 4">
            <a:extLst>
              <a:ext uri="{FF2B5EF4-FFF2-40B4-BE49-F238E27FC236}">
                <a16:creationId xmlns:a16="http://schemas.microsoft.com/office/drawing/2014/main" id="{B95BAF21-9496-99DC-DEA4-40DD6F378C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A48588-11F3-6608-BDFD-999FEC4CBFC7}"/>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594854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7C008-542A-700F-C3B6-49B9D92C46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7C7860-411C-6374-C00B-3612A9FBC1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1D1C42-5C03-0E84-8C2A-0239B9BEDD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89BDD6-0FAF-A9FB-4B69-3799BECD654A}"/>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6" name="Footer Placeholder 5">
            <a:extLst>
              <a:ext uri="{FF2B5EF4-FFF2-40B4-BE49-F238E27FC236}">
                <a16:creationId xmlns:a16="http://schemas.microsoft.com/office/drawing/2014/main" id="{90876DC9-7362-6D26-51AD-2E92919E3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998796-7398-DC05-BC5D-5978636D469A}"/>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41308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FEDB2-4791-D4B5-2463-FD378A10B7E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E837E8-CCC0-28AE-5C48-CABD4704D9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71DF76-0C27-1C86-46DF-A24086CB1F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CF70B8-59DB-C75B-B89C-C3C7E47624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B9922C-3962-EB1A-C36C-32689C7FBE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76F675-A5BF-6846-B74A-1EE6DD821005}"/>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8" name="Footer Placeholder 7">
            <a:extLst>
              <a:ext uri="{FF2B5EF4-FFF2-40B4-BE49-F238E27FC236}">
                <a16:creationId xmlns:a16="http://schemas.microsoft.com/office/drawing/2014/main" id="{C0DD000A-44F7-07A2-007F-1D41285CB6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B09062-2E5E-7D41-BDF8-659E9210D4AF}"/>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950276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355FA-8DB8-1491-0BC8-1784A6BC4C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601A5A-ABDE-66C3-3F37-96033CA5B80B}"/>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4" name="Footer Placeholder 3">
            <a:extLst>
              <a:ext uri="{FF2B5EF4-FFF2-40B4-BE49-F238E27FC236}">
                <a16:creationId xmlns:a16="http://schemas.microsoft.com/office/drawing/2014/main" id="{7E344091-87D2-5EB9-6544-A545B62478B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CBC88D-261E-983C-C898-DCFA6EB87612}"/>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3291263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C60C8F-FA70-D7F3-C394-89E92519C284}"/>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3" name="Footer Placeholder 2">
            <a:extLst>
              <a:ext uri="{FF2B5EF4-FFF2-40B4-BE49-F238E27FC236}">
                <a16:creationId xmlns:a16="http://schemas.microsoft.com/office/drawing/2014/main" id="{871BB3F9-B2B9-F47D-041A-5E999A84E5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04FFED4-A8F3-A88C-7CB3-899A7E34D8C9}"/>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3290028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66776-AA90-D848-EADB-BE25B42E5F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FC07EE-98E1-2571-09E4-9E70CEDBF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694686-BC25-36A9-8EF4-323D77322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44881D-96C7-69D3-DE33-356AEA16FEA8}"/>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6" name="Footer Placeholder 5">
            <a:extLst>
              <a:ext uri="{FF2B5EF4-FFF2-40B4-BE49-F238E27FC236}">
                <a16:creationId xmlns:a16="http://schemas.microsoft.com/office/drawing/2014/main" id="{8C3950DF-AE69-4ED9-4088-8293EC0B4E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7108C2-CDB0-53A7-89F1-DA14D7000645}"/>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3593054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261D0-C0C3-F0C6-0C80-0E4747DE2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132459-5357-FA0F-2209-E53361FB4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DCAF98-1C45-3846-4989-8F23E121A1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70DD0D-A0F0-F969-7D65-84D96F7CD7E8}"/>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6" name="Footer Placeholder 5">
            <a:extLst>
              <a:ext uri="{FF2B5EF4-FFF2-40B4-BE49-F238E27FC236}">
                <a16:creationId xmlns:a16="http://schemas.microsoft.com/office/drawing/2014/main" id="{B628CA62-1DDF-0331-68F0-D9E1377608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A9133A-5C14-B3A8-8A55-670F58C975CD}"/>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3041073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11D1-080E-C364-E733-F2BDFF7134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355C72-D880-107B-57A1-3623DAF1D3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2E539F-B212-8915-DAD7-0B66B1D8C09C}"/>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5" name="Footer Placeholder 4">
            <a:extLst>
              <a:ext uri="{FF2B5EF4-FFF2-40B4-BE49-F238E27FC236}">
                <a16:creationId xmlns:a16="http://schemas.microsoft.com/office/drawing/2014/main" id="{D59DC887-47CD-B235-BB9E-5683628F73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9B46FD-162F-9396-A836-AF80B8C41829}"/>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1733974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18B0A8-9047-283B-CA27-DC0FA14AB0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A0CA86-F5D6-202D-BC0B-F23CC5CCD0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08CBBC-0BE1-16D0-FE6E-96FABB71B2B9}"/>
              </a:ext>
            </a:extLst>
          </p:cNvPr>
          <p:cNvSpPr>
            <a:spLocks noGrp="1"/>
          </p:cNvSpPr>
          <p:nvPr>
            <p:ph type="dt" sz="half" idx="10"/>
          </p:nvPr>
        </p:nvSpPr>
        <p:spPr/>
        <p:txBody>
          <a:bodyPr/>
          <a:lstStyle/>
          <a:p>
            <a:fld id="{63A035E7-C039-416D-821A-E7D7161FA4E2}" type="datetimeFigureOut">
              <a:rPr lang="en-IN" smtClean="0"/>
              <a:t>19-08-2026</a:t>
            </a:fld>
            <a:endParaRPr lang="en-IN"/>
          </a:p>
        </p:txBody>
      </p:sp>
      <p:sp>
        <p:nvSpPr>
          <p:cNvPr id="5" name="Footer Placeholder 4">
            <a:extLst>
              <a:ext uri="{FF2B5EF4-FFF2-40B4-BE49-F238E27FC236}">
                <a16:creationId xmlns:a16="http://schemas.microsoft.com/office/drawing/2014/main" id="{ED7E057E-3395-C863-E658-43D72F82A9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90462E-F6D4-650F-433B-E08ECCEDC204}"/>
              </a:ext>
            </a:extLst>
          </p:cNvPr>
          <p:cNvSpPr>
            <a:spLocks noGrp="1"/>
          </p:cNvSpPr>
          <p:nvPr>
            <p:ph type="sldNum" sz="quarter" idx="12"/>
          </p:nvPr>
        </p:nvSpPr>
        <p:spPr/>
        <p:txBody>
          <a:bodyPr/>
          <a:lstStyle/>
          <a:p>
            <a:fld id="{CDADB605-D69E-4587-BBF7-45EB1BB8C6D2}" type="slidenum">
              <a:rPr lang="en-IN" smtClean="0"/>
              <a:t>‹#›</a:t>
            </a:fld>
            <a:endParaRPr lang="en-IN"/>
          </a:p>
        </p:txBody>
      </p:sp>
    </p:spTree>
    <p:extLst>
      <p:ext uri="{BB962C8B-B14F-4D97-AF65-F5344CB8AC3E}">
        <p14:creationId xmlns:p14="http://schemas.microsoft.com/office/powerpoint/2010/main" val="2277482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9E48-734A-5455-85F5-2E2283DC81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BEC90A-2CE0-6D8C-8EFE-DEDC3348FD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F210A4-B741-83D7-967E-4ED635D06BC4}"/>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5" name="Footer Placeholder 4">
            <a:extLst>
              <a:ext uri="{FF2B5EF4-FFF2-40B4-BE49-F238E27FC236}">
                <a16:creationId xmlns:a16="http://schemas.microsoft.com/office/drawing/2014/main" id="{6A1D6176-D099-1282-9C43-A8C22BAB5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AB459D-9489-ED09-BA0B-2ABA2FECB269}"/>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2045708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C1AE8-2CFE-77ED-E52F-B2E312585E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AD12ED-E57B-A191-9C9D-465A489428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123031-15D0-05C4-51E3-177D01265FF1}"/>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5" name="Footer Placeholder 4">
            <a:extLst>
              <a:ext uri="{FF2B5EF4-FFF2-40B4-BE49-F238E27FC236}">
                <a16:creationId xmlns:a16="http://schemas.microsoft.com/office/drawing/2014/main" id="{C4CC924F-F6AD-0E71-E298-BD1F8F2E29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675C0-7DF5-B804-F261-C1BCD704A123}"/>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2100900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754F2-6F40-236A-218F-737FD89CDF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D4BB28-ED80-E615-D6D4-EDFCCE1DC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3D93A7-B1C4-87D2-0114-F5920793BEDC}"/>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5" name="Footer Placeholder 4">
            <a:extLst>
              <a:ext uri="{FF2B5EF4-FFF2-40B4-BE49-F238E27FC236}">
                <a16:creationId xmlns:a16="http://schemas.microsoft.com/office/drawing/2014/main" id="{D4ED214F-52FA-E839-416C-B50F6E03D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05B404-C7AA-75E1-13FA-5D3FC9EBD25D}"/>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33376624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D9A22-5C32-E745-7E58-E35F7B285C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4565F6-644E-1759-2762-CC62E45F09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BB72C2-EEE4-5A12-1B28-D593D9AB6C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AB5E76-14D5-DE32-E50F-B559ADDB3185}"/>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6" name="Footer Placeholder 5">
            <a:extLst>
              <a:ext uri="{FF2B5EF4-FFF2-40B4-BE49-F238E27FC236}">
                <a16:creationId xmlns:a16="http://schemas.microsoft.com/office/drawing/2014/main" id="{7CB7FCAE-7769-E1DA-77A9-820F704A83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063E72-F93F-11B2-E50E-7FA44EE4884C}"/>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3771267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3C880-8EC9-94CE-7C43-53F26F4071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519466-7715-E7A0-3B0E-60F4DE335F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EDCADC-B5BD-82A4-4CB5-1A396BD340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D2F665-2BCF-9A65-121E-DB652038B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AB865D-16A8-74E7-69AB-74C46958E0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A386DC-F00A-F35D-CD80-F79FEE8BC8B8}"/>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8" name="Footer Placeholder 7">
            <a:extLst>
              <a:ext uri="{FF2B5EF4-FFF2-40B4-BE49-F238E27FC236}">
                <a16:creationId xmlns:a16="http://schemas.microsoft.com/office/drawing/2014/main" id="{03345C0F-7C5E-5164-6715-F147B7BF96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B0F077-13BC-AE0A-9A78-5242545FE359}"/>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35566852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9FFDA-CDF4-A6EB-8116-8E66970BB8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DF5A1A-38C9-5D7B-1C40-5BB814B17B0C}"/>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4" name="Footer Placeholder 3">
            <a:extLst>
              <a:ext uri="{FF2B5EF4-FFF2-40B4-BE49-F238E27FC236}">
                <a16:creationId xmlns:a16="http://schemas.microsoft.com/office/drawing/2014/main" id="{A3D64422-047F-51E6-028C-9A819C064B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71CACE-4079-D9DC-9EA6-9FF9220C8C8D}"/>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3086703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136A1-314B-A2D1-563B-9C07DA23CD58}"/>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3" name="Footer Placeholder 2">
            <a:extLst>
              <a:ext uri="{FF2B5EF4-FFF2-40B4-BE49-F238E27FC236}">
                <a16:creationId xmlns:a16="http://schemas.microsoft.com/office/drawing/2014/main" id="{3AD2AC34-F338-5564-36E9-ABEDFBFBED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BE59BB-9174-EC02-2504-F5684FF79B27}"/>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1153858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4E42-8C74-6EF2-2389-1BDE59CD23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049C2C-471A-88BB-0CC9-338FB312FF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108BD7-C985-D7E9-E8E0-CEF9266780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7B5F42-79C5-A619-ED3A-83CDAF799FB6}"/>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6" name="Footer Placeholder 5">
            <a:extLst>
              <a:ext uri="{FF2B5EF4-FFF2-40B4-BE49-F238E27FC236}">
                <a16:creationId xmlns:a16="http://schemas.microsoft.com/office/drawing/2014/main" id="{7E0CC39B-CE6E-413F-D5D4-828A71CE2C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4881C8-EFD4-13E6-6417-8B01804E9DB3}"/>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22100275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9A1ED-CD45-05F4-8854-47BF0FA91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56058A-6EC2-9C9B-5605-49C60C845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164C69-1843-7641-AA11-2F58009142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74353D-34DC-3E51-28DF-1DD86A8F1222}"/>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6" name="Footer Placeholder 5">
            <a:extLst>
              <a:ext uri="{FF2B5EF4-FFF2-40B4-BE49-F238E27FC236}">
                <a16:creationId xmlns:a16="http://schemas.microsoft.com/office/drawing/2014/main" id="{09EE3AEB-FEC4-13EE-1BEC-B08879E13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D191AC-D20F-68F7-91F8-CF8E22364E81}"/>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3336282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D7F-8326-146F-62FF-74FC7BE7B0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32ECCB-531D-DD8C-070B-1529CC8EDC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C26F7-6BAE-E94E-98EE-589CFF2AC839}"/>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5" name="Footer Placeholder 4">
            <a:extLst>
              <a:ext uri="{FF2B5EF4-FFF2-40B4-BE49-F238E27FC236}">
                <a16:creationId xmlns:a16="http://schemas.microsoft.com/office/drawing/2014/main" id="{050232AA-6E7D-C3ED-44D3-40A9BA7F1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2ED5B-055B-E9BE-4CBC-F2AA40F09D23}"/>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1207371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61493F-4327-A1D8-A6BE-72F7E5ACF8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66D48B-B21B-94D6-A500-8B431B6E21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95947-7F7A-2C31-5576-7BF6F2A3B48F}"/>
              </a:ext>
            </a:extLst>
          </p:cNvPr>
          <p:cNvSpPr>
            <a:spLocks noGrp="1"/>
          </p:cNvSpPr>
          <p:nvPr>
            <p:ph type="dt" sz="half" idx="10"/>
          </p:nvPr>
        </p:nvSpPr>
        <p:spPr/>
        <p:txBody>
          <a:bodyPr/>
          <a:lstStyle/>
          <a:p>
            <a:fld id="{B75C78B1-74B8-4C7E-939B-7BDC60F15967}" type="datetimeFigureOut">
              <a:rPr lang="en-US" smtClean="0"/>
              <a:t>8/19/2026</a:t>
            </a:fld>
            <a:endParaRPr lang="en-US"/>
          </a:p>
        </p:txBody>
      </p:sp>
      <p:sp>
        <p:nvSpPr>
          <p:cNvPr id="5" name="Footer Placeholder 4">
            <a:extLst>
              <a:ext uri="{FF2B5EF4-FFF2-40B4-BE49-F238E27FC236}">
                <a16:creationId xmlns:a16="http://schemas.microsoft.com/office/drawing/2014/main" id="{7DF85D80-4A36-B39C-0A92-E154702DC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D974A1-91E6-FA86-9EC7-64D65610908B}"/>
              </a:ext>
            </a:extLst>
          </p:cNvPr>
          <p:cNvSpPr>
            <a:spLocks noGrp="1"/>
          </p:cNvSpPr>
          <p:nvPr>
            <p:ph type="sldNum" sz="quarter" idx="12"/>
          </p:nvPr>
        </p:nvSpPr>
        <p:spPr/>
        <p:txBody>
          <a:bodyPr/>
          <a:lstStyle/>
          <a:p>
            <a:fld id="{94014076-9604-4CF9-97D6-5B8DC7F9E68A}" type="slidenum">
              <a:rPr lang="en-US" smtClean="0"/>
              <a:t>‹#›</a:t>
            </a:fld>
            <a:endParaRPr lang="en-US"/>
          </a:p>
        </p:txBody>
      </p:sp>
    </p:spTree>
    <p:extLst>
      <p:ext uri="{BB962C8B-B14F-4D97-AF65-F5344CB8AC3E}">
        <p14:creationId xmlns:p14="http://schemas.microsoft.com/office/powerpoint/2010/main" val="1286128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CABF1-91E8-EA06-0DFA-5C7B5C527B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C331AA-66A3-7765-FBAC-04E55D09E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F9BE67-03BA-83A8-E63C-0E96E95518C4}"/>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5" name="Footer Placeholder 4">
            <a:extLst>
              <a:ext uri="{FF2B5EF4-FFF2-40B4-BE49-F238E27FC236}">
                <a16:creationId xmlns:a16="http://schemas.microsoft.com/office/drawing/2014/main" id="{2F60E641-1456-E41D-ABA2-C09D351A3E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377F1D-806C-CD3C-8A79-9C90D391EA1D}"/>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2597053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2D310-EAAD-925C-692E-409DE536B7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491450-35CF-10EB-87B9-33267EA2FB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8BD26-4B03-76C1-087A-707D9C87F566}"/>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5" name="Footer Placeholder 4">
            <a:extLst>
              <a:ext uri="{FF2B5EF4-FFF2-40B4-BE49-F238E27FC236}">
                <a16:creationId xmlns:a16="http://schemas.microsoft.com/office/drawing/2014/main" id="{47993BFC-ECB9-6D5A-5131-4774208E85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1C9D9C-FC4F-6569-47D2-6B80C8A2C3E7}"/>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18537501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509F-DEA2-997A-1C71-851ABB4730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CC5597-087F-D390-AAE2-70663CC58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3DD209-F129-0846-79CA-857ABD7C770D}"/>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5" name="Footer Placeholder 4">
            <a:extLst>
              <a:ext uri="{FF2B5EF4-FFF2-40B4-BE49-F238E27FC236}">
                <a16:creationId xmlns:a16="http://schemas.microsoft.com/office/drawing/2014/main" id="{E8F4D643-5DAA-CA5C-1A35-D5FD7F3A9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FB730-C210-C89B-129A-08E03F000DC1}"/>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29428023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8B69-4807-3DCA-16B4-43E42BC27E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37197E-AF58-8651-E567-E6DEC0DBA1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D0751E-5028-913B-FDCC-BFB0E256B4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F434BC-066B-8DCC-8F71-79E27509FDA8}"/>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6" name="Footer Placeholder 5">
            <a:extLst>
              <a:ext uri="{FF2B5EF4-FFF2-40B4-BE49-F238E27FC236}">
                <a16:creationId xmlns:a16="http://schemas.microsoft.com/office/drawing/2014/main" id="{E44F11BE-E238-74C0-3811-DC3FD6D273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D8CE2D-6068-2021-C0ED-9D86FE2C8434}"/>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37274780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C2B7-4373-2060-1F44-31ACF83530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73E5C5-1C38-39BB-460A-6108F479FA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F7BFDB-7711-5B89-8115-70B15A433A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86CE49-B045-5825-55A3-8B4EEFD2F6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7C4F5F-10E8-304B-3F76-04DED951A8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185A2E-E6C5-329C-E848-84CEAC28B264}"/>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8" name="Footer Placeholder 7">
            <a:extLst>
              <a:ext uri="{FF2B5EF4-FFF2-40B4-BE49-F238E27FC236}">
                <a16:creationId xmlns:a16="http://schemas.microsoft.com/office/drawing/2014/main" id="{EB2CA922-F5E9-08E8-6046-3B01526E11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895235-C8E9-70B2-80BD-2A67B6067F5A}"/>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19959345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9300-B3BC-C33A-1183-3A5C3B2B1C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8460A0-D7AB-8F9D-EC1F-0B87C7C9F47F}"/>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4" name="Footer Placeholder 3">
            <a:extLst>
              <a:ext uri="{FF2B5EF4-FFF2-40B4-BE49-F238E27FC236}">
                <a16:creationId xmlns:a16="http://schemas.microsoft.com/office/drawing/2014/main" id="{9FB7C709-B624-2D48-6782-28927E4250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48D0B0-2BE8-ACE4-97CD-359FF28F3CDD}"/>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28789238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6A9BB5-34DB-107D-507E-75C570CB5504}"/>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3" name="Footer Placeholder 2">
            <a:extLst>
              <a:ext uri="{FF2B5EF4-FFF2-40B4-BE49-F238E27FC236}">
                <a16:creationId xmlns:a16="http://schemas.microsoft.com/office/drawing/2014/main" id="{BB978502-1DD5-DD13-B8AE-FE864A3DF7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74F5D0-6DD0-8347-0CE8-E04721A6A1B3}"/>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20273609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7B13C-4148-400F-0EF9-6FEB07006C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C0A93E-942F-2BFE-2378-50C8AF4369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5DB554-FAFD-FD19-6C07-5D4E45626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BC2D06-4921-B871-4E79-2E77AC4F0A40}"/>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6" name="Footer Placeholder 5">
            <a:extLst>
              <a:ext uri="{FF2B5EF4-FFF2-40B4-BE49-F238E27FC236}">
                <a16:creationId xmlns:a16="http://schemas.microsoft.com/office/drawing/2014/main" id="{43DA8399-C9B8-770F-A479-9C74AF6FE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05A501-99C9-606D-F265-EFF3356182A4}"/>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4282667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61962-5818-6881-74D8-BDDC4E3589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E0D94E-E58D-4DFD-37DE-1C1587CE30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8DDD8A-E329-BC51-F533-B805DE2C02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CEF6B-F960-D2BF-1F13-357952AB8FDD}"/>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6" name="Footer Placeholder 5">
            <a:extLst>
              <a:ext uri="{FF2B5EF4-FFF2-40B4-BE49-F238E27FC236}">
                <a16:creationId xmlns:a16="http://schemas.microsoft.com/office/drawing/2014/main" id="{37D3DD70-F02D-5FB3-6D04-048C64BCBD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23034A-18A5-B2B1-F62C-4B6429EE7A93}"/>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1633749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F7C5B-F41D-B8D7-89A0-3DCC4A6508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92E319-DF8E-4358-4D02-EBC115413E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80E35-56BE-C113-7C03-7C4C45D9DA3F}"/>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5" name="Footer Placeholder 4">
            <a:extLst>
              <a:ext uri="{FF2B5EF4-FFF2-40B4-BE49-F238E27FC236}">
                <a16:creationId xmlns:a16="http://schemas.microsoft.com/office/drawing/2014/main" id="{8F67B6E2-B3A4-C389-14D9-11F26FC487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991D66-950D-677E-FB56-2F29E393AE57}"/>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11526434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EBF9B-B663-682E-4DF2-D24F8FB553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60A664-DB5E-3D67-E779-583928D7F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99D26A-8D71-C6C6-9B78-63028B1FEA3E}"/>
              </a:ext>
            </a:extLst>
          </p:cNvPr>
          <p:cNvSpPr>
            <a:spLocks noGrp="1"/>
          </p:cNvSpPr>
          <p:nvPr>
            <p:ph type="dt" sz="half" idx="10"/>
          </p:nvPr>
        </p:nvSpPr>
        <p:spPr/>
        <p:txBody>
          <a:bodyPr/>
          <a:lstStyle/>
          <a:p>
            <a:fld id="{7D0589C4-DDE3-41E5-82BF-EFEE299078B6}" type="datetimeFigureOut">
              <a:rPr lang="en-US" smtClean="0"/>
              <a:t>8/19/2026</a:t>
            </a:fld>
            <a:endParaRPr lang="en-US"/>
          </a:p>
        </p:txBody>
      </p:sp>
      <p:sp>
        <p:nvSpPr>
          <p:cNvPr id="5" name="Footer Placeholder 4">
            <a:extLst>
              <a:ext uri="{FF2B5EF4-FFF2-40B4-BE49-F238E27FC236}">
                <a16:creationId xmlns:a16="http://schemas.microsoft.com/office/drawing/2014/main" id="{E9D611AC-1772-EEA8-A16B-A0BE729F2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E7B04-7A2C-42FA-CFE9-80F9515B0BF1}"/>
              </a:ext>
            </a:extLst>
          </p:cNvPr>
          <p:cNvSpPr>
            <a:spLocks noGrp="1"/>
          </p:cNvSpPr>
          <p:nvPr>
            <p:ph type="sldNum" sz="quarter" idx="12"/>
          </p:nvPr>
        </p:nvSpPr>
        <p:spPr/>
        <p:txBody>
          <a:bodyPr/>
          <a:lstStyle/>
          <a:p>
            <a:fld id="{38C79205-0A75-4C1B-877E-9A84F38F26FE}" type="slidenum">
              <a:rPr lang="en-US" smtClean="0"/>
              <a:t>‹#›</a:t>
            </a:fld>
            <a:endParaRPr lang="en-US"/>
          </a:p>
        </p:txBody>
      </p:sp>
    </p:spTree>
    <p:extLst>
      <p:ext uri="{BB962C8B-B14F-4D97-AF65-F5344CB8AC3E}">
        <p14:creationId xmlns:p14="http://schemas.microsoft.com/office/powerpoint/2010/main" val="9853011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E01-D4C8-4EB8-AF7A-AF16187617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4E638A-2C2E-401D-BF40-F45F2B1FD9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2750E4-A005-476D-8994-8D1AB1D2845A}"/>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5" name="Footer Placeholder 4">
            <a:extLst>
              <a:ext uri="{FF2B5EF4-FFF2-40B4-BE49-F238E27FC236}">
                <a16:creationId xmlns:a16="http://schemas.microsoft.com/office/drawing/2014/main" id="{843C0EE9-4828-428D-86BB-B02D16110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D415BC-E42B-4A88-A554-52299B84D797}"/>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10891278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0926-6943-4DEE-83D0-91023BEF26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934D35-8F52-4EB4-BB14-9CFA0BC12FF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F2B5E9-44B9-4625-AE54-4B2708C36BFB}"/>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5" name="Footer Placeholder 4">
            <a:extLst>
              <a:ext uri="{FF2B5EF4-FFF2-40B4-BE49-F238E27FC236}">
                <a16:creationId xmlns:a16="http://schemas.microsoft.com/office/drawing/2014/main" id="{4F65AB7A-0945-4C3E-B1FF-29DBB7FB3F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6A4D8-A807-49F6-8F14-0343C638C65D}"/>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7884296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A8472-30AB-45D6-9E53-DED5FA7FA6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111B3F-AD9B-4F86-88BD-528D583E11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1A0ACB9-7597-4C8B-AEFF-57636700E5CB}"/>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5" name="Footer Placeholder 4">
            <a:extLst>
              <a:ext uri="{FF2B5EF4-FFF2-40B4-BE49-F238E27FC236}">
                <a16:creationId xmlns:a16="http://schemas.microsoft.com/office/drawing/2014/main" id="{C2A3ADE3-0C45-4A47-996B-800093E613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E61FBF-F83C-4706-A063-1F66201DE530}"/>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28020311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AF6F2-F57E-41E9-A177-A6A7B08FB5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58C35C-C735-4EE4-8851-F640781FA6B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BEAC76-9D07-4D12-A988-F5DE8B1C2EC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DEEBEA-8FBB-4FEE-BA8E-12593EA6C61D}"/>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6" name="Footer Placeholder 5">
            <a:extLst>
              <a:ext uri="{FF2B5EF4-FFF2-40B4-BE49-F238E27FC236}">
                <a16:creationId xmlns:a16="http://schemas.microsoft.com/office/drawing/2014/main" id="{B01BB7D8-1DA0-4701-B576-74A3D2844B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345674-F62A-4A53-94A8-F3FBD88B9CFD}"/>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9515554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DB58A-858A-404C-A142-D189DB5E5C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6C8CBC-BC76-4A33-AFEE-DD5C72C7CA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1CF0D96-BF19-4C42-83B5-82E0C8C930F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A4B3D0-0E54-4800-A06C-1C88947214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B007BA6-CB88-4CC7-AD2D-4C40C72FD54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18D0B9-F9BC-4408-9FBF-6D05608A637E}"/>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8" name="Footer Placeholder 7">
            <a:extLst>
              <a:ext uri="{FF2B5EF4-FFF2-40B4-BE49-F238E27FC236}">
                <a16:creationId xmlns:a16="http://schemas.microsoft.com/office/drawing/2014/main" id="{497A3D14-3F3C-44CC-AC3D-7E7927565E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EDB986-F807-4C8C-9CC2-8539B0281A93}"/>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33087026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52BC2-F217-4842-A2E3-120F8E5960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01D37F-DAC6-45BE-8AD4-BBBAF4696C2A}"/>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4" name="Footer Placeholder 3">
            <a:extLst>
              <a:ext uri="{FF2B5EF4-FFF2-40B4-BE49-F238E27FC236}">
                <a16:creationId xmlns:a16="http://schemas.microsoft.com/office/drawing/2014/main" id="{EA91D45D-17E0-4DB8-A4B7-83C0EA4F7A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90CCB7-0966-4D0D-9A37-E6F53139B1F8}"/>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2492123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AC04E2-F7B3-499D-B535-AF08A2B8846E}"/>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3" name="Footer Placeholder 2">
            <a:extLst>
              <a:ext uri="{FF2B5EF4-FFF2-40B4-BE49-F238E27FC236}">
                <a16:creationId xmlns:a16="http://schemas.microsoft.com/office/drawing/2014/main" id="{2BA8CDAC-C44F-4CD8-A9F4-DB1A666C19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C90AEA-05E0-40C1-A74D-9FB549A6F31E}"/>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25099154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BBF3-38FC-428C-8E49-633CC8429D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86AA5D-6527-46ED-9AD8-731EF15A82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4EE114-4632-4FD3-8F70-70A3B4B4B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55C8CDF-363B-4A37-94F6-0B7403CE845A}"/>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6" name="Footer Placeholder 5">
            <a:extLst>
              <a:ext uri="{FF2B5EF4-FFF2-40B4-BE49-F238E27FC236}">
                <a16:creationId xmlns:a16="http://schemas.microsoft.com/office/drawing/2014/main" id="{A0D1E330-6D66-4527-983C-B00AE16C7E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1BEE0C-92B0-4DC4-90A4-FA4EE7886EAB}"/>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3011489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6284-38BC-4AED-AC94-B1C4E35D12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11E088-C8AA-4484-99E9-11F363754B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F0459E-B3A5-42A9-B750-D197D4C4E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FA37F34-3C3A-448D-A31A-76F9C594ABF9}"/>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6" name="Footer Placeholder 5">
            <a:extLst>
              <a:ext uri="{FF2B5EF4-FFF2-40B4-BE49-F238E27FC236}">
                <a16:creationId xmlns:a16="http://schemas.microsoft.com/office/drawing/2014/main" id="{810B63CA-4C8D-4980-89AF-09CB930624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38BCA9-318A-43BF-A17E-3C4256993E3F}"/>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25740947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9EF1B-2337-4889-B4D8-7D96864C95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7FA071-9241-49FB-B6F5-FED1B5BA7E1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38A472-EA8C-4F09-9B36-12B1F163F29C}"/>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5" name="Footer Placeholder 4">
            <a:extLst>
              <a:ext uri="{FF2B5EF4-FFF2-40B4-BE49-F238E27FC236}">
                <a16:creationId xmlns:a16="http://schemas.microsoft.com/office/drawing/2014/main" id="{D571EA96-2836-4FCC-BF2A-B00649CFE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0E13BF-5CA7-4129-A635-C549C4A4DD96}"/>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32662260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0CF1D6-0CEC-4C9B-9796-342126312B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6FD9E1-F030-4320-B7D4-1EC02EA4553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45C7A-D2CC-48DB-92D4-73A50092EE8C}"/>
              </a:ext>
            </a:extLst>
          </p:cNvPr>
          <p:cNvSpPr>
            <a:spLocks noGrp="1"/>
          </p:cNvSpPr>
          <p:nvPr>
            <p:ph type="dt" sz="half" idx="10"/>
          </p:nvPr>
        </p:nvSpPr>
        <p:spPr/>
        <p:txBody>
          <a:bodyPr/>
          <a:lstStyle/>
          <a:p>
            <a:fld id="{A9559FBA-1A77-4519-83E4-F9F2CE82C366}" type="datetimeFigureOut">
              <a:rPr lang="en-US" smtClean="0"/>
              <a:t>8/19/2026</a:t>
            </a:fld>
            <a:endParaRPr lang="en-US"/>
          </a:p>
        </p:txBody>
      </p:sp>
      <p:sp>
        <p:nvSpPr>
          <p:cNvPr id="5" name="Footer Placeholder 4">
            <a:extLst>
              <a:ext uri="{FF2B5EF4-FFF2-40B4-BE49-F238E27FC236}">
                <a16:creationId xmlns:a16="http://schemas.microsoft.com/office/drawing/2014/main" id="{7B740F9F-7C8F-454D-9011-96FD1949CF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C5E7F3-8B72-4584-85BF-7F89DBAAAACB}"/>
              </a:ext>
            </a:extLst>
          </p:cNvPr>
          <p:cNvSpPr>
            <a:spLocks noGrp="1"/>
          </p:cNvSpPr>
          <p:nvPr>
            <p:ph type="sldNum" sz="quarter" idx="12"/>
          </p:nvPr>
        </p:nvSpPr>
        <p:spPr/>
        <p:txBody>
          <a:bodyPr/>
          <a:lstStyle/>
          <a:p>
            <a:fld id="{8B16CAC3-D4D4-4544-A2AC-E0D04D1CC24D}" type="slidenum">
              <a:rPr lang="en-US" smtClean="0"/>
              <a:t>‹#›</a:t>
            </a:fld>
            <a:endParaRPr lang="en-US"/>
          </a:p>
        </p:txBody>
      </p:sp>
    </p:spTree>
    <p:extLst>
      <p:ext uri="{BB962C8B-B14F-4D97-AF65-F5344CB8AC3E}">
        <p14:creationId xmlns:p14="http://schemas.microsoft.com/office/powerpoint/2010/main" val="686149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1C3F17-435E-BFF2-62A3-781870716D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AFEFCC-EF11-4E79-73DD-B8A23C4A9C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AF4EC6-7DE2-B3B0-F617-EFD5C6D392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A035E7-C039-416D-821A-E7D7161FA4E2}" type="datetimeFigureOut">
              <a:rPr lang="en-IN" smtClean="0"/>
              <a:t>19-08-2026</a:t>
            </a:fld>
            <a:endParaRPr lang="en-IN"/>
          </a:p>
        </p:txBody>
      </p:sp>
      <p:sp>
        <p:nvSpPr>
          <p:cNvPr id="5" name="Footer Placeholder 4">
            <a:extLst>
              <a:ext uri="{FF2B5EF4-FFF2-40B4-BE49-F238E27FC236}">
                <a16:creationId xmlns:a16="http://schemas.microsoft.com/office/drawing/2014/main" id="{0A2232C0-8BF0-62A5-3871-6573C2EF95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C40C489-CEBA-DFB2-EB58-0F1D234559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ADB605-D69E-4587-BBF7-45EB1BB8C6D2}" type="slidenum">
              <a:rPr lang="en-IN" smtClean="0"/>
              <a:t>‹#›</a:t>
            </a:fld>
            <a:endParaRPr lang="en-IN"/>
          </a:p>
        </p:txBody>
      </p:sp>
    </p:spTree>
    <p:extLst>
      <p:ext uri="{BB962C8B-B14F-4D97-AF65-F5344CB8AC3E}">
        <p14:creationId xmlns:p14="http://schemas.microsoft.com/office/powerpoint/2010/main" val="2725753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99712E-1C31-6967-B145-E4C614B78E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03C144-F761-0489-720A-04AB20DD62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6DEDA-FAA8-020A-2C37-05FF574562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5C78B1-74B8-4C7E-939B-7BDC60F15967}" type="datetimeFigureOut">
              <a:rPr lang="en-US" smtClean="0"/>
              <a:t>8/19/2026</a:t>
            </a:fld>
            <a:endParaRPr lang="en-US"/>
          </a:p>
        </p:txBody>
      </p:sp>
      <p:sp>
        <p:nvSpPr>
          <p:cNvPr id="5" name="Footer Placeholder 4">
            <a:extLst>
              <a:ext uri="{FF2B5EF4-FFF2-40B4-BE49-F238E27FC236}">
                <a16:creationId xmlns:a16="http://schemas.microsoft.com/office/drawing/2014/main" id="{3ADAA2E6-1411-A601-192D-F62225D75B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BA1173-8FD4-4DBF-9AE4-EF105120F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014076-9604-4CF9-97D6-5B8DC7F9E68A}" type="slidenum">
              <a:rPr lang="en-US" smtClean="0"/>
              <a:t>‹#›</a:t>
            </a:fld>
            <a:endParaRPr lang="en-US"/>
          </a:p>
        </p:txBody>
      </p:sp>
    </p:spTree>
    <p:extLst>
      <p:ext uri="{BB962C8B-B14F-4D97-AF65-F5344CB8AC3E}">
        <p14:creationId xmlns:p14="http://schemas.microsoft.com/office/powerpoint/2010/main" val="27889406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96A90CCB-1D1A-65D6-4538-9D8D004DD911}"/>
              </a:ext>
            </a:extLst>
          </p:cNvPr>
          <p:cNvSpPr/>
          <p:nvPr userDrawn="1"/>
        </p:nvSpPr>
        <p:spPr>
          <a:xfrm rot="10800000">
            <a:off x="0" y="6391564"/>
            <a:ext cx="12192000" cy="420254"/>
          </a:xfrm>
          <a:custGeom>
            <a:avLst/>
            <a:gdLst>
              <a:gd name="connsiteX0" fmla="*/ 7516746 w 7519606"/>
              <a:gd name="connsiteY0" fmla="*/ -734 h 2172518"/>
              <a:gd name="connsiteX1" fmla="*/ 7516746 w 7519606"/>
              <a:gd name="connsiteY1" fmla="*/ 725262 h 2172518"/>
              <a:gd name="connsiteX2" fmla="*/ 6175053 w 7519606"/>
              <a:gd name="connsiteY2" fmla="*/ 1224277 h 2172518"/>
              <a:gd name="connsiteX3" fmla="*/ 5932356 w 7519606"/>
              <a:gd name="connsiteY3" fmla="*/ 1344387 h 2172518"/>
              <a:gd name="connsiteX4" fmla="*/ 5748810 w 7519606"/>
              <a:gd name="connsiteY4" fmla="*/ 1440208 h 2172518"/>
              <a:gd name="connsiteX5" fmla="*/ 4208617 w 7519606"/>
              <a:gd name="connsiteY5" fmla="*/ 2044665 h 2172518"/>
              <a:gd name="connsiteX6" fmla="*/ 3233828 w 7519606"/>
              <a:gd name="connsiteY6" fmla="*/ 2171538 h 2172518"/>
              <a:gd name="connsiteX7" fmla="*/ 2258946 w 7519606"/>
              <a:gd name="connsiteY7" fmla="*/ 2044665 h 2172518"/>
              <a:gd name="connsiteX8" fmla="*/ 718849 w 7519606"/>
              <a:gd name="connsiteY8" fmla="*/ 1440208 h 2172518"/>
              <a:gd name="connsiteX9" fmla="*/ -2861 w 7519606"/>
              <a:gd name="connsiteY9" fmla="*/ 1088736 h 2172518"/>
              <a:gd name="connsiteX10" fmla="*/ -2861 w 7519606"/>
              <a:gd name="connsiteY10" fmla="*/ -734 h 217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19606" h="2172518">
                <a:moveTo>
                  <a:pt x="7516746" y="-734"/>
                </a:moveTo>
                <a:lnTo>
                  <a:pt x="7516746" y="725262"/>
                </a:lnTo>
                <a:cubicBezTo>
                  <a:pt x="7131744" y="818893"/>
                  <a:pt x="6688071" y="978436"/>
                  <a:pt x="6175053" y="1224277"/>
                </a:cubicBezTo>
                <a:cubicBezTo>
                  <a:pt x="6095805" y="1262377"/>
                  <a:pt x="6014937" y="1302410"/>
                  <a:pt x="5932356" y="1344387"/>
                </a:cubicBezTo>
                <a:cubicBezTo>
                  <a:pt x="5872062" y="1375181"/>
                  <a:pt x="5810913" y="1407128"/>
                  <a:pt x="5748810" y="1440208"/>
                </a:cubicBezTo>
                <a:cubicBezTo>
                  <a:pt x="5181881" y="1742151"/>
                  <a:pt x="4668866" y="1933604"/>
                  <a:pt x="4208617" y="2044665"/>
                </a:cubicBezTo>
                <a:cubicBezTo>
                  <a:pt x="3934106" y="2123818"/>
                  <a:pt x="3609400" y="2175824"/>
                  <a:pt x="3233828" y="2171538"/>
                </a:cubicBezTo>
                <a:cubicBezTo>
                  <a:pt x="2858163" y="2175824"/>
                  <a:pt x="2533550" y="2123913"/>
                  <a:pt x="2258946" y="2044665"/>
                </a:cubicBezTo>
                <a:cubicBezTo>
                  <a:pt x="1798697" y="1933604"/>
                  <a:pt x="1285679" y="1742151"/>
                  <a:pt x="718849" y="1440208"/>
                </a:cubicBezTo>
                <a:cubicBezTo>
                  <a:pt x="463102" y="1303906"/>
                  <a:pt x="222881" y="1187415"/>
                  <a:pt x="-2861" y="1088736"/>
                </a:cubicBezTo>
                <a:lnTo>
                  <a:pt x="-2861" y="-734"/>
                </a:lnTo>
                <a:close/>
              </a:path>
            </a:pathLst>
          </a:custGeom>
          <a:solidFill>
            <a:srgbClr val="EFEFEF"/>
          </a:solidFill>
          <a:ln w="9525" cap="flat">
            <a:noFill/>
            <a:prstDash val="solid"/>
            <a:miter/>
          </a:ln>
        </p:spPr>
        <p:txBody>
          <a:bodyPr rtlCol="0" anchor="ctr"/>
          <a:lstStyle/>
          <a:p>
            <a:endParaRPr lang="en-GB" dirty="0"/>
          </a:p>
        </p:txBody>
      </p:sp>
      <p:sp>
        <p:nvSpPr>
          <p:cNvPr id="2" name="Title Placeholder 1">
            <a:extLst>
              <a:ext uri="{FF2B5EF4-FFF2-40B4-BE49-F238E27FC236}">
                <a16:creationId xmlns:a16="http://schemas.microsoft.com/office/drawing/2014/main" id="{ABD57848-8154-3C50-36F0-EF8BFF6CE1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69B245-515A-E9D1-1C90-072AB8C6E0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7D3EB3-E919-7AB3-79B8-E0A29B62A1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0589C4-DDE3-41E5-82BF-EFEE299078B6}" type="datetimeFigureOut">
              <a:rPr lang="en-US" smtClean="0"/>
              <a:t>8/19/2026</a:t>
            </a:fld>
            <a:endParaRPr lang="en-US"/>
          </a:p>
        </p:txBody>
      </p:sp>
      <p:sp>
        <p:nvSpPr>
          <p:cNvPr id="5" name="Footer Placeholder 4">
            <a:extLst>
              <a:ext uri="{FF2B5EF4-FFF2-40B4-BE49-F238E27FC236}">
                <a16:creationId xmlns:a16="http://schemas.microsoft.com/office/drawing/2014/main" id="{69B9A9AD-440B-8062-E499-D2FDCEF551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B48764-A23B-2A65-D069-C50F4763C7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C79205-0A75-4C1B-877E-9A84F38F26FE}" type="slidenum">
              <a:rPr lang="en-US" smtClean="0"/>
              <a:t>‹#›</a:t>
            </a:fld>
            <a:endParaRPr lang="en-US"/>
          </a:p>
        </p:txBody>
      </p:sp>
      <p:sp>
        <p:nvSpPr>
          <p:cNvPr id="7" name="Freeform: Shape 6">
            <a:extLst>
              <a:ext uri="{FF2B5EF4-FFF2-40B4-BE49-F238E27FC236}">
                <a16:creationId xmlns:a16="http://schemas.microsoft.com/office/drawing/2014/main" id="{A8D64DBB-E2B2-0AFF-5F48-5218B8509F43}"/>
              </a:ext>
            </a:extLst>
          </p:cNvPr>
          <p:cNvSpPr/>
          <p:nvPr userDrawn="1"/>
        </p:nvSpPr>
        <p:spPr>
          <a:xfrm>
            <a:off x="0" y="0"/>
            <a:ext cx="12192000" cy="1128045"/>
          </a:xfrm>
          <a:custGeom>
            <a:avLst/>
            <a:gdLst>
              <a:gd name="connsiteX0" fmla="*/ 7516746 w 7519606"/>
              <a:gd name="connsiteY0" fmla="*/ -734 h 2172518"/>
              <a:gd name="connsiteX1" fmla="*/ 7516746 w 7519606"/>
              <a:gd name="connsiteY1" fmla="*/ 725262 h 2172518"/>
              <a:gd name="connsiteX2" fmla="*/ 6175053 w 7519606"/>
              <a:gd name="connsiteY2" fmla="*/ 1224277 h 2172518"/>
              <a:gd name="connsiteX3" fmla="*/ 5932356 w 7519606"/>
              <a:gd name="connsiteY3" fmla="*/ 1344387 h 2172518"/>
              <a:gd name="connsiteX4" fmla="*/ 5748810 w 7519606"/>
              <a:gd name="connsiteY4" fmla="*/ 1440208 h 2172518"/>
              <a:gd name="connsiteX5" fmla="*/ 4208617 w 7519606"/>
              <a:gd name="connsiteY5" fmla="*/ 2044665 h 2172518"/>
              <a:gd name="connsiteX6" fmla="*/ 3233828 w 7519606"/>
              <a:gd name="connsiteY6" fmla="*/ 2171538 h 2172518"/>
              <a:gd name="connsiteX7" fmla="*/ 2258946 w 7519606"/>
              <a:gd name="connsiteY7" fmla="*/ 2044665 h 2172518"/>
              <a:gd name="connsiteX8" fmla="*/ 718849 w 7519606"/>
              <a:gd name="connsiteY8" fmla="*/ 1440208 h 2172518"/>
              <a:gd name="connsiteX9" fmla="*/ -2861 w 7519606"/>
              <a:gd name="connsiteY9" fmla="*/ 1088736 h 2172518"/>
              <a:gd name="connsiteX10" fmla="*/ -2861 w 7519606"/>
              <a:gd name="connsiteY10" fmla="*/ -734 h 217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19606" h="2172518">
                <a:moveTo>
                  <a:pt x="7516746" y="-734"/>
                </a:moveTo>
                <a:lnTo>
                  <a:pt x="7516746" y="725262"/>
                </a:lnTo>
                <a:cubicBezTo>
                  <a:pt x="7131744" y="818893"/>
                  <a:pt x="6688071" y="978436"/>
                  <a:pt x="6175053" y="1224277"/>
                </a:cubicBezTo>
                <a:cubicBezTo>
                  <a:pt x="6095805" y="1262377"/>
                  <a:pt x="6014937" y="1302410"/>
                  <a:pt x="5932356" y="1344387"/>
                </a:cubicBezTo>
                <a:cubicBezTo>
                  <a:pt x="5872062" y="1375181"/>
                  <a:pt x="5810913" y="1407128"/>
                  <a:pt x="5748810" y="1440208"/>
                </a:cubicBezTo>
                <a:cubicBezTo>
                  <a:pt x="5181881" y="1742151"/>
                  <a:pt x="4668866" y="1933604"/>
                  <a:pt x="4208617" y="2044665"/>
                </a:cubicBezTo>
                <a:cubicBezTo>
                  <a:pt x="3934106" y="2123818"/>
                  <a:pt x="3609400" y="2175824"/>
                  <a:pt x="3233828" y="2171538"/>
                </a:cubicBezTo>
                <a:cubicBezTo>
                  <a:pt x="2858163" y="2175824"/>
                  <a:pt x="2533550" y="2123913"/>
                  <a:pt x="2258946" y="2044665"/>
                </a:cubicBezTo>
                <a:cubicBezTo>
                  <a:pt x="1798697" y="1933604"/>
                  <a:pt x="1285679" y="1742151"/>
                  <a:pt x="718849" y="1440208"/>
                </a:cubicBezTo>
                <a:cubicBezTo>
                  <a:pt x="463102" y="1303906"/>
                  <a:pt x="222881" y="1187415"/>
                  <a:pt x="-2861" y="1088736"/>
                </a:cubicBezTo>
                <a:lnTo>
                  <a:pt x="-2861" y="-734"/>
                </a:lnTo>
                <a:close/>
              </a:path>
            </a:pathLst>
          </a:custGeom>
          <a:solidFill>
            <a:srgbClr val="EFEFE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EA65CCE1-5B91-F3FF-CC67-101F8DEA04BB}"/>
              </a:ext>
            </a:extLst>
          </p:cNvPr>
          <p:cNvSpPr/>
          <p:nvPr userDrawn="1"/>
        </p:nvSpPr>
        <p:spPr>
          <a:xfrm>
            <a:off x="770" y="1"/>
            <a:ext cx="12191230" cy="307648"/>
          </a:xfrm>
          <a:custGeom>
            <a:avLst/>
            <a:gdLst>
              <a:gd name="connsiteX0" fmla="*/ 7516271 w 7519131"/>
              <a:gd name="connsiteY0" fmla="*/ -734 h 1905818"/>
              <a:gd name="connsiteX1" fmla="*/ 7516271 w 7519131"/>
              <a:gd name="connsiteY1" fmla="*/ 615057 h 1905818"/>
              <a:gd name="connsiteX2" fmla="*/ 6271354 w 7519131"/>
              <a:gd name="connsiteY2" fmla="*/ 1173413 h 1905818"/>
              <a:gd name="connsiteX3" fmla="*/ 6174579 w 7519131"/>
              <a:gd name="connsiteY3" fmla="*/ 1224277 h 1905818"/>
              <a:gd name="connsiteX4" fmla="*/ 5931882 w 7519131"/>
              <a:gd name="connsiteY4" fmla="*/ 1344387 h 1905818"/>
              <a:gd name="connsiteX5" fmla="*/ 4731732 w 7519131"/>
              <a:gd name="connsiteY5" fmla="*/ 1777870 h 1905818"/>
              <a:gd name="connsiteX6" fmla="*/ 3756943 w 7519131"/>
              <a:gd name="connsiteY6" fmla="*/ 1904838 h 1905818"/>
              <a:gd name="connsiteX7" fmla="*/ 2782156 w 7519131"/>
              <a:gd name="connsiteY7" fmla="*/ 1777870 h 1905818"/>
              <a:gd name="connsiteX8" fmla="*/ 1241963 w 7519131"/>
              <a:gd name="connsiteY8" fmla="*/ 1173413 h 1905818"/>
              <a:gd name="connsiteX9" fmla="*/ -2861 w 7519131"/>
              <a:gd name="connsiteY9" fmla="*/ 615057 h 1905818"/>
              <a:gd name="connsiteX10" fmla="*/ -2861 w 7519131"/>
              <a:gd name="connsiteY10" fmla="*/ -734 h 190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19131" h="1905818">
                <a:moveTo>
                  <a:pt x="7516271" y="-734"/>
                </a:moveTo>
                <a:lnTo>
                  <a:pt x="7516271" y="615057"/>
                </a:lnTo>
                <a:cubicBezTo>
                  <a:pt x="7148224" y="744216"/>
                  <a:pt x="6735221" y="926335"/>
                  <a:pt x="6271354" y="1173413"/>
                </a:cubicBezTo>
                <a:cubicBezTo>
                  <a:pt x="6238968" y="1190748"/>
                  <a:pt x="6206679" y="1207608"/>
                  <a:pt x="6174579" y="1224277"/>
                </a:cubicBezTo>
                <a:cubicBezTo>
                  <a:pt x="6092570" y="1266568"/>
                  <a:pt x="6011703" y="1306601"/>
                  <a:pt x="5931882" y="1344387"/>
                </a:cubicBezTo>
                <a:cubicBezTo>
                  <a:pt x="5497827" y="1550032"/>
                  <a:pt x="5097872" y="1689478"/>
                  <a:pt x="4731732" y="1777870"/>
                </a:cubicBezTo>
                <a:cubicBezTo>
                  <a:pt x="4457126" y="1857022"/>
                  <a:pt x="4132515" y="1909124"/>
                  <a:pt x="3756943" y="1904838"/>
                </a:cubicBezTo>
                <a:cubicBezTo>
                  <a:pt x="3381277" y="1909124"/>
                  <a:pt x="3056667" y="1857213"/>
                  <a:pt x="2782156" y="1777870"/>
                </a:cubicBezTo>
                <a:cubicBezTo>
                  <a:pt x="2321812" y="1666904"/>
                  <a:pt x="1808796" y="1475451"/>
                  <a:pt x="1241963" y="1173413"/>
                </a:cubicBezTo>
                <a:cubicBezTo>
                  <a:pt x="777999" y="926335"/>
                  <a:pt x="365187" y="744216"/>
                  <a:pt x="-2861" y="615057"/>
                </a:cubicBezTo>
                <a:lnTo>
                  <a:pt x="-2861" y="-734"/>
                </a:lnTo>
                <a:close/>
              </a:path>
            </a:pathLst>
          </a:custGeom>
          <a:solidFill>
            <a:srgbClr val="44318C"/>
          </a:solidFill>
          <a:ln w="1020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8BA046A-B782-73D4-0F4B-25A1A9015E38}"/>
              </a:ext>
            </a:extLst>
          </p:cNvPr>
          <p:cNvSpPr txBox="1"/>
          <p:nvPr userDrawn="1"/>
        </p:nvSpPr>
        <p:spPr>
          <a:xfrm>
            <a:off x="8780233" y="6103530"/>
            <a:ext cx="3411767" cy="523220"/>
          </a:xfrm>
          <a:prstGeom prst="rect">
            <a:avLst/>
          </a:prstGeom>
          <a:noFill/>
        </p:spPr>
        <p:txBody>
          <a:bodyPr wrap="square" rtlCol="0">
            <a:spAutoFit/>
          </a:bodyPr>
          <a:lstStyle/>
          <a:p>
            <a:pPr marL="0" marR="0" lvl="0" indent="0" algn="ctr" defTabSz="857294"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1">
                <a:ln>
                  <a:noFill/>
                </a:ln>
                <a:solidFill>
                  <a:srgbClr val="44318D"/>
                </a:solidFill>
                <a:effectLst/>
                <a:uLnTx/>
                <a:uFillTx/>
                <a:latin typeface="Garamond" panose="02020404030301010803" pitchFamily="18" charset="0"/>
                <a:ea typeface="+mn-ea"/>
                <a:cs typeface="+mn-cs"/>
              </a:rPr>
              <a:t>the</a:t>
            </a:r>
            <a:r>
              <a:rPr kumimoji="0" lang="en-GB" sz="2800" b="0" i="0" u="none" strike="noStrike" kern="1200" cap="none" spc="0" normalizeH="0" baseline="0" noProof="1">
                <a:ln>
                  <a:noFill/>
                </a:ln>
                <a:solidFill>
                  <a:srgbClr val="44318D"/>
                </a:solidFill>
                <a:effectLst/>
                <a:uLnTx/>
                <a:uFillTx/>
                <a:latin typeface="Garamond" panose="02020404030301010803" pitchFamily="18" charset="0"/>
                <a:ea typeface="+mn-ea"/>
                <a:cs typeface="+mn-cs"/>
              </a:rPr>
              <a:t>knowledge</a:t>
            </a:r>
            <a:r>
              <a:rPr kumimoji="0" lang="en-GB" sz="2800" b="1" i="0" u="none" strike="noStrike" kern="1200" cap="none" spc="0" normalizeH="0" baseline="0" noProof="1">
                <a:ln>
                  <a:noFill/>
                </a:ln>
                <a:solidFill>
                  <a:srgbClr val="44318D"/>
                </a:solidFill>
                <a:effectLst/>
                <a:uLnTx/>
                <a:uFillTx/>
                <a:latin typeface="Garamond" panose="02020404030301010803" pitchFamily="18" charset="0"/>
                <a:ea typeface="+mn-ea"/>
                <a:cs typeface="+mn-cs"/>
              </a:rPr>
              <a:t>academy</a:t>
            </a:r>
            <a:endParaRPr kumimoji="0" lang="en-GB" sz="3200" b="1" i="0" u="none" strike="noStrike" kern="1200" cap="none" spc="0" normalizeH="0" baseline="0" noProof="1">
              <a:ln>
                <a:noFill/>
              </a:ln>
              <a:solidFill>
                <a:srgbClr val="44318D"/>
              </a:solidFill>
              <a:effectLst/>
              <a:uLnTx/>
              <a:uFillTx/>
              <a:latin typeface="Garamond" panose="02020404030301010803" pitchFamily="18" charset="0"/>
              <a:ea typeface="+mn-ea"/>
              <a:cs typeface="+mn-cs"/>
            </a:endParaRPr>
          </a:p>
        </p:txBody>
      </p:sp>
      <p:sp>
        <p:nvSpPr>
          <p:cNvPr id="10" name="Freeform: Shape 9">
            <a:extLst>
              <a:ext uri="{FF2B5EF4-FFF2-40B4-BE49-F238E27FC236}">
                <a16:creationId xmlns:a16="http://schemas.microsoft.com/office/drawing/2014/main" id="{F88CC50D-AC56-F3E4-407C-772C8013AD70}"/>
              </a:ext>
            </a:extLst>
          </p:cNvPr>
          <p:cNvSpPr/>
          <p:nvPr userDrawn="1"/>
        </p:nvSpPr>
        <p:spPr>
          <a:xfrm rot="10800000">
            <a:off x="770" y="6550352"/>
            <a:ext cx="12191230" cy="307648"/>
          </a:xfrm>
          <a:custGeom>
            <a:avLst/>
            <a:gdLst>
              <a:gd name="connsiteX0" fmla="*/ 7516271 w 7519131"/>
              <a:gd name="connsiteY0" fmla="*/ -734 h 1905818"/>
              <a:gd name="connsiteX1" fmla="*/ 7516271 w 7519131"/>
              <a:gd name="connsiteY1" fmla="*/ 615057 h 1905818"/>
              <a:gd name="connsiteX2" fmla="*/ 6271354 w 7519131"/>
              <a:gd name="connsiteY2" fmla="*/ 1173413 h 1905818"/>
              <a:gd name="connsiteX3" fmla="*/ 6174579 w 7519131"/>
              <a:gd name="connsiteY3" fmla="*/ 1224277 h 1905818"/>
              <a:gd name="connsiteX4" fmla="*/ 5931882 w 7519131"/>
              <a:gd name="connsiteY4" fmla="*/ 1344387 h 1905818"/>
              <a:gd name="connsiteX5" fmla="*/ 4731732 w 7519131"/>
              <a:gd name="connsiteY5" fmla="*/ 1777870 h 1905818"/>
              <a:gd name="connsiteX6" fmla="*/ 3756943 w 7519131"/>
              <a:gd name="connsiteY6" fmla="*/ 1904838 h 1905818"/>
              <a:gd name="connsiteX7" fmla="*/ 2782156 w 7519131"/>
              <a:gd name="connsiteY7" fmla="*/ 1777870 h 1905818"/>
              <a:gd name="connsiteX8" fmla="*/ 1241963 w 7519131"/>
              <a:gd name="connsiteY8" fmla="*/ 1173413 h 1905818"/>
              <a:gd name="connsiteX9" fmla="*/ -2861 w 7519131"/>
              <a:gd name="connsiteY9" fmla="*/ 615057 h 1905818"/>
              <a:gd name="connsiteX10" fmla="*/ -2861 w 7519131"/>
              <a:gd name="connsiteY10" fmla="*/ -734 h 190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19131" h="1905818">
                <a:moveTo>
                  <a:pt x="7516271" y="-734"/>
                </a:moveTo>
                <a:lnTo>
                  <a:pt x="7516271" y="615057"/>
                </a:lnTo>
                <a:cubicBezTo>
                  <a:pt x="7148224" y="744216"/>
                  <a:pt x="6735221" y="926335"/>
                  <a:pt x="6271354" y="1173413"/>
                </a:cubicBezTo>
                <a:cubicBezTo>
                  <a:pt x="6238968" y="1190748"/>
                  <a:pt x="6206679" y="1207608"/>
                  <a:pt x="6174579" y="1224277"/>
                </a:cubicBezTo>
                <a:cubicBezTo>
                  <a:pt x="6092570" y="1266568"/>
                  <a:pt x="6011703" y="1306601"/>
                  <a:pt x="5931882" y="1344387"/>
                </a:cubicBezTo>
                <a:cubicBezTo>
                  <a:pt x="5497827" y="1550032"/>
                  <a:pt x="5097872" y="1689478"/>
                  <a:pt x="4731732" y="1777870"/>
                </a:cubicBezTo>
                <a:cubicBezTo>
                  <a:pt x="4457126" y="1857022"/>
                  <a:pt x="4132515" y="1909124"/>
                  <a:pt x="3756943" y="1904838"/>
                </a:cubicBezTo>
                <a:cubicBezTo>
                  <a:pt x="3381277" y="1909124"/>
                  <a:pt x="3056667" y="1857213"/>
                  <a:pt x="2782156" y="1777870"/>
                </a:cubicBezTo>
                <a:cubicBezTo>
                  <a:pt x="2321812" y="1666904"/>
                  <a:pt x="1808796" y="1475451"/>
                  <a:pt x="1241963" y="1173413"/>
                </a:cubicBezTo>
                <a:cubicBezTo>
                  <a:pt x="777999" y="926335"/>
                  <a:pt x="365187" y="744216"/>
                  <a:pt x="-2861" y="615057"/>
                </a:cubicBezTo>
                <a:lnTo>
                  <a:pt x="-2861" y="-734"/>
                </a:lnTo>
                <a:close/>
              </a:path>
            </a:pathLst>
          </a:custGeom>
          <a:solidFill>
            <a:srgbClr val="44318C"/>
          </a:solidFill>
          <a:ln w="1020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dirty="0"/>
          </a:p>
        </p:txBody>
      </p:sp>
    </p:spTree>
    <p:extLst>
      <p:ext uri="{BB962C8B-B14F-4D97-AF65-F5344CB8AC3E}">
        <p14:creationId xmlns:p14="http://schemas.microsoft.com/office/powerpoint/2010/main" val="416738552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2B5C1D-A6DF-4E4A-A541-A0055CE3C5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5C22F0-0C3A-4AFD-8297-43A83F785A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FB1FA-B7C1-4771-85B1-C31FF811DD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559FBA-1A77-4519-83E4-F9F2CE82C366}" type="datetimeFigureOut">
              <a:rPr lang="en-US" smtClean="0"/>
              <a:t>8/19/2026</a:t>
            </a:fld>
            <a:endParaRPr lang="en-US"/>
          </a:p>
        </p:txBody>
      </p:sp>
      <p:sp>
        <p:nvSpPr>
          <p:cNvPr id="5" name="Footer Placeholder 4">
            <a:extLst>
              <a:ext uri="{FF2B5EF4-FFF2-40B4-BE49-F238E27FC236}">
                <a16:creationId xmlns:a16="http://schemas.microsoft.com/office/drawing/2014/main" id="{706EB6A1-AE80-4755-9054-2C965C579B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5EBCE2-A896-45B7-9280-372134CF7E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16CAC3-D4D4-4544-A2AC-E0D04D1CC24D}" type="slidenum">
              <a:rPr lang="en-US" smtClean="0"/>
              <a:t>‹#›</a:t>
            </a:fld>
            <a:endParaRPr lang="en-US"/>
          </a:p>
        </p:txBody>
      </p:sp>
    </p:spTree>
    <p:extLst>
      <p:ext uri="{BB962C8B-B14F-4D97-AF65-F5344CB8AC3E}">
        <p14:creationId xmlns:p14="http://schemas.microsoft.com/office/powerpoint/2010/main" val="92072845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9.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1.xml"/><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6.xml"/><Relationship Id="rId1" Type="http://schemas.openxmlformats.org/officeDocument/2006/relationships/slideLayout" Target="../slideLayouts/slideLayout29.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7.xml"/><Relationship Id="rId1" Type="http://schemas.openxmlformats.org/officeDocument/2006/relationships/slideLayout" Target="../slideLayouts/slideLayout29.xml"/></Relationships>
</file>

<file path=ppt/slides/_rels/slide7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8.xml"/><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0.xml"/><Relationship Id="rId1" Type="http://schemas.openxmlformats.org/officeDocument/2006/relationships/slideLayout" Target="../slideLayouts/slideLayout29.xml"/><Relationship Id="rId4" Type="http://schemas.openxmlformats.org/officeDocument/2006/relationships/image" Target="../media/image36.png"/></Relationships>
</file>

<file path=ppt/slides/_rels/slide8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1.xml"/><Relationship Id="rId1" Type="http://schemas.openxmlformats.org/officeDocument/2006/relationships/slideLayout" Target="../slideLayouts/slideLayout29.xml"/><Relationship Id="rId4" Type="http://schemas.openxmlformats.org/officeDocument/2006/relationships/image" Target="../media/image38.png"/></Relationships>
</file>

<file path=ppt/slides/_rels/slide8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29.xml"/><Relationship Id="rId4" Type="http://schemas.openxmlformats.org/officeDocument/2006/relationships/image" Target="../media/image40.png"/></Relationships>
</file>

<file path=ppt/slides/_rels/slide8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3.xml"/><Relationship Id="rId1" Type="http://schemas.openxmlformats.org/officeDocument/2006/relationships/slideLayout" Target="../slideLayouts/slideLayout29.xml"/><Relationship Id="rId4" Type="http://schemas.openxmlformats.org/officeDocument/2006/relationships/image" Target="../media/image42.png"/></Relationships>
</file>

<file path=ppt/slides/_rels/slide8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4.xml"/><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5.xml"/><Relationship Id="rId1" Type="http://schemas.openxmlformats.org/officeDocument/2006/relationships/slideLayout" Target="../slideLayouts/slideLayout29.xml"/></Relationships>
</file>

<file path=ppt/slides/_rels/slide8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6.xml"/><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7.xml"/><Relationship Id="rId1" Type="http://schemas.openxmlformats.org/officeDocument/2006/relationships/slideLayout" Target="../slideLayouts/slideLayout29.xml"/><Relationship Id="rId5" Type="http://schemas.openxmlformats.org/officeDocument/2006/relationships/image" Target="../media/image48.png"/><Relationship Id="rId4" Type="http://schemas.openxmlformats.org/officeDocument/2006/relationships/image" Target="../media/image47.png"/></Relationships>
</file>

<file path=ppt/slides/_rels/slide8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8.xml"/><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9.xml"/><Relationship Id="rId1" Type="http://schemas.openxmlformats.org/officeDocument/2006/relationships/slideLayout" Target="../slideLayouts/slideLayout29.xml"/><Relationship Id="rId4" Type="http://schemas.openxmlformats.org/officeDocument/2006/relationships/image" Target="../media/image51.png"/></Relationships>
</file>

<file path=ppt/slides/_rels/slide8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0.xml"/><Relationship Id="rId1" Type="http://schemas.openxmlformats.org/officeDocument/2006/relationships/slideLayout" Target="../slideLayouts/slideLayout29.xml"/><Relationship Id="rId4" Type="http://schemas.openxmlformats.org/officeDocument/2006/relationships/image" Target="../media/image53.png"/></Relationships>
</file>

<file path=ppt/slides/_rels/slide9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1.xml"/><Relationship Id="rId1" Type="http://schemas.openxmlformats.org/officeDocument/2006/relationships/slideLayout" Target="../slideLayouts/slideLayout29.xml"/></Relationships>
</file>

<file path=ppt/slides/_rels/slide9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2.xml"/><Relationship Id="rId1" Type="http://schemas.openxmlformats.org/officeDocument/2006/relationships/slideLayout" Target="../slideLayouts/slideLayout29.xml"/></Relationships>
</file>

<file path=ppt/slides/_rels/slide9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3.xml"/><Relationship Id="rId1" Type="http://schemas.openxmlformats.org/officeDocument/2006/relationships/slideLayout" Target="../slideLayouts/slideLayout29.xml"/></Relationships>
</file>

<file path=ppt/slides/_rels/slide9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4.xml"/><Relationship Id="rId1" Type="http://schemas.openxmlformats.org/officeDocument/2006/relationships/slideLayout" Target="../slideLayouts/slideLayout29.xml"/></Relationships>
</file>

<file path=ppt/slides/_rels/slide9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5.xml"/><Relationship Id="rId1" Type="http://schemas.openxmlformats.org/officeDocument/2006/relationships/slideLayout" Target="../slideLayouts/slideLayout2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9.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9.xml"/></Relationships>
</file>

<file path=ppt/slides/_rels/slide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9.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9.xml"/></Relationships>
</file>

<file path=ppt/slides/_rels/slide10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0.xml"/><Relationship Id="rId1" Type="http://schemas.openxmlformats.org/officeDocument/2006/relationships/slideLayout" Target="../slideLayouts/slideLayout29.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9.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9.xml"/></Relationships>
</file>

<file path=ppt/slides/_rels/slide10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3.xml"/><Relationship Id="rId1" Type="http://schemas.openxmlformats.org/officeDocument/2006/relationships/slideLayout" Target="../slideLayouts/slideLayout29.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9.xml"/></Relationships>
</file>

<file path=ppt/slides/_rels/slide10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5.xml"/><Relationship Id="rId1" Type="http://schemas.openxmlformats.org/officeDocument/2006/relationships/slideLayout" Target="../slideLayouts/slideLayout29.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9.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9.xml"/></Relationships>
</file>

<file path=ppt/slides/_rels/slide10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8.xml"/><Relationship Id="rId1" Type="http://schemas.openxmlformats.org/officeDocument/2006/relationships/slideLayout" Target="../slideLayouts/slideLayout29.xml"/></Relationships>
</file>

<file path=ppt/slides/_rels/slide10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9.xml"/><Relationship Id="rId1" Type="http://schemas.openxmlformats.org/officeDocument/2006/relationships/slideLayout" Target="../slideLayouts/slideLayout29.xml"/></Relationships>
</file>

<file path=ppt/slides/_rels/slide11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0.xml"/><Relationship Id="rId1" Type="http://schemas.openxmlformats.org/officeDocument/2006/relationships/slideLayout" Target="../slideLayouts/slideLayout29.xml"/><Relationship Id="rId4" Type="http://schemas.openxmlformats.org/officeDocument/2006/relationships/image" Target="../media/image65.png"/></Relationships>
</file>

<file path=ppt/slides/_rels/slide11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1.xml"/><Relationship Id="rId1" Type="http://schemas.openxmlformats.org/officeDocument/2006/relationships/slideLayout" Target="../slideLayouts/slideLayout29.xml"/></Relationships>
</file>

<file path=ppt/slides/_rels/slide11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2.xml"/><Relationship Id="rId1" Type="http://schemas.openxmlformats.org/officeDocument/2006/relationships/slideLayout" Target="../slideLayouts/slideLayout29.xml"/></Relationships>
</file>

<file path=ppt/slides/_rels/slide1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3.xml"/><Relationship Id="rId1" Type="http://schemas.openxmlformats.org/officeDocument/2006/relationships/slideLayout" Target="../slideLayouts/slideLayout29.xml"/></Relationships>
</file>

<file path=ppt/slides/_rels/slide1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4.xml"/><Relationship Id="rId1" Type="http://schemas.openxmlformats.org/officeDocument/2006/relationships/slideLayout" Target="../slideLayouts/slideLayout29.xml"/></Relationships>
</file>

<file path=ppt/slides/_rels/slide1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5.xml"/><Relationship Id="rId1" Type="http://schemas.openxmlformats.org/officeDocument/2006/relationships/slideLayout" Target="../slideLayouts/slideLayout29.xml"/></Relationships>
</file>

<file path=ppt/slides/_rels/slide1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6.xml"/><Relationship Id="rId1" Type="http://schemas.openxmlformats.org/officeDocument/2006/relationships/slideLayout" Target="../slideLayouts/slideLayout29.xml"/></Relationships>
</file>

<file path=ppt/slides/_rels/slide11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7.xml"/><Relationship Id="rId1" Type="http://schemas.openxmlformats.org/officeDocument/2006/relationships/slideLayout" Target="../slideLayouts/slideLayout29.xml"/></Relationships>
</file>

<file path=ppt/slides/_rels/slide11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08.xml"/><Relationship Id="rId1" Type="http://schemas.openxmlformats.org/officeDocument/2006/relationships/slideLayout" Target="../slideLayouts/slideLayout29.xml"/></Relationships>
</file>

<file path=ppt/slides/_rels/slide1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9.xml"/><Relationship Id="rId1" Type="http://schemas.openxmlformats.org/officeDocument/2006/relationships/slideLayout" Target="../slideLayouts/slideLayout2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0.xml"/><Relationship Id="rId1" Type="http://schemas.openxmlformats.org/officeDocument/2006/relationships/slideLayout" Target="../slideLayouts/slideLayout29.xml"/></Relationships>
</file>

<file path=ppt/slides/_rels/slide12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1.xml"/><Relationship Id="rId1" Type="http://schemas.openxmlformats.org/officeDocument/2006/relationships/slideLayout" Target="../slideLayouts/slideLayout29.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9.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9.xml"/></Relationships>
</file>

<file path=ppt/slides/_rels/slide1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9.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9.xml"/></Relationships>
</file>

<file path=ppt/slides/_rels/slide1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6.xml"/><Relationship Id="rId1" Type="http://schemas.openxmlformats.org/officeDocument/2006/relationships/slideLayout" Target="../slideLayouts/slideLayout29.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9.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9.xml"/></Relationships>
</file>

<file path=ppt/slides/_rels/slide1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19.xml"/><Relationship Id="rId1" Type="http://schemas.openxmlformats.org/officeDocument/2006/relationships/slideLayout" Target="../slideLayouts/slideLayout29.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9.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9.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9.xml"/></Relationships>
</file>

<file path=ppt/slides/_rels/slide1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3.xml"/><Relationship Id="rId1" Type="http://schemas.openxmlformats.org/officeDocument/2006/relationships/slideLayout" Target="../slideLayouts/slideLayout29.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9.xml"/></Relationships>
</file>

<file path=ppt/slides/_rels/slide13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25.xml"/><Relationship Id="rId1" Type="http://schemas.openxmlformats.org/officeDocument/2006/relationships/slideLayout" Target="../slideLayouts/slideLayout29.xml"/></Relationships>
</file>

<file path=ppt/slides/_rels/slide13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6.xml"/><Relationship Id="rId1" Type="http://schemas.openxmlformats.org/officeDocument/2006/relationships/slideLayout" Target="../slideLayouts/slideLayout29.xml"/></Relationships>
</file>

<file path=ppt/slides/_rels/slide13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27.xml"/><Relationship Id="rId1" Type="http://schemas.openxmlformats.org/officeDocument/2006/relationships/slideLayout" Target="../slideLayouts/slideLayout29.xml"/></Relationships>
</file>

<file path=ppt/slides/_rels/slide1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28.xml"/><Relationship Id="rId1" Type="http://schemas.openxmlformats.org/officeDocument/2006/relationships/slideLayout" Target="../slideLayouts/slideLayout29.xml"/></Relationships>
</file>

<file path=ppt/slides/_rels/slide14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29.xml"/><Relationship Id="rId1" Type="http://schemas.openxmlformats.org/officeDocument/2006/relationships/slideLayout" Target="../slideLayouts/slideLayout29.xml"/></Relationships>
</file>

<file path=ppt/slides/_rels/slide14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30.xml"/><Relationship Id="rId1" Type="http://schemas.openxmlformats.org/officeDocument/2006/relationships/slideLayout" Target="../slideLayouts/slideLayout29.xml"/></Relationships>
</file>

<file path=ppt/slides/_rels/slide1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1.xml"/><Relationship Id="rId1" Type="http://schemas.openxmlformats.org/officeDocument/2006/relationships/slideLayout" Target="../slideLayouts/slideLayout29.xml"/></Relationships>
</file>

<file path=ppt/slides/_rels/slide1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32.xml"/><Relationship Id="rId1" Type="http://schemas.openxmlformats.org/officeDocument/2006/relationships/slideLayout" Target="../slideLayouts/slideLayout29.xml"/></Relationships>
</file>

<file path=ppt/slides/_rels/slide14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33.xml"/><Relationship Id="rId1" Type="http://schemas.openxmlformats.org/officeDocument/2006/relationships/slideLayout" Target="../slideLayouts/slideLayout29.xml"/></Relationships>
</file>

<file path=ppt/slides/_rels/slide14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34.xml"/><Relationship Id="rId1" Type="http://schemas.openxmlformats.org/officeDocument/2006/relationships/slideLayout" Target="../slideLayouts/slideLayout29.xml"/></Relationships>
</file>

<file path=ppt/slides/_rels/slide14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35.xml"/><Relationship Id="rId1" Type="http://schemas.openxmlformats.org/officeDocument/2006/relationships/slideLayout" Target="../slideLayouts/slideLayout29.xml"/></Relationships>
</file>

<file path=ppt/slides/_rels/slide14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36.xml"/><Relationship Id="rId1" Type="http://schemas.openxmlformats.org/officeDocument/2006/relationships/slideLayout" Target="../slideLayouts/slideLayout29.xml"/></Relationships>
</file>

<file path=ppt/slides/_rels/slide14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37.xml"/><Relationship Id="rId1" Type="http://schemas.openxmlformats.org/officeDocument/2006/relationships/slideLayout" Target="../slideLayouts/slideLayout29.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9.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9.xml"/></Relationships>
</file>

<file path=ppt/slides/_rels/slide1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9.xml"/></Relationships>
</file>

<file path=ppt/slides/_rels/slide15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41.xml"/><Relationship Id="rId1" Type="http://schemas.openxmlformats.org/officeDocument/2006/relationships/slideLayout" Target="../slideLayouts/slideLayout29.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9.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9.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9.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9.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9.xml"/></Relationships>
</file>

<file path=ppt/slides/_rels/slide15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47.xml"/><Relationship Id="rId1" Type="http://schemas.openxmlformats.org/officeDocument/2006/relationships/slideLayout" Target="../slideLayouts/slideLayout29.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9.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9.xml"/></Relationships>
</file>

<file path=ppt/slides/_rels/slide1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50.xml"/><Relationship Id="rId1" Type="http://schemas.openxmlformats.org/officeDocument/2006/relationships/slideLayout" Target="../slideLayouts/slideLayout29.xml"/></Relationships>
</file>

<file path=ppt/slides/_rels/slide16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51.xml"/><Relationship Id="rId1" Type="http://schemas.openxmlformats.org/officeDocument/2006/relationships/slideLayout" Target="../slideLayouts/slideLayout29.xml"/></Relationships>
</file>

<file path=ppt/slides/_rels/slide16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52.xml"/><Relationship Id="rId1" Type="http://schemas.openxmlformats.org/officeDocument/2006/relationships/slideLayout" Target="../slideLayouts/slideLayout29.xml"/></Relationships>
</file>

<file path=ppt/slides/_rels/slide16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53.xml"/><Relationship Id="rId1" Type="http://schemas.openxmlformats.org/officeDocument/2006/relationships/slideLayout" Target="../slideLayouts/slideLayout29.xml"/></Relationships>
</file>

<file path=ppt/slides/_rels/slide16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4.xml"/><Relationship Id="rId1" Type="http://schemas.openxmlformats.org/officeDocument/2006/relationships/slideLayout" Target="../slideLayouts/slideLayout2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55.xml"/><Relationship Id="rId1" Type="http://schemas.openxmlformats.org/officeDocument/2006/relationships/slideLayout" Target="../slideLayouts/slideLayout29.xml"/></Relationships>
</file>

<file path=ppt/slides/_rels/slide16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56.xml"/><Relationship Id="rId1" Type="http://schemas.openxmlformats.org/officeDocument/2006/relationships/slideLayout" Target="../slideLayouts/slideLayout29.xml"/></Relationships>
</file>

<file path=ppt/slides/_rels/slide16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57.xml"/><Relationship Id="rId1" Type="http://schemas.openxmlformats.org/officeDocument/2006/relationships/slideLayout" Target="../slideLayouts/slideLayout29.xml"/></Relationships>
</file>

<file path=ppt/slides/_rels/slide1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58.xml"/><Relationship Id="rId1" Type="http://schemas.openxmlformats.org/officeDocument/2006/relationships/slideLayout" Target="../slideLayouts/slideLayout29.xml"/><Relationship Id="rId4" Type="http://schemas.openxmlformats.org/officeDocument/2006/relationships/image" Target="../media/image102.png"/></Relationships>
</file>

<file path=ppt/slides/_rels/slide17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59.xml"/><Relationship Id="rId1" Type="http://schemas.openxmlformats.org/officeDocument/2006/relationships/slideLayout" Target="../slideLayouts/slideLayout29.xml"/></Relationships>
</file>

<file path=ppt/slides/_rels/slide17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60.xml"/><Relationship Id="rId1" Type="http://schemas.openxmlformats.org/officeDocument/2006/relationships/slideLayout" Target="../slideLayouts/slideLayout29.xml"/><Relationship Id="rId4" Type="http://schemas.openxmlformats.org/officeDocument/2006/relationships/image" Target="../media/image105.png"/></Relationships>
</file>

<file path=ppt/slides/_rels/slide17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61.xml"/><Relationship Id="rId1" Type="http://schemas.openxmlformats.org/officeDocument/2006/relationships/slideLayout" Target="../slideLayouts/slideLayout29.xml"/></Relationships>
</file>

<file path=ppt/slides/_rels/slide17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62.xml"/><Relationship Id="rId1" Type="http://schemas.openxmlformats.org/officeDocument/2006/relationships/slideLayout" Target="../slideLayouts/slideLayout29.xml"/></Relationships>
</file>

<file path=ppt/slides/_rels/slide17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63.xml"/><Relationship Id="rId1" Type="http://schemas.openxmlformats.org/officeDocument/2006/relationships/slideLayout" Target="../slideLayouts/slideLayout29.xml"/><Relationship Id="rId4" Type="http://schemas.openxmlformats.org/officeDocument/2006/relationships/image" Target="../media/image109.png"/></Relationships>
</file>

<file path=ppt/slides/_rels/slide17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64.xml"/><Relationship Id="rId1" Type="http://schemas.openxmlformats.org/officeDocument/2006/relationships/slideLayout" Target="../slideLayouts/slideLayout29.xml"/></Relationships>
</file>

<file path=ppt/slides/_rels/slide17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65.xml"/><Relationship Id="rId1" Type="http://schemas.openxmlformats.org/officeDocument/2006/relationships/slideLayout" Target="../slideLayouts/slideLayout29.xml"/><Relationship Id="rId4" Type="http://schemas.openxmlformats.org/officeDocument/2006/relationships/image" Target="../media/image112.png"/></Relationships>
</file>

<file path=ppt/slides/_rels/slide17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66.xml"/><Relationship Id="rId1" Type="http://schemas.openxmlformats.org/officeDocument/2006/relationships/slideLayout" Target="../slideLayouts/slideLayout29.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9.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9.xml"/></Relationships>
</file>

<file path=ppt/slides/_rels/slide1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9.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9.xml"/></Relationships>
</file>

<file path=ppt/slides/_rels/slide18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71.xml"/><Relationship Id="rId1" Type="http://schemas.openxmlformats.org/officeDocument/2006/relationships/slideLayout" Target="../slideLayouts/slideLayout29.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9.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9.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9.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9.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9.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9.xml"/></Relationships>
</file>

<file path=ppt/slides/_rels/slide19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78.xml"/><Relationship Id="rId1" Type="http://schemas.openxmlformats.org/officeDocument/2006/relationships/slideLayout" Target="../slideLayouts/slideLayout29.xml"/></Relationships>
</file>

<file path=ppt/slides/_rels/slide19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79.xml"/><Relationship Id="rId1" Type="http://schemas.openxmlformats.org/officeDocument/2006/relationships/slideLayout" Target="../slideLayouts/slideLayout29.xml"/></Relationships>
</file>

<file path=ppt/slides/_rels/slide19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80.xml"/><Relationship Id="rId1" Type="http://schemas.openxmlformats.org/officeDocument/2006/relationships/slideLayout" Target="../slideLayouts/slideLayout29.xml"/></Relationships>
</file>

<file path=ppt/slides/_rels/slide19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81.xml"/><Relationship Id="rId1" Type="http://schemas.openxmlformats.org/officeDocument/2006/relationships/slideLayout" Target="../slideLayouts/slideLayout29.xml"/><Relationship Id="rId4" Type="http://schemas.openxmlformats.org/officeDocument/2006/relationships/image" Target="../media/image119.png"/></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9.xml"/></Relationships>
</file>

<file path=ppt/slides/_rels/slide19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83.xml"/><Relationship Id="rId1" Type="http://schemas.openxmlformats.org/officeDocument/2006/relationships/slideLayout" Target="../slideLayouts/slideLayout29.xml"/><Relationship Id="rId4" Type="http://schemas.openxmlformats.org/officeDocument/2006/relationships/image" Target="../media/image121.png"/></Relationships>
</file>

<file path=ppt/slides/_rels/slide19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84.xml"/><Relationship Id="rId1" Type="http://schemas.openxmlformats.org/officeDocument/2006/relationships/slideLayout" Target="../slideLayouts/slideLayout29.xml"/></Relationships>
</file>

<file path=ppt/slides/_rels/slide19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85.xml"/><Relationship Id="rId1" Type="http://schemas.openxmlformats.org/officeDocument/2006/relationships/slideLayout" Target="../slideLayouts/slideLayout29.xml"/></Relationships>
</file>

<file path=ppt/slides/_rels/slide19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86.xml"/><Relationship Id="rId1" Type="http://schemas.openxmlformats.org/officeDocument/2006/relationships/slideLayout" Target="../slideLayouts/slideLayout29.xml"/></Relationships>
</file>

<file path=ppt/slides/_rels/slide20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87.xml"/><Relationship Id="rId1" Type="http://schemas.openxmlformats.org/officeDocument/2006/relationships/slideLayout" Target="../slideLayouts/slideLayout29.xml"/></Relationships>
</file>

<file path=ppt/slides/_rels/slide20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88.xml"/><Relationship Id="rId1" Type="http://schemas.openxmlformats.org/officeDocument/2006/relationships/slideLayout" Target="../slideLayouts/slideLayout29.xml"/></Relationships>
</file>

<file path=ppt/slides/_rels/slide20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89.xml"/><Relationship Id="rId1" Type="http://schemas.openxmlformats.org/officeDocument/2006/relationships/slideLayout" Target="../slideLayouts/slideLayout29.xml"/></Relationships>
</file>

<file path=ppt/slides/_rels/slide20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90.xml"/><Relationship Id="rId1" Type="http://schemas.openxmlformats.org/officeDocument/2006/relationships/slideLayout" Target="../slideLayouts/slideLayout29.xml"/></Relationships>
</file>

<file path=ppt/slides/_rels/slide204.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91.xml"/><Relationship Id="rId1" Type="http://schemas.openxmlformats.org/officeDocument/2006/relationships/slideLayout" Target="../slideLayouts/slideLayout29.xml"/></Relationships>
</file>

<file path=ppt/slides/_rels/slide20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92.xml"/><Relationship Id="rId1" Type="http://schemas.openxmlformats.org/officeDocument/2006/relationships/slideLayout" Target="../slideLayouts/slideLayout29.xml"/></Relationships>
</file>

<file path=ppt/slides/_rels/slide20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93.xml"/><Relationship Id="rId1" Type="http://schemas.openxmlformats.org/officeDocument/2006/relationships/slideLayout" Target="../slideLayouts/slideLayout29.xml"/><Relationship Id="rId4" Type="http://schemas.openxmlformats.org/officeDocument/2006/relationships/image" Target="../media/image131.png"/></Relationships>
</file>

<file path=ppt/slides/_rels/slide20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94.xml"/><Relationship Id="rId1" Type="http://schemas.openxmlformats.org/officeDocument/2006/relationships/slideLayout" Target="../slideLayouts/slideLayout29.xml"/></Relationships>
</file>

<file path=ppt/slides/_rels/slide20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95.xml"/><Relationship Id="rId1" Type="http://schemas.openxmlformats.org/officeDocument/2006/relationships/slideLayout" Target="../slideLayouts/slideLayout29.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9.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9.xml"/></Relationships>
</file>

<file path=ppt/slides/_rels/slide2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9.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9.xml"/></Relationships>
</file>

<file path=ppt/slides/_rels/slide21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200.xml"/><Relationship Id="rId1" Type="http://schemas.openxmlformats.org/officeDocument/2006/relationships/slideLayout" Target="../slideLayouts/slideLayout29.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9.xml"/></Relationships>
</file>

<file path=ppt/slides/_rels/slide21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202.xml"/><Relationship Id="rId1" Type="http://schemas.openxmlformats.org/officeDocument/2006/relationships/slideLayout" Target="../slideLayouts/slideLayout29.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9.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9.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9.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9.xml"/></Relationships>
</file>

<file path=ppt/slides/_rels/slide22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07.xml"/><Relationship Id="rId1" Type="http://schemas.openxmlformats.org/officeDocument/2006/relationships/slideLayout" Target="../slideLayouts/slideLayout29.xml"/></Relationships>
</file>

<file path=ppt/slides/_rels/slide22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208.xml"/><Relationship Id="rId1" Type="http://schemas.openxmlformats.org/officeDocument/2006/relationships/slideLayout" Target="../slideLayouts/slideLayout29.xml"/></Relationships>
</file>

<file path=ppt/slides/_rels/slide22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209.xml"/><Relationship Id="rId1" Type="http://schemas.openxmlformats.org/officeDocument/2006/relationships/slideLayout" Target="../slideLayouts/slideLayout29.xml"/></Relationships>
</file>

<file path=ppt/slides/_rels/slide22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10.xml"/><Relationship Id="rId1" Type="http://schemas.openxmlformats.org/officeDocument/2006/relationships/slideLayout" Target="../slideLayouts/slideLayout29.xml"/></Relationships>
</file>

<file path=ppt/slides/_rels/slide22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1.xml"/><Relationship Id="rId1" Type="http://schemas.openxmlformats.org/officeDocument/2006/relationships/slideLayout" Target="../slideLayouts/slideLayout29.xml"/></Relationships>
</file>

<file path=ppt/slides/_rels/slide22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12.xml"/><Relationship Id="rId1" Type="http://schemas.openxmlformats.org/officeDocument/2006/relationships/slideLayout" Target="../slideLayouts/slideLayout29.xml"/></Relationships>
</file>

<file path=ppt/slides/_rels/slide22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13.xml"/><Relationship Id="rId1" Type="http://schemas.openxmlformats.org/officeDocument/2006/relationships/slideLayout" Target="../slideLayouts/slideLayout29.xml"/></Relationships>
</file>

<file path=ppt/slides/_rels/slide22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14.xml"/><Relationship Id="rId1" Type="http://schemas.openxmlformats.org/officeDocument/2006/relationships/slideLayout" Target="../slideLayouts/slideLayout29.xml"/></Relationships>
</file>

<file path=ppt/slides/_rels/slide22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15.xml"/><Relationship Id="rId1" Type="http://schemas.openxmlformats.org/officeDocument/2006/relationships/slideLayout" Target="../slideLayouts/slideLayout29.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9.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9.xml"/></Relationships>
</file>

<file path=ppt/slides/_rels/slide2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9.xml"/></Relationships>
</file>

<file path=ppt/slides/_rels/slide23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19.xml"/><Relationship Id="rId1" Type="http://schemas.openxmlformats.org/officeDocument/2006/relationships/slideLayout" Target="../slideLayouts/slideLayout29.xml"/></Relationships>
</file>

<file path=ppt/slides/_rels/slide23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20.xml"/><Relationship Id="rId1" Type="http://schemas.openxmlformats.org/officeDocument/2006/relationships/slideLayout" Target="../slideLayouts/slideLayout29.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9.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9.xml"/></Relationships>
</file>

<file path=ppt/slides/_rels/slide23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23.xml"/><Relationship Id="rId1" Type="http://schemas.openxmlformats.org/officeDocument/2006/relationships/slideLayout" Target="../slideLayouts/slideLayout29.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9.xml"/></Relationships>
</file>

<file path=ppt/slides/_rels/slide24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225.xml"/><Relationship Id="rId1" Type="http://schemas.openxmlformats.org/officeDocument/2006/relationships/slideLayout" Target="../slideLayouts/slideLayout29.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9.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9.xml"/></Relationships>
</file>

<file path=ppt/slides/_rels/slide243.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228.xml"/><Relationship Id="rId1" Type="http://schemas.openxmlformats.org/officeDocument/2006/relationships/slideLayout" Target="../slideLayouts/slideLayout29.xml"/></Relationships>
</file>

<file path=ppt/slides/_rels/slide24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29.xml"/><Relationship Id="rId1" Type="http://schemas.openxmlformats.org/officeDocument/2006/relationships/slideLayout" Target="../slideLayouts/slideLayout29.xml"/></Relationships>
</file>

<file path=ppt/slides/_rels/slide24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30.xml"/><Relationship Id="rId1" Type="http://schemas.openxmlformats.org/officeDocument/2006/relationships/slideLayout" Target="../slideLayouts/slideLayout29.xml"/></Relationships>
</file>

<file path=ppt/slides/_rels/slide24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31.xml"/><Relationship Id="rId1" Type="http://schemas.openxmlformats.org/officeDocument/2006/relationships/slideLayout" Target="../slideLayouts/slideLayout29.xml"/></Relationships>
</file>

<file path=ppt/slides/_rels/slide247.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32.xml"/><Relationship Id="rId1" Type="http://schemas.openxmlformats.org/officeDocument/2006/relationships/slideLayout" Target="../slideLayouts/slideLayout29.xml"/></Relationships>
</file>

<file path=ppt/slides/_rels/slide24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233.xml"/><Relationship Id="rId1" Type="http://schemas.openxmlformats.org/officeDocument/2006/relationships/slideLayout" Target="../slideLayouts/slideLayout29.xml"/><Relationship Id="rId4" Type="http://schemas.openxmlformats.org/officeDocument/2006/relationships/image" Target="../media/image155.png"/></Relationships>
</file>

<file path=ppt/slides/_rels/slide249.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234.xml"/><Relationship Id="rId1" Type="http://schemas.openxmlformats.org/officeDocument/2006/relationships/slideLayout" Target="../slideLayouts/slideLayout29.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9.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9.xml"/></Relationships>
</file>

<file path=ppt/slides/_rels/slide252.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58.png"/><Relationship Id="rId7" Type="http://schemas.openxmlformats.org/officeDocument/2006/relationships/image" Target="../media/image162.svg"/><Relationship Id="rId12" Type="http://schemas.openxmlformats.org/officeDocument/2006/relationships/image" Target="../media/image167.jpeg"/><Relationship Id="rId2" Type="http://schemas.openxmlformats.org/officeDocument/2006/relationships/image" Target="../media/image157.png"/><Relationship Id="rId1" Type="http://schemas.openxmlformats.org/officeDocument/2006/relationships/slideLayout" Target="../slideLayouts/slideLayout39.xml"/><Relationship Id="rId6" Type="http://schemas.openxmlformats.org/officeDocument/2006/relationships/image" Target="../media/image161.png"/><Relationship Id="rId11" Type="http://schemas.openxmlformats.org/officeDocument/2006/relationships/image" Target="../media/image166.png"/><Relationship Id="rId5" Type="http://schemas.openxmlformats.org/officeDocument/2006/relationships/image" Target="../media/image160.sv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93132FA-D949-9EDA-83EC-E4F7D2E9BE75}"/>
              </a:ext>
            </a:extLst>
          </p:cNvPr>
          <p:cNvGrpSpPr/>
          <p:nvPr/>
        </p:nvGrpSpPr>
        <p:grpSpPr>
          <a:xfrm>
            <a:off x="330574" y="3283627"/>
            <a:ext cx="6293556" cy="1589506"/>
            <a:chOff x="575049" y="2642778"/>
            <a:chExt cx="6293556" cy="1589506"/>
          </a:xfrm>
        </p:grpSpPr>
        <p:sp>
          <p:nvSpPr>
            <p:cNvPr id="5" name="TextBox 4">
              <a:extLst>
                <a:ext uri="{FF2B5EF4-FFF2-40B4-BE49-F238E27FC236}">
                  <a16:creationId xmlns:a16="http://schemas.microsoft.com/office/drawing/2014/main" id="{46A4D0F4-E151-9E1A-1F99-7BF2916F3171}"/>
                </a:ext>
              </a:extLst>
            </p:cNvPr>
            <p:cNvSpPr txBox="1"/>
            <p:nvPr/>
          </p:nvSpPr>
          <p:spPr>
            <a:xfrm>
              <a:off x="575049" y="2642778"/>
              <a:ext cx="6293556" cy="1569660"/>
            </a:xfrm>
            <a:prstGeom prst="rect">
              <a:avLst/>
            </a:prstGeom>
            <a:noFill/>
          </p:spPr>
          <p:txBody>
            <a:bodyPr wrap="square">
              <a:spAutoFit/>
            </a:bodyPr>
            <a:lstStyle/>
            <a:p>
              <a:r>
                <a:rPr lang="en-US" sz="4800" b="1" dirty="0">
                  <a:solidFill>
                    <a:schemeClr val="accent2"/>
                  </a:solidFill>
                  <a:latin typeface="Calibri" panose="020F0502020204030204" pitchFamily="34" charset="0"/>
                  <a:ea typeface="Calibri" panose="020F0502020204030204" pitchFamily="34" charset="0"/>
                  <a:cs typeface="Calibri" panose="020F0502020204030204" pitchFamily="34" charset="0"/>
                </a:rPr>
                <a:t>Predictive Analytics Course</a:t>
              </a:r>
            </a:p>
          </p:txBody>
        </p:sp>
        <p:cxnSp>
          <p:nvCxnSpPr>
            <p:cNvPr id="6" name="Straight Connector 5">
              <a:extLst>
                <a:ext uri="{FF2B5EF4-FFF2-40B4-BE49-F238E27FC236}">
                  <a16:creationId xmlns:a16="http://schemas.microsoft.com/office/drawing/2014/main" id="{99AB518C-77B3-0006-BA20-703E35083590}"/>
                </a:ext>
              </a:extLst>
            </p:cNvPr>
            <p:cNvCxnSpPr>
              <a:cxnSpLocks/>
            </p:cNvCxnSpPr>
            <p:nvPr/>
          </p:nvCxnSpPr>
          <p:spPr>
            <a:xfrm>
              <a:off x="582771" y="4232284"/>
              <a:ext cx="575770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 name="Freeform: Shape 14">
            <a:extLst>
              <a:ext uri="{FF2B5EF4-FFF2-40B4-BE49-F238E27FC236}">
                <a16:creationId xmlns:a16="http://schemas.microsoft.com/office/drawing/2014/main" id="{80124CC2-B762-30C0-2D99-A6A9227F6A95}"/>
              </a:ext>
            </a:extLst>
          </p:cNvPr>
          <p:cNvSpPr/>
          <p:nvPr/>
        </p:nvSpPr>
        <p:spPr>
          <a:xfrm>
            <a:off x="576725" y="-32346"/>
            <a:ext cx="4209735" cy="718500"/>
          </a:xfrm>
          <a:custGeom>
            <a:avLst/>
            <a:gdLst>
              <a:gd name="connsiteX0" fmla="*/ 431086 w 4209735"/>
              <a:gd name="connsiteY0" fmla="*/ 0 h 718500"/>
              <a:gd name="connsiteX1" fmla="*/ 4209735 w 4209735"/>
              <a:gd name="connsiteY1" fmla="*/ 0 h 718500"/>
              <a:gd name="connsiteX2" fmla="*/ 3778649 w 4209735"/>
              <a:gd name="connsiteY2" fmla="*/ 718500 h 718500"/>
              <a:gd name="connsiteX3" fmla="*/ 0 w 4209735"/>
              <a:gd name="connsiteY3" fmla="*/ 718500 h 718500"/>
              <a:gd name="connsiteX4" fmla="*/ 431086 w 4209735"/>
              <a:gd name="connsiteY4" fmla="*/ 0 h 718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9735" h="718500">
                <a:moveTo>
                  <a:pt x="431086" y="0"/>
                </a:moveTo>
                <a:lnTo>
                  <a:pt x="4209735" y="0"/>
                </a:lnTo>
                <a:lnTo>
                  <a:pt x="3778649" y="718500"/>
                </a:lnTo>
                <a:lnTo>
                  <a:pt x="0" y="718500"/>
                </a:lnTo>
                <a:lnTo>
                  <a:pt x="431086" y="0"/>
                </a:lnTo>
                <a:close/>
              </a:path>
            </a:pathLst>
          </a:custGeom>
          <a:solidFill>
            <a:schemeClr val="accent2"/>
          </a:solidFill>
          <a:ln>
            <a:noFill/>
          </a:ln>
          <a:effectLst>
            <a:outerShdw blurRad="304800" dist="38100" dir="8100000" algn="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9" name="Freeform: Shape 8">
            <a:extLst>
              <a:ext uri="{FF2B5EF4-FFF2-40B4-BE49-F238E27FC236}">
                <a16:creationId xmlns:a16="http://schemas.microsoft.com/office/drawing/2014/main" id="{052F1FB4-73EC-BA60-9BAC-7802E277A4F1}"/>
              </a:ext>
            </a:extLst>
          </p:cNvPr>
          <p:cNvSpPr/>
          <p:nvPr/>
        </p:nvSpPr>
        <p:spPr>
          <a:xfrm>
            <a:off x="10850723" y="4648024"/>
            <a:ext cx="1341277" cy="2226149"/>
          </a:xfrm>
          <a:custGeom>
            <a:avLst/>
            <a:gdLst>
              <a:gd name="connsiteX0" fmla="*/ 1341277 w 1341277"/>
              <a:gd name="connsiteY0" fmla="*/ 0 h 2226149"/>
              <a:gd name="connsiteX1" fmla="*/ 1341277 w 1341277"/>
              <a:gd name="connsiteY1" fmla="*/ 2226149 h 2226149"/>
              <a:gd name="connsiteX2" fmla="*/ 0 w 1341277"/>
              <a:gd name="connsiteY2" fmla="*/ 2226149 h 2226149"/>
            </a:gdLst>
            <a:ahLst/>
            <a:cxnLst>
              <a:cxn ang="0">
                <a:pos x="connsiteX0" y="connsiteY0"/>
              </a:cxn>
              <a:cxn ang="0">
                <a:pos x="connsiteX1" y="connsiteY1"/>
              </a:cxn>
              <a:cxn ang="0">
                <a:pos x="connsiteX2" y="connsiteY2"/>
              </a:cxn>
            </a:cxnLst>
            <a:rect l="l" t="t" r="r" b="b"/>
            <a:pathLst>
              <a:path w="1341277" h="2226149">
                <a:moveTo>
                  <a:pt x="1341277" y="0"/>
                </a:moveTo>
                <a:lnTo>
                  <a:pt x="1341277" y="2226149"/>
                </a:lnTo>
                <a:lnTo>
                  <a:pt x="0" y="2226149"/>
                </a:lnTo>
                <a:close/>
              </a:path>
            </a:pathLst>
          </a:custGeom>
          <a:solidFill>
            <a:schemeClr val="accent2"/>
          </a:solidFill>
          <a:ln>
            <a:noFill/>
          </a:ln>
          <a:effectLst>
            <a:outerShdw blurRad="3175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0" name="Parallelogram 9">
            <a:extLst>
              <a:ext uri="{FF2B5EF4-FFF2-40B4-BE49-F238E27FC236}">
                <a16:creationId xmlns:a16="http://schemas.microsoft.com/office/drawing/2014/main" id="{CC8FA897-CC29-33D4-6B85-E6385B3237FE}"/>
              </a:ext>
            </a:extLst>
          </p:cNvPr>
          <p:cNvSpPr/>
          <p:nvPr/>
        </p:nvSpPr>
        <p:spPr>
          <a:xfrm>
            <a:off x="9858971" y="5920406"/>
            <a:ext cx="1168693" cy="937594"/>
          </a:xfrm>
          <a:prstGeom prst="parallelogram">
            <a:avLst>
              <a:gd name="adj" fmla="val 60535"/>
            </a:avLst>
          </a:prstGeom>
          <a:solidFill>
            <a:srgbClr val="FFC000">
              <a:alpha val="84000"/>
            </a:srgbClr>
          </a:solidFill>
          <a:ln>
            <a:noFill/>
          </a:ln>
          <a:effectLst>
            <a:outerShdw blurRad="3175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26" name="Picture 2" descr="Predictive Analytics Icon – Royalty-Free Vector | VectorStock">
            <a:extLst>
              <a:ext uri="{FF2B5EF4-FFF2-40B4-BE49-F238E27FC236}">
                <a16:creationId xmlns:a16="http://schemas.microsoft.com/office/drawing/2014/main" id="{57B1B7DF-614D-4CAE-AC20-C7C3BEAC3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801" t="7222" r="9076" b="13671"/>
          <a:stretch/>
        </p:blipFill>
        <p:spPr bwMode="auto">
          <a:xfrm>
            <a:off x="7181850" y="2383295"/>
            <a:ext cx="3388393" cy="3370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520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5C84EA-B9A7-00F8-698C-10F303998BE0}"/>
              </a:ext>
            </a:extLst>
          </p:cNvPr>
          <p:cNvSpPr/>
          <p:nvPr/>
        </p:nvSpPr>
        <p:spPr>
          <a:xfrm>
            <a:off x="0" y="995680"/>
            <a:ext cx="4898987" cy="4889260"/>
          </a:xfrm>
          <a:prstGeom prst="rect">
            <a:avLst/>
          </a:prstGeom>
          <a:solidFill>
            <a:srgbClr val="504398"/>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4F0249BF-3F21-DC93-ECB5-832012891E24}"/>
              </a:ext>
            </a:extLst>
          </p:cNvPr>
          <p:cNvSpPr/>
          <p:nvPr/>
        </p:nvSpPr>
        <p:spPr>
          <a:xfrm>
            <a:off x="2811365" y="2678770"/>
            <a:ext cx="2583595" cy="417922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F8D4F2B7-5820-59F6-8B7D-09E0F0C8D78A}"/>
              </a:ext>
            </a:extLst>
          </p:cNvPr>
          <p:cNvGrpSpPr/>
          <p:nvPr/>
        </p:nvGrpSpPr>
        <p:grpSpPr>
          <a:xfrm>
            <a:off x="9025054" y="6590371"/>
            <a:ext cx="3166946" cy="267629"/>
            <a:chOff x="0" y="6590371"/>
            <a:chExt cx="3166946" cy="267629"/>
          </a:xfrm>
          <a:solidFill>
            <a:schemeClr val="bg2">
              <a:lumMod val="90000"/>
            </a:schemeClr>
          </a:solidFill>
        </p:grpSpPr>
        <p:sp>
          <p:nvSpPr>
            <p:cNvPr id="5" name="Rectangle 4">
              <a:extLst>
                <a:ext uri="{FF2B5EF4-FFF2-40B4-BE49-F238E27FC236}">
                  <a16:creationId xmlns:a16="http://schemas.microsoft.com/office/drawing/2014/main" id="{35C91B11-EDDA-EEEA-EF45-7B31BB234A7D}"/>
                </a:ext>
              </a:extLst>
            </p:cNvPr>
            <p:cNvSpPr/>
            <p:nvPr/>
          </p:nvSpPr>
          <p:spPr>
            <a:xfrm>
              <a:off x="0" y="6590371"/>
              <a:ext cx="1583473" cy="26762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22F1D91F-F97F-EEDB-A360-484655BECCCF}"/>
                </a:ext>
              </a:extLst>
            </p:cNvPr>
            <p:cNvSpPr/>
            <p:nvPr/>
          </p:nvSpPr>
          <p:spPr>
            <a:xfrm>
              <a:off x="1583473" y="6590371"/>
              <a:ext cx="1583473" cy="267629"/>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9" name="TextBox 8">
            <a:extLst>
              <a:ext uri="{FF2B5EF4-FFF2-40B4-BE49-F238E27FC236}">
                <a16:creationId xmlns:a16="http://schemas.microsoft.com/office/drawing/2014/main" id="{EE48FE90-BC4D-7BEE-FE94-2A73487FFD8E}"/>
              </a:ext>
            </a:extLst>
          </p:cNvPr>
          <p:cNvSpPr txBox="1"/>
          <p:nvPr/>
        </p:nvSpPr>
        <p:spPr>
          <a:xfrm>
            <a:off x="7644225" y="354397"/>
            <a:ext cx="2629836"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1" i="0" u="none" strike="noStrike" kern="1200" cap="none" spc="0" normalizeH="0" baseline="0" noProof="0" dirty="0">
                <a:ln>
                  <a:noFill/>
                </a:ln>
                <a:solidFill>
                  <a:srgbClr val="FFC000"/>
                </a:solidFill>
                <a:effectLst/>
                <a:uLnTx/>
                <a:uFillTx/>
                <a:latin typeface="Lora" pitchFamily="2" charset="0"/>
                <a:ea typeface="+mn-ea"/>
                <a:cs typeface="+mn-cs"/>
              </a:rPr>
              <a:t>About Us </a:t>
            </a:r>
          </a:p>
        </p:txBody>
      </p:sp>
      <p:grpSp>
        <p:nvGrpSpPr>
          <p:cNvPr id="16" name="Group 15">
            <a:extLst>
              <a:ext uri="{FF2B5EF4-FFF2-40B4-BE49-F238E27FC236}">
                <a16:creationId xmlns:a16="http://schemas.microsoft.com/office/drawing/2014/main" id="{308099EF-76F0-2A17-C230-6CC90995C4C4}"/>
              </a:ext>
            </a:extLst>
          </p:cNvPr>
          <p:cNvGrpSpPr/>
          <p:nvPr/>
        </p:nvGrpSpPr>
        <p:grpSpPr>
          <a:xfrm>
            <a:off x="5902607" y="1758830"/>
            <a:ext cx="5941461" cy="3911600"/>
            <a:chOff x="574395" y="1548882"/>
            <a:chExt cx="8056421" cy="4376057"/>
          </a:xfrm>
        </p:grpSpPr>
        <p:sp>
          <p:nvSpPr>
            <p:cNvPr id="11" name="Rectangle 10">
              <a:extLst>
                <a:ext uri="{FF2B5EF4-FFF2-40B4-BE49-F238E27FC236}">
                  <a16:creationId xmlns:a16="http://schemas.microsoft.com/office/drawing/2014/main" id="{C13D2F80-8424-3827-3671-A35ABDCDE211}"/>
                </a:ext>
              </a:extLst>
            </p:cNvPr>
            <p:cNvSpPr/>
            <p:nvPr/>
          </p:nvSpPr>
          <p:spPr>
            <a:xfrm>
              <a:off x="574395" y="1548882"/>
              <a:ext cx="8056421" cy="4376057"/>
            </a:xfrm>
            <a:prstGeom prst="rect">
              <a:avLst/>
            </a:prstGeom>
            <a:solidFill>
              <a:srgbClr val="E7E6E6"/>
            </a:solidFill>
            <a:ln>
              <a:solidFill>
                <a:srgbClr val="E7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1">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ADFEE754-367B-9A3A-E4F1-914599E567A8}"/>
                </a:ext>
              </a:extLst>
            </p:cNvPr>
            <p:cNvSpPr/>
            <p:nvPr/>
          </p:nvSpPr>
          <p:spPr>
            <a:xfrm>
              <a:off x="729495" y="1752549"/>
              <a:ext cx="7591174" cy="406624"/>
            </a:xfrm>
            <a:prstGeom prst="rect">
              <a:avLst/>
            </a:prstGeom>
          </p:spPr>
          <p:txBody>
            <a:bodyPr wrap="square">
              <a:spAutoFit/>
            </a:bodyPr>
            <a:lstStyle/>
            <a:p>
              <a:pPr marL="0" marR="0" lvl="0" indent="0" algn="l" defTabSz="857294"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1">
                  <a:ln>
                    <a:noFill/>
                  </a:ln>
                  <a:solidFill>
                    <a:prstClr val="black"/>
                  </a:solidFill>
                  <a:effectLst/>
                  <a:uLnTx/>
                  <a:uFillTx/>
                  <a:latin typeface="Calibri" panose="020F0502020204030204"/>
                  <a:ea typeface="+mn-ea"/>
                  <a:cs typeface="Poppins SemiBold" panose="00000700000000000000" pitchFamily="2" charset="0"/>
                </a:rPr>
                <a:t>The World's Largest Provider Of Classroom And Online Training Courses</a:t>
              </a:r>
            </a:p>
          </p:txBody>
        </p:sp>
        <p:graphicFrame>
          <p:nvGraphicFramePr>
            <p:cNvPr id="14" name="TextBox 4">
              <a:extLst>
                <a:ext uri="{FF2B5EF4-FFF2-40B4-BE49-F238E27FC236}">
                  <a16:creationId xmlns:a16="http://schemas.microsoft.com/office/drawing/2014/main" id="{7E95330E-6F46-FE8A-74CB-AC6582CA4D54}"/>
                </a:ext>
              </a:extLst>
            </p:cNvPr>
            <p:cNvGraphicFramePr/>
            <p:nvPr/>
          </p:nvGraphicFramePr>
          <p:xfrm>
            <a:off x="884540" y="2540409"/>
            <a:ext cx="7436131" cy="3292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pic>
        <p:nvPicPr>
          <p:cNvPr id="8" name="Picture 7">
            <a:extLst>
              <a:ext uri="{FF2B5EF4-FFF2-40B4-BE49-F238E27FC236}">
                <a16:creationId xmlns:a16="http://schemas.microsoft.com/office/drawing/2014/main" id="{AA7BFCE1-4EB4-7878-403A-70726F53EB7A}"/>
              </a:ext>
            </a:extLst>
          </p:cNvPr>
          <p:cNvPicPr>
            <a:picLocks noChangeAspect="1"/>
          </p:cNvPicPr>
          <p:nvPr/>
        </p:nvPicPr>
        <p:blipFill>
          <a:blip r:embed="rId7"/>
          <a:srcRect l="8027" t="12409" r="9812" b="13792"/>
          <a:stretch/>
        </p:blipFill>
        <p:spPr>
          <a:xfrm>
            <a:off x="544298" y="1466088"/>
            <a:ext cx="4354689" cy="3911525"/>
          </a:xfrm>
          <a:prstGeom prst="rect">
            <a:avLst/>
          </a:prstGeom>
        </p:spPr>
      </p:pic>
    </p:spTree>
    <p:extLst>
      <p:ext uri="{BB962C8B-B14F-4D97-AF65-F5344CB8AC3E}">
        <p14:creationId xmlns:p14="http://schemas.microsoft.com/office/powerpoint/2010/main" val="4046798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etailed online learning landing page">
            <a:extLst>
              <a:ext uri="{FF2B5EF4-FFF2-40B4-BE49-F238E27FC236}">
                <a16:creationId xmlns:a16="http://schemas.microsoft.com/office/drawing/2014/main" id="{A8CD170C-3098-C2ED-F62B-1AFADE182D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304" t="19966"/>
          <a:stretch/>
        </p:blipFill>
        <p:spPr bwMode="auto">
          <a:xfrm>
            <a:off x="7740950" y="3190102"/>
            <a:ext cx="4451050" cy="366789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46EBD40F-C555-F138-F65D-F217A8D7F8F6}"/>
              </a:ext>
            </a:extLst>
          </p:cNvPr>
          <p:cNvGrpSpPr/>
          <p:nvPr/>
        </p:nvGrpSpPr>
        <p:grpSpPr>
          <a:xfrm>
            <a:off x="338328" y="1619749"/>
            <a:ext cx="7498080" cy="338554"/>
            <a:chOff x="549408" y="1756909"/>
            <a:chExt cx="5933688" cy="338554"/>
          </a:xfrm>
        </p:grpSpPr>
        <p:sp>
          <p:nvSpPr>
            <p:cNvPr id="7" name="TextBox 6">
              <a:extLst>
                <a:ext uri="{FF2B5EF4-FFF2-40B4-BE49-F238E27FC236}">
                  <a16:creationId xmlns:a16="http://schemas.microsoft.com/office/drawing/2014/main" id="{51B2278F-2B32-8618-F9EF-44155395DAF3}"/>
                </a:ext>
              </a:extLst>
            </p:cNvPr>
            <p:cNvSpPr txBox="1"/>
            <p:nvPr/>
          </p:nvSpPr>
          <p:spPr>
            <a:xfrm>
              <a:off x="847609" y="1756909"/>
              <a:ext cx="5635487" cy="33855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Understand Predictive Analytics applications in engineering and manufacturing.</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0" name="Freeform: Shape 9">
              <a:extLst>
                <a:ext uri="{FF2B5EF4-FFF2-40B4-BE49-F238E27FC236}">
                  <a16:creationId xmlns:a16="http://schemas.microsoft.com/office/drawing/2014/main" id="{BDD2B37F-39F2-B556-6272-6615AE3F2CF7}"/>
                </a:ext>
              </a:extLst>
            </p:cNvPr>
            <p:cNvSpPr/>
            <p:nvPr/>
          </p:nvSpPr>
          <p:spPr>
            <a:xfrm>
              <a:off x="549408" y="1801999"/>
              <a:ext cx="251200" cy="251200"/>
            </a:xfrm>
            <a:custGeom>
              <a:avLst/>
              <a:gdLst>
                <a:gd name="connsiteX0" fmla="*/ 180975 w 361950"/>
                <a:gd name="connsiteY0" fmla="*/ 0 h 361950"/>
                <a:gd name="connsiteX1" fmla="*/ 0 w 361950"/>
                <a:gd name="connsiteY1" fmla="*/ 180975 h 361950"/>
                <a:gd name="connsiteX2" fmla="*/ 180975 w 361950"/>
                <a:gd name="connsiteY2" fmla="*/ 361950 h 361950"/>
                <a:gd name="connsiteX3" fmla="*/ 361950 w 361950"/>
                <a:gd name="connsiteY3" fmla="*/ 180975 h 361950"/>
                <a:gd name="connsiteX4" fmla="*/ 181127 w 361950"/>
                <a:gd name="connsiteY4" fmla="*/ 0 h 361950"/>
                <a:gd name="connsiteX5" fmla="*/ 180975 w 361950"/>
                <a:gd name="connsiteY5" fmla="*/ 0 h 361950"/>
                <a:gd name="connsiteX6" fmla="*/ 224790 w 361950"/>
                <a:gd name="connsiteY6" fmla="*/ 189614 h 361950"/>
                <a:gd name="connsiteX7" fmla="*/ 145209 w 361950"/>
                <a:gd name="connsiteY7" fmla="*/ 269281 h 361950"/>
                <a:gd name="connsiteX8" fmla="*/ 77019 w 361950"/>
                <a:gd name="connsiteY8" fmla="*/ 201082 h 361950"/>
                <a:gd name="connsiteX9" fmla="*/ 99803 w 361950"/>
                <a:gd name="connsiteY9" fmla="*/ 178298 h 361950"/>
                <a:gd name="connsiteX10" fmla="*/ 145209 w 361950"/>
                <a:gd name="connsiteY10" fmla="*/ 223714 h 361950"/>
                <a:gd name="connsiteX11" fmla="*/ 210931 w 361950"/>
                <a:gd name="connsiteY11" fmla="*/ 157105 h 361950"/>
                <a:gd name="connsiteX12" fmla="*/ 267348 w 361950"/>
                <a:gd name="connsiteY12" fmla="*/ 101394 h 361950"/>
                <a:gd name="connsiteX13" fmla="*/ 269405 w 361950"/>
                <a:gd name="connsiteY13" fmla="*/ 99489 h 361950"/>
                <a:gd name="connsiteX14" fmla="*/ 271310 w 361950"/>
                <a:gd name="connsiteY14" fmla="*/ 97431 h 361950"/>
                <a:gd name="connsiteX15" fmla="*/ 294418 w 361950"/>
                <a:gd name="connsiteY15" fmla="*/ 120215 h 361950"/>
                <a:gd name="connsiteX16" fmla="*/ 224790 w 361950"/>
                <a:gd name="connsiteY16" fmla="*/ 18961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1950" h="361950">
                  <a:moveTo>
                    <a:pt x="180975" y="0"/>
                  </a:moveTo>
                  <a:cubicBezTo>
                    <a:pt x="81025" y="0"/>
                    <a:pt x="0" y="81025"/>
                    <a:pt x="0" y="180975"/>
                  </a:cubicBezTo>
                  <a:cubicBezTo>
                    <a:pt x="0" y="280925"/>
                    <a:pt x="81025" y="361950"/>
                    <a:pt x="180975" y="361950"/>
                  </a:cubicBezTo>
                  <a:cubicBezTo>
                    <a:pt x="280925" y="361950"/>
                    <a:pt x="361950" y="280925"/>
                    <a:pt x="361950" y="180975"/>
                  </a:cubicBezTo>
                  <a:cubicBezTo>
                    <a:pt x="361992" y="81067"/>
                    <a:pt x="281035" y="42"/>
                    <a:pt x="181127" y="0"/>
                  </a:cubicBezTo>
                  <a:cubicBezTo>
                    <a:pt x="181077" y="0"/>
                    <a:pt x="181025" y="0"/>
                    <a:pt x="180975" y="0"/>
                  </a:cubicBezTo>
                  <a:close/>
                  <a:moveTo>
                    <a:pt x="224790" y="189614"/>
                  </a:moveTo>
                  <a:cubicBezTo>
                    <a:pt x="198425" y="215935"/>
                    <a:pt x="171898" y="242490"/>
                    <a:pt x="145209" y="269281"/>
                  </a:cubicBezTo>
                  <a:cubicBezTo>
                    <a:pt x="122527" y="246497"/>
                    <a:pt x="99796" y="223764"/>
                    <a:pt x="77019" y="201082"/>
                  </a:cubicBezTo>
                  <a:lnTo>
                    <a:pt x="99803" y="178298"/>
                  </a:lnTo>
                  <a:lnTo>
                    <a:pt x="145209" y="223714"/>
                  </a:lnTo>
                  <a:cubicBezTo>
                    <a:pt x="167249" y="201349"/>
                    <a:pt x="189157" y="179146"/>
                    <a:pt x="210931" y="157105"/>
                  </a:cubicBezTo>
                  <a:cubicBezTo>
                    <a:pt x="232705" y="135055"/>
                    <a:pt x="244773" y="123225"/>
                    <a:pt x="267348" y="101394"/>
                  </a:cubicBezTo>
                  <a:cubicBezTo>
                    <a:pt x="267986" y="100755"/>
                    <a:pt x="268662" y="100127"/>
                    <a:pt x="269405" y="99489"/>
                  </a:cubicBezTo>
                  <a:cubicBezTo>
                    <a:pt x="270119" y="98880"/>
                    <a:pt x="270758" y="98189"/>
                    <a:pt x="271310" y="97431"/>
                  </a:cubicBezTo>
                  <a:lnTo>
                    <a:pt x="294418" y="120215"/>
                  </a:lnTo>
                  <a:cubicBezTo>
                    <a:pt x="267653" y="146904"/>
                    <a:pt x="251193" y="163297"/>
                    <a:pt x="224790" y="189614"/>
                  </a:cubicBezTo>
                  <a:close/>
                </a:path>
              </a:pathLst>
            </a:custGeom>
            <a:solidFill>
              <a:schemeClr val="accent2"/>
            </a:solidFill>
            <a:ln w="9525" cap="flat">
              <a:noFill/>
              <a:prstDash val="solid"/>
              <a:miter/>
            </a:ln>
          </p:spPr>
          <p:txBody>
            <a:bodyPr rtlCol="0" anchor="ctr"/>
            <a:lstStyle/>
            <a:p>
              <a:endParaRPr lang="en-ID" sz="2400">
                <a:latin typeface="Calibri" panose="020F0502020204030204" pitchFamily="34" charset="0"/>
                <a:ea typeface="Calibri" panose="020F0502020204030204" pitchFamily="34" charset="0"/>
                <a:cs typeface="Calibri" panose="020F0502020204030204" pitchFamily="34" charset="0"/>
              </a:endParaRPr>
            </a:p>
          </p:txBody>
        </p:sp>
      </p:grpSp>
      <p:sp>
        <p:nvSpPr>
          <p:cNvPr id="16" name="TextBox 15">
            <a:extLst>
              <a:ext uri="{FF2B5EF4-FFF2-40B4-BE49-F238E27FC236}">
                <a16:creationId xmlns:a16="http://schemas.microsoft.com/office/drawing/2014/main" id="{246BA14D-425B-9F5C-EFCB-68827C14E29F}"/>
              </a:ext>
            </a:extLst>
          </p:cNvPr>
          <p:cNvSpPr txBox="1"/>
          <p:nvPr/>
        </p:nvSpPr>
        <p:spPr>
          <a:xfrm>
            <a:off x="0" y="158407"/>
            <a:ext cx="3380438" cy="830997"/>
          </a:xfrm>
          <a:prstGeom prst="rect">
            <a:avLst/>
          </a:prstGeom>
          <a:noFill/>
        </p:spPr>
        <p:txBody>
          <a:bodyPr wrap="square" rtlCol="0">
            <a:spAutoFit/>
          </a:bodyPr>
          <a:lstStyle/>
          <a:p>
            <a:r>
              <a:rPr lang="en-US" sz="4800" b="1" dirty="0">
                <a:solidFill>
                  <a:schemeClr val="accent2"/>
                </a:solidFill>
                <a:latin typeface="Calibri" panose="020F0502020204030204" pitchFamily="34" charset="0"/>
                <a:ea typeface="Calibri" panose="020F0502020204030204" pitchFamily="34" charset="0"/>
                <a:cs typeface="Calibri" panose="020F0502020204030204" pitchFamily="34" charset="0"/>
              </a:rPr>
              <a:t>OBJECTIVES</a:t>
            </a:r>
            <a:endParaRPr lang="en-ID" sz="3200" b="1" dirty="0">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70682DFC-B0F8-67C3-DA6F-962BE83CE866}"/>
              </a:ext>
            </a:extLst>
          </p:cNvPr>
          <p:cNvGrpSpPr/>
          <p:nvPr/>
        </p:nvGrpSpPr>
        <p:grpSpPr>
          <a:xfrm>
            <a:off x="338328" y="2256781"/>
            <a:ext cx="7498080" cy="338554"/>
            <a:chOff x="549408" y="1756909"/>
            <a:chExt cx="5933688" cy="338554"/>
          </a:xfrm>
        </p:grpSpPr>
        <p:sp>
          <p:nvSpPr>
            <p:cNvPr id="14" name="TextBox 13">
              <a:extLst>
                <a:ext uri="{FF2B5EF4-FFF2-40B4-BE49-F238E27FC236}">
                  <a16:creationId xmlns:a16="http://schemas.microsoft.com/office/drawing/2014/main" id="{AE1BBE49-8EA8-3E5B-D58E-F6426D4F232A}"/>
                </a:ext>
              </a:extLst>
            </p:cNvPr>
            <p:cNvSpPr txBox="1"/>
            <p:nvPr/>
          </p:nvSpPr>
          <p:spPr>
            <a:xfrm>
              <a:off x="847609" y="1756909"/>
              <a:ext cx="5635487" cy="33855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Analyse and prepare industrial sensor and time-series data.</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7" name="Freeform: Shape 16">
              <a:extLst>
                <a:ext uri="{FF2B5EF4-FFF2-40B4-BE49-F238E27FC236}">
                  <a16:creationId xmlns:a16="http://schemas.microsoft.com/office/drawing/2014/main" id="{AC5F231A-FC0E-5AF0-E718-36A3E4BFECC5}"/>
                </a:ext>
              </a:extLst>
            </p:cNvPr>
            <p:cNvSpPr/>
            <p:nvPr/>
          </p:nvSpPr>
          <p:spPr>
            <a:xfrm>
              <a:off x="549408" y="1801999"/>
              <a:ext cx="251200" cy="251200"/>
            </a:xfrm>
            <a:custGeom>
              <a:avLst/>
              <a:gdLst>
                <a:gd name="connsiteX0" fmla="*/ 180975 w 361950"/>
                <a:gd name="connsiteY0" fmla="*/ 0 h 361950"/>
                <a:gd name="connsiteX1" fmla="*/ 0 w 361950"/>
                <a:gd name="connsiteY1" fmla="*/ 180975 h 361950"/>
                <a:gd name="connsiteX2" fmla="*/ 180975 w 361950"/>
                <a:gd name="connsiteY2" fmla="*/ 361950 h 361950"/>
                <a:gd name="connsiteX3" fmla="*/ 361950 w 361950"/>
                <a:gd name="connsiteY3" fmla="*/ 180975 h 361950"/>
                <a:gd name="connsiteX4" fmla="*/ 181127 w 361950"/>
                <a:gd name="connsiteY4" fmla="*/ 0 h 361950"/>
                <a:gd name="connsiteX5" fmla="*/ 180975 w 361950"/>
                <a:gd name="connsiteY5" fmla="*/ 0 h 361950"/>
                <a:gd name="connsiteX6" fmla="*/ 224790 w 361950"/>
                <a:gd name="connsiteY6" fmla="*/ 189614 h 361950"/>
                <a:gd name="connsiteX7" fmla="*/ 145209 w 361950"/>
                <a:gd name="connsiteY7" fmla="*/ 269281 h 361950"/>
                <a:gd name="connsiteX8" fmla="*/ 77019 w 361950"/>
                <a:gd name="connsiteY8" fmla="*/ 201082 h 361950"/>
                <a:gd name="connsiteX9" fmla="*/ 99803 w 361950"/>
                <a:gd name="connsiteY9" fmla="*/ 178298 h 361950"/>
                <a:gd name="connsiteX10" fmla="*/ 145209 w 361950"/>
                <a:gd name="connsiteY10" fmla="*/ 223714 h 361950"/>
                <a:gd name="connsiteX11" fmla="*/ 210931 w 361950"/>
                <a:gd name="connsiteY11" fmla="*/ 157105 h 361950"/>
                <a:gd name="connsiteX12" fmla="*/ 267348 w 361950"/>
                <a:gd name="connsiteY12" fmla="*/ 101394 h 361950"/>
                <a:gd name="connsiteX13" fmla="*/ 269405 w 361950"/>
                <a:gd name="connsiteY13" fmla="*/ 99489 h 361950"/>
                <a:gd name="connsiteX14" fmla="*/ 271310 w 361950"/>
                <a:gd name="connsiteY14" fmla="*/ 97431 h 361950"/>
                <a:gd name="connsiteX15" fmla="*/ 294418 w 361950"/>
                <a:gd name="connsiteY15" fmla="*/ 120215 h 361950"/>
                <a:gd name="connsiteX16" fmla="*/ 224790 w 361950"/>
                <a:gd name="connsiteY16" fmla="*/ 18961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1950" h="361950">
                  <a:moveTo>
                    <a:pt x="180975" y="0"/>
                  </a:moveTo>
                  <a:cubicBezTo>
                    <a:pt x="81025" y="0"/>
                    <a:pt x="0" y="81025"/>
                    <a:pt x="0" y="180975"/>
                  </a:cubicBezTo>
                  <a:cubicBezTo>
                    <a:pt x="0" y="280925"/>
                    <a:pt x="81025" y="361950"/>
                    <a:pt x="180975" y="361950"/>
                  </a:cubicBezTo>
                  <a:cubicBezTo>
                    <a:pt x="280925" y="361950"/>
                    <a:pt x="361950" y="280925"/>
                    <a:pt x="361950" y="180975"/>
                  </a:cubicBezTo>
                  <a:cubicBezTo>
                    <a:pt x="361992" y="81067"/>
                    <a:pt x="281035" y="42"/>
                    <a:pt x="181127" y="0"/>
                  </a:cubicBezTo>
                  <a:cubicBezTo>
                    <a:pt x="181077" y="0"/>
                    <a:pt x="181025" y="0"/>
                    <a:pt x="180975" y="0"/>
                  </a:cubicBezTo>
                  <a:close/>
                  <a:moveTo>
                    <a:pt x="224790" y="189614"/>
                  </a:moveTo>
                  <a:cubicBezTo>
                    <a:pt x="198425" y="215935"/>
                    <a:pt x="171898" y="242490"/>
                    <a:pt x="145209" y="269281"/>
                  </a:cubicBezTo>
                  <a:cubicBezTo>
                    <a:pt x="122527" y="246497"/>
                    <a:pt x="99796" y="223764"/>
                    <a:pt x="77019" y="201082"/>
                  </a:cubicBezTo>
                  <a:lnTo>
                    <a:pt x="99803" y="178298"/>
                  </a:lnTo>
                  <a:lnTo>
                    <a:pt x="145209" y="223714"/>
                  </a:lnTo>
                  <a:cubicBezTo>
                    <a:pt x="167249" y="201349"/>
                    <a:pt x="189157" y="179146"/>
                    <a:pt x="210931" y="157105"/>
                  </a:cubicBezTo>
                  <a:cubicBezTo>
                    <a:pt x="232705" y="135055"/>
                    <a:pt x="244773" y="123225"/>
                    <a:pt x="267348" y="101394"/>
                  </a:cubicBezTo>
                  <a:cubicBezTo>
                    <a:pt x="267986" y="100755"/>
                    <a:pt x="268662" y="100127"/>
                    <a:pt x="269405" y="99489"/>
                  </a:cubicBezTo>
                  <a:cubicBezTo>
                    <a:pt x="270119" y="98880"/>
                    <a:pt x="270758" y="98189"/>
                    <a:pt x="271310" y="97431"/>
                  </a:cubicBezTo>
                  <a:lnTo>
                    <a:pt x="294418" y="120215"/>
                  </a:lnTo>
                  <a:cubicBezTo>
                    <a:pt x="267653" y="146904"/>
                    <a:pt x="251193" y="163297"/>
                    <a:pt x="224790" y="189614"/>
                  </a:cubicBezTo>
                  <a:close/>
                </a:path>
              </a:pathLst>
            </a:custGeom>
            <a:solidFill>
              <a:schemeClr val="accent2"/>
            </a:solidFill>
            <a:ln w="9525" cap="flat">
              <a:noFill/>
              <a:prstDash val="solid"/>
              <a:miter/>
            </a:ln>
          </p:spPr>
          <p:txBody>
            <a:bodyPr rtlCol="0" anchor="ctr"/>
            <a:lstStyle/>
            <a:p>
              <a:endParaRPr lang="en-ID" sz="2400">
                <a:latin typeface="Calibri" panose="020F0502020204030204" pitchFamily="34" charset="0"/>
                <a:ea typeface="Calibri" panose="020F0502020204030204" pitchFamily="34" charset="0"/>
                <a:cs typeface="Calibri" panose="020F0502020204030204" pitchFamily="34" charset="0"/>
              </a:endParaRPr>
            </a:p>
          </p:txBody>
        </p:sp>
      </p:grpSp>
      <p:grpSp>
        <p:nvGrpSpPr>
          <p:cNvPr id="18" name="Group 17">
            <a:extLst>
              <a:ext uri="{FF2B5EF4-FFF2-40B4-BE49-F238E27FC236}">
                <a16:creationId xmlns:a16="http://schemas.microsoft.com/office/drawing/2014/main" id="{EFF2ABD2-C004-60B9-A97A-B80381EAB447}"/>
              </a:ext>
            </a:extLst>
          </p:cNvPr>
          <p:cNvGrpSpPr/>
          <p:nvPr/>
        </p:nvGrpSpPr>
        <p:grpSpPr>
          <a:xfrm>
            <a:off x="338328" y="2893813"/>
            <a:ext cx="7498080" cy="338554"/>
            <a:chOff x="549408" y="1756909"/>
            <a:chExt cx="5933688" cy="338554"/>
          </a:xfrm>
        </p:grpSpPr>
        <p:sp>
          <p:nvSpPr>
            <p:cNvPr id="19" name="TextBox 18">
              <a:extLst>
                <a:ext uri="{FF2B5EF4-FFF2-40B4-BE49-F238E27FC236}">
                  <a16:creationId xmlns:a16="http://schemas.microsoft.com/office/drawing/2014/main" id="{EF4C0E32-97FD-1F26-6FDD-B151DA7091EC}"/>
                </a:ext>
              </a:extLst>
            </p:cNvPr>
            <p:cNvSpPr txBox="1"/>
            <p:nvPr/>
          </p:nvSpPr>
          <p:spPr>
            <a:xfrm>
              <a:off x="847609" y="1756909"/>
              <a:ext cx="5635487" cy="33855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Apply Python, Pandas, and NumPy for industrial data analysis.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20" name="Freeform: Shape 19">
              <a:extLst>
                <a:ext uri="{FF2B5EF4-FFF2-40B4-BE49-F238E27FC236}">
                  <a16:creationId xmlns:a16="http://schemas.microsoft.com/office/drawing/2014/main" id="{C81CAB95-1A7A-3592-0B57-836ED2B29A2E}"/>
                </a:ext>
              </a:extLst>
            </p:cNvPr>
            <p:cNvSpPr/>
            <p:nvPr/>
          </p:nvSpPr>
          <p:spPr>
            <a:xfrm>
              <a:off x="549408" y="1801999"/>
              <a:ext cx="251200" cy="251200"/>
            </a:xfrm>
            <a:custGeom>
              <a:avLst/>
              <a:gdLst>
                <a:gd name="connsiteX0" fmla="*/ 180975 w 361950"/>
                <a:gd name="connsiteY0" fmla="*/ 0 h 361950"/>
                <a:gd name="connsiteX1" fmla="*/ 0 w 361950"/>
                <a:gd name="connsiteY1" fmla="*/ 180975 h 361950"/>
                <a:gd name="connsiteX2" fmla="*/ 180975 w 361950"/>
                <a:gd name="connsiteY2" fmla="*/ 361950 h 361950"/>
                <a:gd name="connsiteX3" fmla="*/ 361950 w 361950"/>
                <a:gd name="connsiteY3" fmla="*/ 180975 h 361950"/>
                <a:gd name="connsiteX4" fmla="*/ 181127 w 361950"/>
                <a:gd name="connsiteY4" fmla="*/ 0 h 361950"/>
                <a:gd name="connsiteX5" fmla="*/ 180975 w 361950"/>
                <a:gd name="connsiteY5" fmla="*/ 0 h 361950"/>
                <a:gd name="connsiteX6" fmla="*/ 224790 w 361950"/>
                <a:gd name="connsiteY6" fmla="*/ 189614 h 361950"/>
                <a:gd name="connsiteX7" fmla="*/ 145209 w 361950"/>
                <a:gd name="connsiteY7" fmla="*/ 269281 h 361950"/>
                <a:gd name="connsiteX8" fmla="*/ 77019 w 361950"/>
                <a:gd name="connsiteY8" fmla="*/ 201082 h 361950"/>
                <a:gd name="connsiteX9" fmla="*/ 99803 w 361950"/>
                <a:gd name="connsiteY9" fmla="*/ 178298 h 361950"/>
                <a:gd name="connsiteX10" fmla="*/ 145209 w 361950"/>
                <a:gd name="connsiteY10" fmla="*/ 223714 h 361950"/>
                <a:gd name="connsiteX11" fmla="*/ 210931 w 361950"/>
                <a:gd name="connsiteY11" fmla="*/ 157105 h 361950"/>
                <a:gd name="connsiteX12" fmla="*/ 267348 w 361950"/>
                <a:gd name="connsiteY12" fmla="*/ 101394 h 361950"/>
                <a:gd name="connsiteX13" fmla="*/ 269405 w 361950"/>
                <a:gd name="connsiteY13" fmla="*/ 99489 h 361950"/>
                <a:gd name="connsiteX14" fmla="*/ 271310 w 361950"/>
                <a:gd name="connsiteY14" fmla="*/ 97431 h 361950"/>
                <a:gd name="connsiteX15" fmla="*/ 294418 w 361950"/>
                <a:gd name="connsiteY15" fmla="*/ 120215 h 361950"/>
                <a:gd name="connsiteX16" fmla="*/ 224790 w 361950"/>
                <a:gd name="connsiteY16" fmla="*/ 18961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1950" h="361950">
                  <a:moveTo>
                    <a:pt x="180975" y="0"/>
                  </a:moveTo>
                  <a:cubicBezTo>
                    <a:pt x="81025" y="0"/>
                    <a:pt x="0" y="81025"/>
                    <a:pt x="0" y="180975"/>
                  </a:cubicBezTo>
                  <a:cubicBezTo>
                    <a:pt x="0" y="280925"/>
                    <a:pt x="81025" y="361950"/>
                    <a:pt x="180975" y="361950"/>
                  </a:cubicBezTo>
                  <a:cubicBezTo>
                    <a:pt x="280925" y="361950"/>
                    <a:pt x="361950" y="280925"/>
                    <a:pt x="361950" y="180975"/>
                  </a:cubicBezTo>
                  <a:cubicBezTo>
                    <a:pt x="361992" y="81067"/>
                    <a:pt x="281035" y="42"/>
                    <a:pt x="181127" y="0"/>
                  </a:cubicBezTo>
                  <a:cubicBezTo>
                    <a:pt x="181077" y="0"/>
                    <a:pt x="181025" y="0"/>
                    <a:pt x="180975" y="0"/>
                  </a:cubicBezTo>
                  <a:close/>
                  <a:moveTo>
                    <a:pt x="224790" y="189614"/>
                  </a:moveTo>
                  <a:cubicBezTo>
                    <a:pt x="198425" y="215935"/>
                    <a:pt x="171898" y="242490"/>
                    <a:pt x="145209" y="269281"/>
                  </a:cubicBezTo>
                  <a:cubicBezTo>
                    <a:pt x="122527" y="246497"/>
                    <a:pt x="99796" y="223764"/>
                    <a:pt x="77019" y="201082"/>
                  </a:cubicBezTo>
                  <a:lnTo>
                    <a:pt x="99803" y="178298"/>
                  </a:lnTo>
                  <a:lnTo>
                    <a:pt x="145209" y="223714"/>
                  </a:lnTo>
                  <a:cubicBezTo>
                    <a:pt x="167249" y="201349"/>
                    <a:pt x="189157" y="179146"/>
                    <a:pt x="210931" y="157105"/>
                  </a:cubicBezTo>
                  <a:cubicBezTo>
                    <a:pt x="232705" y="135055"/>
                    <a:pt x="244773" y="123225"/>
                    <a:pt x="267348" y="101394"/>
                  </a:cubicBezTo>
                  <a:cubicBezTo>
                    <a:pt x="267986" y="100755"/>
                    <a:pt x="268662" y="100127"/>
                    <a:pt x="269405" y="99489"/>
                  </a:cubicBezTo>
                  <a:cubicBezTo>
                    <a:pt x="270119" y="98880"/>
                    <a:pt x="270758" y="98189"/>
                    <a:pt x="271310" y="97431"/>
                  </a:cubicBezTo>
                  <a:lnTo>
                    <a:pt x="294418" y="120215"/>
                  </a:lnTo>
                  <a:cubicBezTo>
                    <a:pt x="267653" y="146904"/>
                    <a:pt x="251193" y="163297"/>
                    <a:pt x="224790" y="189614"/>
                  </a:cubicBezTo>
                  <a:close/>
                </a:path>
              </a:pathLst>
            </a:custGeom>
            <a:solidFill>
              <a:schemeClr val="accent2"/>
            </a:solidFill>
            <a:ln w="9525" cap="flat">
              <a:noFill/>
              <a:prstDash val="solid"/>
              <a:miter/>
            </a:ln>
          </p:spPr>
          <p:txBody>
            <a:bodyPr rtlCol="0" anchor="ctr"/>
            <a:lstStyle/>
            <a:p>
              <a:endParaRPr lang="en-ID" sz="2400">
                <a:latin typeface="Calibri" panose="020F0502020204030204" pitchFamily="34" charset="0"/>
                <a:ea typeface="Calibri" panose="020F0502020204030204" pitchFamily="34" charset="0"/>
                <a:cs typeface="Calibri" panose="020F0502020204030204" pitchFamily="34" charset="0"/>
              </a:endParaRPr>
            </a:p>
          </p:txBody>
        </p:sp>
      </p:grpSp>
      <p:grpSp>
        <p:nvGrpSpPr>
          <p:cNvPr id="21" name="Group 20">
            <a:extLst>
              <a:ext uri="{FF2B5EF4-FFF2-40B4-BE49-F238E27FC236}">
                <a16:creationId xmlns:a16="http://schemas.microsoft.com/office/drawing/2014/main" id="{4704C697-746D-0F3E-4191-077213704300}"/>
              </a:ext>
            </a:extLst>
          </p:cNvPr>
          <p:cNvGrpSpPr/>
          <p:nvPr/>
        </p:nvGrpSpPr>
        <p:grpSpPr>
          <a:xfrm>
            <a:off x="338328" y="3530845"/>
            <a:ext cx="7498080" cy="338554"/>
            <a:chOff x="549408" y="1756909"/>
            <a:chExt cx="5933688" cy="338554"/>
          </a:xfrm>
        </p:grpSpPr>
        <p:sp>
          <p:nvSpPr>
            <p:cNvPr id="22" name="TextBox 21">
              <a:extLst>
                <a:ext uri="{FF2B5EF4-FFF2-40B4-BE49-F238E27FC236}">
                  <a16:creationId xmlns:a16="http://schemas.microsoft.com/office/drawing/2014/main" id="{4344244A-9736-CB5F-47EE-673A63ACA47B}"/>
                </a:ext>
              </a:extLst>
            </p:cNvPr>
            <p:cNvSpPr txBox="1"/>
            <p:nvPr/>
          </p:nvSpPr>
          <p:spPr>
            <a:xfrm>
              <a:off x="847609" y="1756909"/>
              <a:ext cx="5635487" cy="33855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Build and evaluate predictive models for faults, quality, and maintenance.</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23" name="Freeform: Shape 22">
              <a:extLst>
                <a:ext uri="{FF2B5EF4-FFF2-40B4-BE49-F238E27FC236}">
                  <a16:creationId xmlns:a16="http://schemas.microsoft.com/office/drawing/2014/main" id="{45717ABE-5E47-3373-0A78-98CF0D4EDA94}"/>
                </a:ext>
              </a:extLst>
            </p:cNvPr>
            <p:cNvSpPr/>
            <p:nvPr/>
          </p:nvSpPr>
          <p:spPr>
            <a:xfrm>
              <a:off x="549408" y="1801999"/>
              <a:ext cx="251200" cy="251200"/>
            </a:xfrm>
            <a:custGeom>
              <a:avLst/>
              <a:gdLst>
                <a:gd name="connsiteX0" fmla="*/ 180975 w 361950"/>
                <a:gd name="connsiteY0" fmla="*/ 0 h 361950"/>
                <a:gd name="connsiteX1" fmla="*/ 0 w 361950"/>
                <a:gd name="connsiteY1" fmla="*/ 180975 h 361950"/>
                <a:gd name="connsiteX2" fmla="*/ 180975 w 361950"/>
                <a:gd name="connsiteY2" fmla="*/ 361950 h 361950"/>
                <a:gd name="connsiteX3" fmla="*/ 361950 w 361950"/>
                <a:gd name="connsiteY3" fmla="*/ 180975 h 361950"/>
                <a:gd name="connsiteX4" fmla="*/ 181127 w 361950"/>
                <a:gd name="connsiteY4" fmla="*/ 0 h 361950"/>
                <a:gd name="connsiteX5" fmla="*/ 180975 w 361950"/>
                <a:gd name="connsiteY5" fmla="*/ 0 h 361950"/>
                <a:gd name="connsiteX6" fmla="*/ 224790 w 361950"/>
                <a:gd name="connsiteY6" fmla="*/ 189614 h 361950"/>
                <a:gd name="connsiteX7" fmla="*/ 145209 w 361950"/>
                <a:gd name="connsiteY7" fmla="*/ 269281 h 361950"/>
                <a:gd name="connsiteX8" fmla="*/ 77019 w 361950"/>
                <a:gd name="connsiteY8" fmla="*/ 201082 h 361950"/>
                <a:gd name="connsiteX9" fmla="*/ 99803 w 361950"/>
                <a:gd name="connsiteY9" fmla="*/ 178298 h 361950"/>
                <a:gd name="connsiteX10" fmla="*/ 145209 w 361950"/>
                <a:gd name="connsiteY10" fmla="*/ 223714 h 361950"/>
                <a:gd name="connsiteX11" fmla="*/ 210931 w 361950"/>
                <a:gd name="connsiteY11" fmla="*/ 157105 h 361950"/>
                <a:gd name="connsiteX12" fmla="*/ 267348 w 361950"/>
                <a:gd name="connsiteY12" fmla="*/ 101394 h 361950"/>
                <a:gd name="connsiteX13" fmla="*/ 269405 w 361950"/>
                <a:gd name="connsiteY13" fmla="*/ 99489 h 361950"/>
                <a:gd name="connsiteX14" fmla="*/ 271310 w 361950"/>
                <a:gd name="connsiteY14" fmla="*/ 97431 h 361950"/>
                <a:gd name="connsiteX15" fmla="*/ 294418 w 361950"/>
                <a:gd name="connsiteY15" fmla="*/ 120215 h 361950"/>
                <a:gd name="connsiteX16" fmla="*/ 224790 w 361950"/>
                <a:gd name="connsiteY16" fmla="*/ 18961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1950" h="361950">
                  <a:moveTo>
                    <a:pt x="180975" y="0"/>
                  </a:moveTo>
                  <a:cubicBezTo>
                    <a:pt x="81025" y="0"/>
                    <a:pt x="0" y="81025"/>
                    <a:pt x="0" y="180975"/>
                  </a:cubicBezTo>
                  <a:cubicBezTo>
                    <a:pt x="0" y="280925"/>
                    <a:pt x="81025" y="361950"/>
                    <a:pt x="180975" y="361950"/>
                  </a:cubicBezTo>
                  <a:cubicBezTo>
                    <a:pt x="280925" y="361950"/>
                    <a:pt x="361950" y="280925"/>
                    <a:pt x="361950" y="180975"/>
                  </a:cubicBezTo>
                  <a:cubicBezTo>
                    <a:pt x="361992" y="81067"/>
                    <a:pt x="281035" y="42"/>
                    <a:pt x="181127" y="0"/>
                  </a:cubicBezTo>
                  <a:cubicBezTo>
                    <a:pt x="181077" y="0"/>
                    <a:pt x="181025" y="0"/>
                    <a:pt x="180975" y="0"/>
                  </a:cubicBezTo>
                  <a:close/>
                  <a:moveTo>
                    <a:pt x="224790" y="189614"/>
                  </a:moveTo>
                  <a:cubicBezTo>
                    <a:pt x="198425" y="215935"/>
                    <a:pt x="171898" y="242490"/>
                    <a:pt x="145209" y="269281"/>
                  </a:cubicBezTo>
                  <a:cubicBezTo>
                    <a:pt x="122527" y="246497"/>
                    <a:pt x="99796" y="223764"/>
                    <a:pt x="77019" y="201082"/>
                  </a:cubicBezTo>
                  <a:lnTo>
                    <a:pt x="99803" y="178298"/>
                  </a:lnTo>
                  <a:lnTo>
                    <a:pt x="145209" y="223714"/>
                  </a:lnTo>
                  <a:cubicBezTo>
                    <a:pt x="167249" y="201349"/>
                    <a:pt x="189157" y="179146"/>
                    <a:pt x="210931" y="157105"/>
                  </a:cubicBezTo>
                  <a:cubicBezTo>
                    <a:pt x="232705" y="135055"/>
                    <a:pt x="244773" y="123225"/>
                    <a:pt x="267348" y="101394"/>
                  </a:cubicBezTo>
                  <a:cubicBezTo>
                    <a:pt x="267986" y="100755"/>
                    <a:pt x="268662" y="100127"/>
                    <a:pt x="269405" y="99489"/>
                  </a:cubicBezTo>
                  <a:cubicBezTo>
                    <a:pt x="270119" y="98880"/>
                    <a:pt x="270758" y="98189"/>
                    <a:pt x="271310" y="97431"/>
                  </a:cubicBezTo>
                  <a:lnTo>
                    <a:pt x="294418" y="120215"/>
                  </a:lnTo>
                  <a:cubicBezTo>
                    <a:pt x="267653" y="146904"/>
                    <a:pt x="251193" y="163297"/>
                    <a:pt x="224790" y="189614"/>
                  </a:cubicBezTo>
                  <a:close/>
                </a:path>
              </a:pathLst>
            </a:custGeom>
            <a:solidFill>
              <a:schemeClr val="accent2"/>
            </a:solidFill>
            <a:ln w="9525" cap="flat">
              <a:noFill/>
              <a:prstDash val="solid"/>
              <a:miter/>
            </a:ln>
          </p:spPr>
          <p:txBody>
            <a:bodyPr rtlCol="0" anchor="ctr"/>
            <a:lstStyle/>
            <a:p>
              <a:endParaRPr lang="en-ID" sz="2800">
                <a:latin typeface="Calibri" panose="020F0502020204030204" pitchFamily="34" charset="0"/>
                <a:ea typeface="Calibri" panose="020F0502020204030204" pitchFamily="34" charset="0"/>
                <a:cs typeface="Calibri" panose="020F0502020204030204" pitchFamily="34" charset="0"/>
              </a:endParaRPr>
            </a:p>
          </p:txBody>
        </p:sp>
      </p:grpSp>
      <p:grpSp>
        <p:nvGrpSpPr>
          <p:cNvPr id="24" name="Group 23">
            <a:extLst>
              <a:ext uri="{FF2B5EF4-FFF2-40B4-BE49-F238E27FC236}">
                <a16:creationId xmlns:a16="http://schemas.microsoft.com/office/drawing/2014/main" id="{31DD0695-2E8E-F062-97D5-F63540CDFD4B}"/>
              </a:ext>
            </a:extLst>
          </p:cNvPr>
          <p:cNvGrpSpPr/>
          <p:nvPr/>
        </p:nvGrpSpPr>
        <p:grpSpPr>
          <a:xfrm>
            <a:off x="338328" y="4167877"/>
            <a:ext cx="7498081" cy="584775"/>
            <a:chOff x="549408" y="1756909"/>
            <a:chExt cx="5933689" cy="584775"/>
          </a:xfrm>
        </p:grpSpPr>
        <p:sp>
          <p:nvSpPr>
            <p:cNvPr id="25" name="TextBox 24">
              <a:extLst>
                <a:ext uri="{FF2B5EF4-FFF2-40B4-BE49-F238E27FC236}">
                  <a16:creationId xmlns:a16="http://schemas.microsoft.com/office/drawing/2014/main" id="{AAB27EB7-002E-78DA-5702-F13D244D8170}"/>
                </a:ext>
              </a:extLst>
            </p:cNvPr>
            <p:cNvSpPr txBox="1"/>
            <p:nvPr/>
          </p:nvSpPr>
          <p:spPr>
            <a:xfrm>
              <a:off x="847609" y="1756909"/>
              <a:ext cx="5635488" cy="584775"/>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Implement end-to-end predictive analytics workflows, deployment, and monitoring.</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27" name="Freeform: Shape 26">
              <a:extLst>
                <a:ext uri="{FF2B5EF4-FFF2-40B4-BE49-F238E27FC236}">
                  <a16:creationId xmlns:a16="http://schemas.microsoft.com/office/drawing/2014/main" id="{D89F1B57-8AB2-1938-BC9E-AF265A129BAC}"/>
                </a:ext>
              </a:extLst>
            </p:cNvPr>
            <p:cNvSpPr/>
            <p:nvPr/>
          </p:nvSpPr>
          <p:spPr>
            <a:xfrm>
              <a:off x="549408" y="1801999"/>
              <a:ext cx="251200" cy="251200"/>
            </a:xfrm>
            <a:custGeom>
              <a:avLst/>
              <a:gdLst>
                <a:gd name="connsiteX0" fmla="*/ 180975 w 361950"/>
                <a:gd name="connsiteY0" fmla="*/ 0 h 361950"/>
                <a:gd name="connsiteX1" fmla="*/ 0 w 361950"/>
                <a:gd name="connsiteY1" fmla="*/ 180975 h 361950"/>
                <a:gd name="connsiteX2" fmla="*/ 180975 w 361950"/>
                <a:gd name="connsiteY2" fmla="*/ 361950 h 361950"/>
                <a:gd name="connsiteX3" fmla="*/ 361950 w 361950"/>
                <a:gd name="connsiteY3" fmla="*/ 180975 h 361950"/>
                <a:gd name="connsiteX4" fmla="*/ 181127 w 361950"/>
                <a:gd name="connsiteY4" fmla="*/ 0 h 361950"/>
                <a:gd name="connsiteX5" fmla="*/ 180975 w 361950"/>
                <a:gd name="connsiteY5" fmla="*/ 0 h 361950"/>
                <a:gd name="connsiteX6" fmla="*/ 224790 w 361950"/>
                <a:gd name="connsiteY6" fmla="*/ 189614 h 361950"/>
                <a:gd name="connsiteX7" fmla="*/ 145209 w 361950"/>
                <a:gd name="connsiteY7" fmla="*/ 269281 h 361950"/>
                <a:gd name="connsiteX8" fmla="*/ 77019 w 361950"/>
                <a:gd name="connsiteY8" fmla="*/ 201082 h 361950"/>
                <a:gd name="connsiteX9" fmla="*/ 99803 w 361950"/>
                <a:gd name="connsiteY9" fmla="*/ 178298 h 361950"/>
                <a:gd name="connsiteX10" fmla="*/ 145209 w 361950"/>
                <a:gd name="connsiteY10" fmla="*/ 223714 h 361950"/>
                <a:gd name="connsiteX11" fmla="*/ 210931 w 361950"/>
                <a:gd name="connsiteY11" fmla="*/ 157105 h 361950"/>
                <a:gd name="connsiteX12" fmla="*/ 267348 w 361950"/>
                <a:gd name="connsiteY12" fmla="*/ 101394 h 361950"/>
                <a:gd name="connsiteX13" fmla="*/ 269405 w 361950"/>
                <a:gd name="connsiteY13" fmla="*/ 99489 h 361950"/>
                <a:gd name="connsiteX14" fmla="*/ 271310 w 361950"/>
                <a:gd name="connsiteY14" fmla="*/ 97431 h 361950"/>
                <a:gd name="connsiteX15" fmla="*/ 294418 w 361950"/>
                <a:gd name="connsiteY15" fmla="*/ 120215 h 361950"/>
                <a:gd name="connsiteX16" fmla="*/ 224790 w 361950"/>
                <a:gd name="connsiteY16" fmla="*/ 18961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1950" h="361950">
                  <a:moveTo>
                    <a:pt x="180975" y="0"/>
                  </a:moveTo>
                  <a:cubicBezTo>
                    <a:pt x="81025" y="0"/>
                    <a:pt x="0" y="81025"/>
                    <a:pt x="0" y="180975"/>
                  </a:cubicBezTo>
                  <a:cubicBezTo>
                    <a:pt x="0" y="280925"/>
                    <a:pt x="81025" y="361950"/>
                    <a:pt x="180975" y="361950"/>
                  </a:cubicBezTo>
                  <a:cubicBezTo>
                    <a:pt x="280925" y="361950"/>
                    <a:pt x="361950" y="280925"/>
                    <a:pt x="361950" y="180975"/>
                  </a:cubicBezTo>
                  <a:cubicBezTo>
                    <a:pt x="361992" y="81067"/>
                    <a:pt x="281035" y="42"/>
                    <a:pt x="181127" y="0"/>
                  </a:cubicBezTo>
                  <a:cubicBezTo>
                    <a:pt x="181077" y="0"/>
                    <a:pt x="181025" y="0"/>
                    <a:pt x="180975" y="0"/>
                  </a:cubicBezTo>
                  <a:close/>
                  <a:moveTo>
                    <a:pt x="224790" y="189614"/>
                  </a:moveTo>
                  <a:cubicBezTo>
                    <a:pt x="198425" y="215935"/>
                    <a:pt x="171898" y="242490"/>
                    <a:pt x="145209" y="269281"/>
                  </a:cubicBezTo>
                  <a:cubicBezTo>
                    <a:pt x="122527" y="246497"/>
                    <a:pt x="99796" y="223764"/>
                    <a:pt x="77019" y="201082"/>
                  </a:cubicBezTo>
                  <a:lnTo>
                    <a:pt x="99803" y="178298"/>
                  </a:lnTo>
                  <a:lnTo>
                    <a:pt x="145209" y="223714"/>
                  </a:lnTo>
                  <a:cubicBezTo>
                    <a:pt x="167249" y="201349"/>
                    <a:pt x="189157" y="179146"/>
                    <a:pt x="210931" y="157105"/>
                  </a:cubicBezTo>
                  <a:cubicBezTo>
                    <a:pt x="232705" y="135055"/>
                    <a:pt x="244773" y="123225"/>
                    <a:pt x="267348" y="101394"/>
                  </a:cubicBezTo>
                  <a:cubicBezTo>
                    <a:pt x="267986" y="100755"/>
                    <a:pt x="268662" y="100127"/>
                    <a:pt x="269405" y="99489"/>
                  </a:cubicBezTo>
                  <a:cubicBezTo>
                    <a:pt x="270119" y="98880"/>
                    <a:pt x="270758" y="98189"/>
                    <a:pt x="271310" y="97431"/>
                  </a:cubicBezTo>
                  <a:lnTo>
                    <a:pt x="294418" y="120215"/>
                  </a:lnTo>
                  <a:cubicBezTo>
                    <a:pt x="267653" y="146904"/>
                    <a:pt x="251193" y="163297"/>
                    <a:pt x="224790" y="189614"/>
                  </a:cubicBezTo>
                  <a:close/>
                </a:path>
              </a:pathLst>
            </a:custGeom>
            <a:solidFill>
              <a:schemeClr val="accent2"/>
            </a:solidFill>
            <a:ln w="9525" cap="flat">
              <a:noFill/>
              <a:prstDash val="solid"/>
              <a:miter/>
            </a:ln>
          </p:spPr>
          <p:txBody>
            <a:bodyPr rtlCol="0" anchor="ctr"/>
            <a:lstStyle/>
            <a:p>
              <a:endParaRPr lang="en-ID" sz="2400">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159138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E153D7-7A50-CE93-2545-CD3D296DC01D}"/>
              </a:ext>
            </a:extLst>
          </p:cNvPr>
          <p:cNvSpPr txBox="1"/>
          <p:nvPr/>
        </p:nvSpPr>
        <p:spPr>
          <a:xfrm>
            <a:off x="0" y="284922"/>
            <a:ext cx="4928616" cy="769441"/>
          </a:xfrm>
          <a:prstGeom prst="rect">
            <a:avLst/>
          </a:prstGeom>
          <a:noFill/>
        </p:spPr>
        <p:txBody>
          <a:bodyPr wrap="square" rtlCol="0">
            <a:spAutoFit/>
          </a:bodyPr>
          <a:lstStyle/>
          <a:p>
            <a:r>
              <a:rPr lang="en-US" sz="4400" b="1" dirty="0">
                <a:solidFill>
                  <a:schemeClr val="accent2"/>
                </a:solidFill>
                <a:latin typeface="Calibri" panose="020F0502020204030204" pitchFamily="34" charset="0"/>
                <a:ea typeface="Calibri" panose="020F0502020204030204" pitchFamily="34" charset="0"/>
                <a:cs typeface="Calibri" panose="020F0502020204030204" pitchFamily="34" charset="0"/>
              </a:rPr>
              <a:t>Course Syllabus</a:t>
            </a:r>
          </a:p>
        </p:txBody>
      </p:sp>
      <p:sp>
        <p:nvSpPr>
          <p:cNvPr id="4" name="Rectangle 3">
            <a:extLst>
              <a:ext uri="{FF2B5EF4-FFF2-40B4-BE49-F238E27FC236}">
                <a16:creationId xmlns:a16="http://schemas.microsoft.com/office/drawing/2014/main" id="{F809D9BF-135B-1CF4-CAD7-746B225D6AAC}"/>
              </a:ext>
            </a:extLst>
          </p:cNvPr>
          <p:cNvSpPr/>
          <p:nvPr/>
        </p:nvSpPr>
        <p:spPr>
          <a:xfrm>
            <a:off x="0" y="1378779"/>
            <a:ext cx="6757416" cy="4574346"/>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3" name="Rectangle: Diagonal Corners Snipped 12">
            <a:extLst>
              <a:ext uri="{FF2B5EF4-FFF2-40B4-BE49-F238E27FC236}">
                <a16:creationId xmlns:a16="http://schemas.microsoft.com/office/drawing/2014/main" id="{9F95B42D-2F37-DE8E-88F2-294558C2B090}"/>
              </a:ext>
            </a:extLst>
          </p:cNvPr>
          <p:cNvSpPr/>
          <p:nvPr/>
        </p:nvSpPr>
        <p:spPr>
          <a:xfrm>
            <a:off x="521208" y="1815488"/>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1: Predictive Analytics in Engineering and Manufacturing </a:t>
            </a:r>
          </a:p>
        </p:txBody>
      </p:sp>
      <p:sp>
        <p:nvSpPr>
          <p:cNvPr id="16" name="Rectangle: Diagonal Corners Snipped 15">
            <a:extLst>
              <a:ext uri="{FF2B5EF4-FFF2-40B4-BE49-F238E27FC236}">
                <a16:creationId xmlns:a16="http://schemas.microsoft.com/office/drawing/2014/main" id="{089DB5CA-F33C-0025-3722-F02A179F360F}"/>
              </a:ext>
            </a:extLst>
          </p:cNvPr>
          <p:cNvSpPr/>
          <p:nvPr/>
        </p:nvSpPr>
        <p:spPr>
          <a:xfrm>
            <a:off x="521208" y="2603985"/>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2: Industrial Data Engineering Fundamentals </a:t>
            </a:r>
          </a:p>
        </p:txBody>
      </p:sp>
      <p:sp>
        <p:nvSpPr>
          <p:cNvPr id="22" name="Rectangle: Diagonal Corners Snipped 21">
            <a:extLst>
              <a:ext uri="{FF2B5EF4-FFF2-40B4-BE49-F238E27FC236}">
                <a16:creationId xmlns:a16="http://schemas.microsoft.com/office/drawing/2014/main" id="{C1AF2FF0-BC89-A7D4-49F8-90AA3B47DE38}"/>
              </a:ext>
            </a:extLst>
          </p:cNvPr>
          <p:cNvSpPr/>
          <p:nvPr/>
        </p:nvSpPr>
        <p:spPr>
          <a:xfrm>
            <a:off x="521208" y="3447107"/>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3: Sensor and Time-Series Data Analytics </a:t>
            </a:r>
          </a:p>
        </p:txBody>
      </p:sp>
      <p:pic>
        <p:nvPicPr>
          <p:cNvPr id="1028" name="Picture 4" descr="Laptop computer isolated on white background">
            <a:extLst>
              <a:ext uri="{FF2B5EF4-FFF2-40B4-BE49-F238E27FC236}">
                <a16:creationId xmlns:a16="http://schemas.microsoft.com/office/drawing/2014/main" id="{4AFB7183-B1B6-6428-3B9B-105AA5B15D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89"/>
          <a:stretch/>
        </p:blipFill>
        <p:spPr bwMode="auto">
          <a:xfrm>
            <a:off x="7197661" y="10783"/>
            <a:ext cx="4994339" cy="687344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Diagonal Corners Snipped 7">
            <a:extLst>
              <a:ext uri="{FF2B5EF4-FFF2-40B4-BE49-F238E27FC236}">
                <a16:creationId xmlns:a16="http://schemas.microsoft.com/office/drawing/2014/main" id="{4D6F6816-DEF9-4934-AA89-F61110F85BA1}"/>
              </a:ext>
            </a:extLst>
          </p:cNvPr>
          <p:cNvSpPr/>
          <p:nvPr/>
        </p:nvSpPr>
        <p:spPr>
          <a:xfrm>
            <a:off x="521208" y="4316268"/>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4: Python for Industrial Predictive Analytics </a:t>
            </a:r>
          </a:p>
        </p:txBody>
      </p:sp>
      <p:sp>
        <p:nvSpPr>
          <p:cNvPr id="9" name="Rectangle: Diagonal Corners Snipped 8">
            <a:extLst>
              <a:ext uri="{FF2B5EF4-FFF2-40B4-BE49-F238E27FC236}">
                <a16:creationId xmlns:a16="http://schemas.microsoft.com/office/drawing/2014/main" id="{94483AAF-64CC-4DF9-B776-743E49FC8A04}"/>
              </a:ext>
            </a:extLst>
          </p:cNvPr>
          <p:cNvSpPr/>
          <p:nvPr/>
        </p:nvSpPr>
        <p:spPr>
          <a:xfrm>
            <a:off x="521208" y="5110003"/>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5: Data Preparation and Feature Engineering </a:t>
            </a:r>
          </a:p>
        </p:txBody>
      </p:sp>
    </p:spTree>
    <p:extLst>
      <p:ext uri="{BB962C8B-B14F-4D97-AF65-F5344CB8AC3E}">
        <p14:creationId xmlns:p14="http://schemas.microsoft.com/office/powerpoint/2010/main" val="3255904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E153D7-7A50-CE93-2545-CD3D296DC01D}"/>
              </a:ext>
            </a:extLst>
          </p:cNvPr>
          <p:cNvSpPr txBox="1"/>
          <p:nvPr/>
        </p:nvSpPr>
        <p:spPr>
          <a:xfrm>
            <a:off x="0" y="284922"/>
            <a:ext cx="4928616" cy="769441"/>
          </a:xfrm>
          <a:prstGeom prst="rect">
            <a:avLst/>
          </a:prstGeom>
          <a:noFill/>
        </p:spPr>
        <p:txBody>
          <a:bodyPr wrap="square" rtlCol="0">
            <a:spAutoFit/>
          </a:bodyPr>
          <a:lstStyle/>
          <a:p>
            <a:r>
              <a:rPr lang="en-US" sz="4400" b="1" dirty="0">
                <a:solidFill>
                  <a:schemeClr val="accent2"/>
                </a:solidFill>
                <a:latin typeface="Calibri" panose="020F0502020204030204" pitchFamily="34" charset="0"/>
                <a:ea typeface="Calibri" panose="020F0502020204030204" pitchFamily="34" charset="0"/>
                <a:cs typeface="Calibri" panose="020F0502020204030204" pitchFamily="34" charset="0"/>
              </a:rPr>
              <a:t>Course Syllabus</a:t>
            </a:r>
          </a:p>
        </p:txBody>
      </p:sp>
      <p:sp>
        <p:nvSpPr>
          <p:cNvPr id="4" name="Rectangle 3">
            <a:extLst>
              <a:ext uri="{FF2B5EF4-FFF2-40B4-BE49-F238E27FC236}">
                <a16:creationId xmlns:a16="http://schemas.microsoft.com/office/drawing/2014/main" id="{F809D9BF-135B-1CF4-CAD7-746B225D6AAC}"/>
              </a:ext>
            </a:extLst>
          </p:cNvPr>
          <p:cNvSpPr/>
          <p:nvPr/>
        </p:nvSpPr>
        <p:spPr>
          <a:xfrm>
            <a:off x="0" y="1378779"/>
            <a:ext cx="6757416" cy="4574346"/>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3" name="Rectangle: Diagonal Corners Snipped 12">
            <a:extLst>
              <a:ext uri="{FF2B5EF4-FFF2-40B4-BE49-F238E27FC236}">
                <a16:creationId xmlns:a16="http://schemas.microsoft.com/office/drawing/2014/main" id="{9F95B42D-2F37-DE8E-88F2-294558C2B090}"/>
              </a:ext>
            </a:extLst>
          </p:cNvPr>
          <p:cNvSpPr/>
          <p:nvPr/>
        </p:nvSpPr>
        <p:spPr>
          <a:xfrm>
            <a:off x="521208" y="1815488"/>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6: End-to-End Data Engineering Workflow </a:t>
            </a:r>
          </a:p>
        </p:txBody>
      </p:sp>
      <p:sp>
        <p:nvSpPr>
          <p:cNvPr id="16" name="Rectangle: Diagonal Corners Snipped 15">
            <a:extLst>
              <a:ext uri="{FF2B5EF4-FFF2-40B4-BE49-F238E27FC236}">
                <a16:creationId xmlns:a16="http://schemas.microsoft.com/office/drawing/2014/main" id="{089DB5CA-F33C-0025-3722-F02A179F360F}"/>
              </a:ext>
            </a:extLst>
          </p:cNvPr>
          <p:cNvSpPr/>
          <p:nvPr/>
        </p:nvSpPr>
        <p:spPr>
          <a:xfrm>
            <a:off x="521208" y="2603985"/>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7: Predictive Modelling for Engineering Applications </a:t>
            </a:r>
          </a:p>
        </p:txBody>
      </p:sp>
      <p:sp>
        <p:nvSpPr>
          <p:cNvPr id="22" name="Rectangle: Diagonal Corners Snipped 21">
            <a:extLst>
              <a:ext uri="{FF2B5EF4-FFF2-40B4-BE49-F238E27FC236}">
                <a16:creationId xmlns:a16="http://schemas.microsoft.com/office/drawing/2014/main" id="{C1AF2FF0-BC89-A7D4-49F8-90AA3B47DE38}"/>
              </a:ext>
            </a:extLst>
          </p:cNvPr>
          <p:cNvSpPr/>
          <p:nvPr/>
        </p:nvSpPr>
        <p:spPr>
          <a:xfrm>
            <a:off x="521208" y="3447107"/>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8: Model Evaluation Using Industrial Data </a:t>
            </a:r>
          </a:p>
        </p:txBody>
      </p:sp>
      <p:pic>
        <p:nvPicPr>
          <p:cNvPr id="1028" name="Picture 4" descr="Laptop computer isolated on white background">
            <a:extLst>
              <a:ext uri="{FF2B5EF4-FFF2-40B4-BE49-F238E27FC236}">
                <a16:creationId xmlns:a16="http://schemas.microsoft.com/office/drawing/2014/main" id="{4AFB7183-B1B6-6428-3B9B-105AA5B15D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89"/>
          <a:stretch/>
        </p:blipFill>
        <p:spPr bwMode="auto">
          <a:xfrm>
            <a:off x="7197661" y="10783"/>
            <a:ext cx="4994339" cy="687344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Diagonal Corners Snipped 7">
            <a:extLst>
              <a:ext uri="{FF2B5EF4-FFF2-40B4-BE49-F238E27FC236}">
                <a16:creationId xmlns:a16="http://schemas.microsoft.com/office/drawing/2014/main" id="{4D6F6816-DEF9-4934-AA89-F61110F85BA1}"/>
              </a:ext>
            </a:extLst>
          </p:cNvPr>
          <p:cNvSpPr/>
          <p:nvPr/>
        </p:nvSpPr>
        <p:spPr>
          <a:xfrm>
            <a:off x="521208" y="4316268"/>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9: End-to-End Predictive Analytics Workflow </a:t>
            </a:r>
          </a:p>
        </p:txBody>
      </p:sp>
      <p:sp>
        <p:nvSpPr>
          <p:cNvPr id="9" name="Rectangle: Diagonal Corners Snipped 8">
            <a:extLst>
              <a:ext uri="{FF2B5EF4-FFF2-40B4-BE49-F238E27FC236}">
                <a16:creationId xmlns:a16="http://schemas.microsoft.com/office/drawing/2014/main" id="{94483AAF-64CC-4DF9-B776-743E49FC8A04}"/>
              </a:ext>
            </a:extLst>
          </p:cNvPr>
          <p:cNvSpPr/>
          <p:nvPr/>
        </p:nvSpPr>
        <p:spPr>
          <a:xfrm>
            <a:off x="521208" y="5110003"/>
            <a:ext cx="5109504" cy="495359"/>
          </a:xfrm>
          <a:prstGeom prst="snip2Diag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Module 10: Deployment and Monitoring in Production Environments </a:t>
            </a:r>
          </a:p>
        </p:txBody>
      </p:sp>
    </p:spTree>
    <p:extLst>
      <p:ext uri="{BB962C8B-B14F-4D97-AF65-F5344CB8AC3E}">
        <p14:creationId xmlns:p14="http://schemas.microsoft.com/office/powerpoint/2010/main" val="4004862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1" y="309551"/>
            <a:ext cx="12711303" cy="584775"/>
          </a:xfrm>
          <a:prstGeom prst="rect">
            <a:avLst/>
          </a:prstGeom>
          <a:noFill/>
        </p:spPr>
        <p:txBody>
          <a:bodyPr wrap="square" rtlCol="0">
            <a:spAutoFit/>
          </a:bodyPr>
          <a:lstStyle/>
          <a:p>
            <a:pPr lvl="0">
              <a:defRPr/>
            </a:pPr>
            <a:r>
              <a:rPr lang="en-US" sz="32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1: Predictive Analytics in Engineering and Manufacturing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480506" y="2147732"/>
            <a:ext cx="6710869" cy="2862322"/>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Role of Predictive Analytics in Industrial Engineering</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Predictive Maintenance, Quality Prediction, and Process Optimisation  </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Engineering Data Sources: Sensors, PLC, SCADA, and Industrial IoT  </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Engineering Use Cases Across Manufacturing Operations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050" name="Picture 2" descr="What is predictive analytics? A complete guide | Pega">
            <a:extLst>
              <a:ext uri="{FF2B5EF4-FFF2-40B4-BE49-F238E27FC236}">
                <a16:creationId xmlns:a16="http://schemas.microsoft.com/office/drawing/2014/main" id="{B184FBB0-27D0-4EA3-B700-FB4681E48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3938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Role of Predictive Analytics in Industrial Engineering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Moving from Reactive Decisions to Data-Driven Prediction</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Predictive analytics applies historical and current operational data to estimate future conditions, </a:t>
            </a:r>
            <a:r>
              <a:rPr lang="en-US" dirty="0" err="1">
                <a:solidFill>
                  <a:prstClr val="black"/>
                </a:solidFill>
              </a:rPr>
              <a:t>behaviours</a:t>
            </a:r>
            <a:r>
              <a:rPr lang="en-US" dirty="0">
                <a:solidFill>
                  <a:prstClr val="black"/>
                </a:solidFill>
              </a:rPr>
              <a:t>, or outcomes within engineering environments.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Instead of waiting for equipment failures, quality problems, or process inefficiencies to occur, organisations can analyse patterns that indicate what is likely to happen next.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Industrial engineers use predictive insights to support maintenance planning, production scheduling, resource utilisation, and operational decision-making.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Data generated from machines, production systems, and connected devices provides the foundation for these predictions.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By identifying patterns and relationships within this data, predictive analytics helps engineering teams anticipate operational issues and take appropriate action earlier, improving reliability, productivity, consistency, and overall manufacturing performance.</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362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Role of Predictive Analytics in Industrial Engineering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The Predictive Analytics Lifecycle</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Predictive analytics is not simply the application of a machine learning algorithm. It involves a structured sequence that transforms industrial data into actionable predictions. Engineering organisations first identify the operational problem and determine which data sources are relevant. Data is then collected, prepared, analysed, and used to build predictive models. Model outputs are interpreted within the engineering context before actions are taken.</a:t>
            </a:r>
          </a:p>
          <a:p>
            <a:pPr marL="285750" lvl="0" indent="-285750">
              <a:buFont typeface="Wingdings" panose="05000000000000000000" pitchFamily="2" charset="2"/>
              <a:buChar char="Ø"/>
              <a:defRPr/>
            </a:pPr>
            <a:endPar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 typical lifecycle includes:</a:t>
            </a:r>
          </a:p>
          <a:p>
            <a:pPr marL="742950" lvl="1" indent="-285750">
              <a:buFont typeface="Arial" panose="020B0604020202020204" pitchFamily="34" charset="0"/>
              <a:buChar char="•"/>
              <a:defRPr/>
            </a:pPr>
            <a:r>
              <a:rPr lang="en-US" dirty="0">
                <a:solidFill>
                  <a:prstClr val="black"/>
                </a:solidFill>
              </a:rPr>
              <a:t>Define the engineering or manufacturing problem.</a:t>
            </a:r>
          </a:p>
          <a:p>
            <a:pPr marL="742950" lvl="1" indent="-285750">
              <a:buFont typeface="Arial" panose="020B0604020202020204" pitchFamily="34" charset="0"/>
              <a:buChar char="•"/>
              <a:defRPr/>
            </a:pPr>
            <a:r>
              <a:rPr lang="en-US" dirty="0">
                <a:solidFill>
                  <a:prstClr val="black"/>
                </a:solidFill>
              </a:rPr>
              <a:t>Collect relevant operational and historical data.</a:t>
            </a:r>
          </a:p>
          <a:p>
            <a:pPr marL="742950" lvl="1" indent="-285750">
              <a:buFont typeface="Arial" panose="020B0604020202020204" pitchFamily="34" charset="0"/>
              <a:buChar char="•"/>
              <a:defRPr/>
            </a:pPr>
            <a:r>
              <a:rPr lang="en-US" dirty="0">
                <a:solidFill>
                  <a:prstClr val="black"/>
                </a:solidFill>
              </a:rPr>
              <a:t>Prepare and validate the available data.</a:t>
            </a:r>
          </a:p>
          <a:p>
            <a:pPr marL="742950" lvl="1" indent="-285750">
              <a:buFont typeface="Arial" panose="020B0604020202020204" pitchFamily="34" charset="0"/>
              <a:buChar char="•"/>
              <a:defRPr/>
            </a:pPr>
            <a:r>
              <a:rPr lang="en-US" dirty="0">
                <a:solidFill>
                  <a:prstClr val="black"/>
                </a:solidFill>
              </a:rPr>
              <a:t>Identify useful patterns and predictive variables.</a:t>
            </a:r>
          </a:p>
          <a:p>
            <a:pPr marL="742950" lvl="1" indent="-285750">
              <a:buFont typeface="Arial" panose="020B0604020202020204" pitchFamily="34" charset="0"/>
              <a:buChar char="•"/>
              <a:defRPr/>
            </a:pPr>
            <a:r>
              <a:rPr lang="en-US" dirty="0">
                <a:solidFill>
                  <a:prstClr val="black"/>
                </a:solidFill>
              </a:rPr>
              <a:t>Build and evaluate predictive models.</a:t>
            </a:r>
          </a:p>
          <a:p>
            <a:pPr marL="742950" lvl="1" indent="-285750">
              <a:buFont typeface="Arial" panose="020B0604020202020204" pitchFamily="34" charset="0"/>
              <a:buChar char="•"/>
              <a:defRPr/>
            </a:pPr>
            <a:r>
              <a:rPr lang="en-US" dirty="0">
                <a:solidFill>
                  <a:prstClr val="black"/>
                </a:solidFill>
              </a:rPr>
              <a:t>Generate predictions for operational decisions.</a:t>
            </a:r>
          </a:p>
          <a:p>
            <a:pPr marL="742950" lvl="1" indent="-285750">
              <a:buFont typeface="Arial" panose="020B0604020202020204" pitchFamily="34" charset="0"/>
              <a:buChar char="•"/>
              <a:defRPr/>
            </a:pPr>
            <a:r>
              <a:rPr lang="en-US" dirty="0">
                <a:solidFill>
                  <a:prstClr val="black"/>
                </a:solidFill>
              </a:rPr>
              <a:t>Monitor outcomes and continuously improve the approach.</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F51F81F-5D21-47F3-8E7C-CDCA23C4D677}"/>
              </a:ext>
            </a:extLst>
          </p:cNvPr>
          <p:cNvPicPr>
            <a:picLocks noChangeAspect="1"/>
          </p:cNvPicPr>
          <p:nvPr/>
        </p:nvPicPr>
        <p:blipFill>
          <a:blip r:embed="rId3"/>
          <a:stretch>
            <a:fillRect/>
          </a:stretch>
        </p:blipFill>
        <p:spPr>
          <a:xfrm>
            <a:off x="8105378" y="3343274"/>
            <a:ext cx="2748966" cy="2634043"/>
          </a:xfrm>
          <a:prstGeom prst="rect">
            <a:avLst/>
          </a:prstGeom>
        </p:spPr>
      </p:pic>
    </p:spTree>
    <p:extLst>
      <p:ext uri="{BB962C8B-B14F-4D97-AF65-F5344CB8AC3E}">
        <p14:creationId xmlns:p14="http://schemas.microsoft.com/office/powerpoint/2010/main" val="1966396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Role of Predictive Analytics in Industrial Engineering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923330"/>
          </a:xfrm>
          <a:prstGeom prst="rect">
            <a:avLst/>
          </a:prstGeom>
          <a:noFill/>
        </p:spPr>
        <p:txBody>
          <a:bodyPr wrap="square" rtlCol="0">
            <a:spAutoFit/>
          </a:bodyPr>
          <a:lstStyle/>
          <a:p>
            <a:pPr lvl="0">
              <a:defRPr/>
            </a:pPr>
            <a:r>
              <a:rPr lang="en-US" b="1" dirty="0">
                <a:solidFill>
                  <a:prstClr val="black"/>
                </a:solidFill>
              </a:rPr>
              <a:t>From Industrial Data to Predictive Action</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DB733EF5-EA69-47F1-B17C-11D17D12FDD1}"/>
              </a:ext>
            </a:extLst>
          </p:cNvPr>
          <p:cNvPicPr>
            <a:picLocks noChangeAspect="1"/>
          </p:cNvPicPr>
          <p:nvPr/>
        </p:nvPicPr>
        <p:blipFill rotWithShape="1">
          <a:blip r:embed="rId3"/>
          <a:srcRect t="19859" b="7031"/>
          <a:stretch/>
        </p:blipFill>
        <p:spPr>
          <a:xfrm>
            <a:off x="1333500" y="2233159"/>
            <a:ext cx="9525000" cy="3481841"/>
          </a:xfrm>
          <a:prstGeom prst="rect">
            <a:avLst/>
          </a:prstGeom>
        </p:spPr>
      </p:pic>
    </p:spTree>
    <p:extLst>
      <p:ext uri="{BB962C8B-B14F-4D97-AF65-F5344CB8AC3E}">
        <p14:creationId xmlns:p14="http://schemas.microsoft.com/office/powerpoint/2010/main" val="2822293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Role of Predictive Analytics in Industrial Engineering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970318"/>
          </a:xfrm>
          <a:prstGeom prst="rect">
            <a:avLst/>
          </a:prstGeom>
          <a:noFill/>
        </p:spPr>
        <p:txBody>
          <a:bodyPr wrap="square" rtlCol="0">
            <a:spAutoFit/>
          </a:bodyPr>
          <a:lstStyle/>
          <a:p>
            <a:pPr lvl="0">
              <a:defRPr/>
            </a:pPr>
            <a:r>
              <a:rPr lang="en-US" b="1" dirty="0">
                <a:solidFill>
                  <a:prstClr val="black"/>
                </a:solidFill>
              </a:rPr>
              <a:t>From Descriptive Insight to Predictive Decisions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analytics can support different levels of decision-making. Descriptive analysis explains what has already happened, such as identifying the number of equipment failures during a production period.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Diagnostic analysis examines why an event occurred by exploring contributing variables and operational conditions. Predictive analytics extends this process by estimating what is likely to happen next.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historical temperature, vibration, pressure, and operating-hour data may indicate an increased probability of equipment failure.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forward-looking capability enables engineers to intervene before an event affects production. Predictive analytics therefore changes industrial decision-making from retrospective reporting towards proactive planning, helping organisations manage operational risks before they develop into costly failures or quality problems.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2162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Predictive Maintenance, Quality Prediction, and Process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Predictive Maintenance for Industrial Equipment</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Predictive maintenance uses equipment condition and operational data to identify signs that machinery may require maintenance or could potentially fail.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Traditional reactive maintenance repairs equipment after failure, while scheduled preventive maintenance services equipment at predetermined intervals. Predictive maintenance instead uses actual equipment behaviour to support maintenance decisions.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Variables such as vibration, temperature, pressure, operating hours, load, and power consumption can reveal changes in machine condition. Predictive models analyse these patterns to estimate failure probability or maintenance requirements.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Engineering teams can then prioritise maintenance based on risk and equipment condition, helping reduce unexpected downtime, unnecessary servicing, production disruption, and maintenance costs while improving asset availability and reliability.</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6592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Predictive Maintenance, Quality Prediction, and Process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Evolution of Industrial Maintenance</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7FBC4A54-E577-46C6-BD84-D590BA80B05F}"/>
              </a:ext>
            </a:extLst>
          </p:cNvPr>
          <p:cNvPicPr>
            <a:picLocks noChangeAspect="1"/>
          </p:cNvPicPr>
          <p:nvPr/>
        </p:nvPicPr>
        <p:blipFill>
          <a:blip r:embed="rId3"/>
          <a:stretch>
            <a:fillRect/>
          </a:stretch>
        </p:blipFill>
        <p:spPr>
          <a:xfrm>
            <a:off x="1987894" y="2037151"/>
            <a:ext cx="8241251" cy="3830894"/>
          </a:xfrm>
          <a:prstGeom prst="rect">
            <a:avLst/>
          </a:prstGeom>
        </p:spPr>
      </p:pic>
    </p:spTree>
    <p:extLst>
      <p:ext uri="{BB962C8B-B14F-4D97-AF65-F5344CB8AC3E}">
        <p14:creationId xmlns:p14="http://schemas.microsoft.com/office/powerpoint/2010/main" val="1340244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Predictive Maintenance, Quality Prediction, and Process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Quality Prediction in Manufacturing</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Quality prediction applies historical production and process data to estimate whether manufactured products are likely to meet required quality standards. Instead of relying only on inspection after production, predictive approaches identify process conditions associated with defects or quality deviations. Relevant variables may include machine settings, temperature, pressure, cycle time, material characteristics, production line, and operating conditions.</a:t>
            </a:r>
          </a:p>
          <a:p>
            <a:pPr marL="285750" lvl="0" indent="-285750">
              <a:buFont typeface="Wingdings" panose="05000000000000000000" pitchFamily="2" charset="2"/>
              <a:buChar char="Ø"/>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GB" dirty="0">
                <a:solidFill>
                  <a:prstClr val="black"/>
                </a:solidFill>
              </a:rPr>
              <a:t>Predictive quality analytics can help manufacturers:</a:t>
            </a:r>
          </a:p>
          <a:p>
            <a:pPr marL="742950" lvl="1" indent="-285750">
              <a:buFont typeface="Arial" panose="020B0604020202020204" pitchFamily="34" charset="0"/>
              <a:buChar char="•"/>
              <a:defRPr/>
            </a:pPr>
            <a:r>
              <a:rPr lang="en-GB" dirty="0">
                <a:solidFill>
                  <a:prstClr val="black"/>
                </a:solidFill>
              </a:rPr>
              <a:t>Estimate the probability of defective output.</a:t>
            </a:r>
          </a:p>
          <a:p>
            <a:pPr marL="742950" lvl="1" indent="-285750">
              <a:buFont typeface="Arial" panose="020B0604020202020204" pitchFamily="34" charset="0"/>
              <a:buChar char="•"/>
              <a:defRPr/>
            </a:pPr>
            <a:r>
              <a:rPr lang="en-GB" dirty="0">
                <a:solidFill>
                  <a:prstClr val="black"/>
                </a:solidFill>
              </a:rPr>
              <a:t>Detect abnormal production conditions earlier.</a:t>
            </a:r>
          </a:p>
          <a:p>
            <a:pPr marL="742950" lvl="1" indent="-285750">
              <a:buFont typeface="Arial" panose="020B0604020202020204" pitchFamily="34" charset="0"/>
              <a:buChar char="•"/>
              <a:defRPr/>
            </a:pPr>
            <a:r>
              <a:rPr lang="en-GB" dirty="0">
                <a:solidFill>
                  <a:prstClr val="black"/>
                </a:solidFill>
              </a:rPr>
              <a:t>Identify variables associated with quality problems.</a:t>
            </a:r>
          </a:p>
          <a:p>
            <a:pPr marL="742950" lvl="1" indent="-285750">
              <a:buFont typeface="Arial" panose="020B0604020202020204" pitchFamily="34" charset="0"/>
              <a:buChar char="•"/>
              <a:defRPr/>
            </a:pPr>
            <a:r>
              <a:rPr lang="en-GB" dirty="0">
                <a:solidFill>
                  <a:prstClr val="black"/>
                </a:solidFill>
              </a:rPr>
              <a:t>Reduce scrap and rework.</a:t>
            </a:r>
          </a:p>
          <a:p>
            <a:pPr marL="742950" lvl="1" indent="-285750">
              <a:buFont typeface="Arial" panose="020B0604020202020204" pitchFamily="34" charset="0"/>
              <a:buChar char="•"/>
              <a:defRPr/>
            </a:pPr>
            <a:r>
              <a:rPr lang="en-GB" dirty="0">
                <a:solidFill>
                  <a:prstClr val="black"/>
                </a:solidFill>
              </a:rPr>
              <a:t>Improve process consistency.</a:t>
            </a:r>
          </a:p>
          <a:p>
            <a:pPr marL="742950" lvl="1" indent="-285750">
              <a:buFont typeface="Arial" panose="020B0604020202020204" pitchFamily="34" charset="0"/>
              <a:buChar char="•"/>
              <a:defRPr/>
            </a:pPr>
            <a:r>
              <a:rPr lang="en-GB" dirty="0">
                <a:solidFill>
                  <a:prstClr val="black"/>
                </a:solidFill>
              </a:rPr>
              <a:t>Support earlier corrective action.</a:t>
            </a:r>
          </a:p>
          <a:p>
            <a:pPr marL="742950" lvl="1" indent="-285750">
              <a:buFont typeface="Arial" panose="020B0604020202020204" pitchFamily="34" charset="0"/>
              <a:buChar char="•"/>
              <a:defRPr/>
            </a:pPr>
            <a:r>
              <a:rPr lang="en-GB" dirty="0">
                <a:solidFill>
                  <a:prstClr val="black"/>
                </a:solidFill>
              </a:rPr>
              <a:t>Strengthen continuous quality improvement.</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8237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Predictive Maintenance, Quality Prediction, and Process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Process Optimisation Through Predictive Insights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Manufacturing processes involve interacting variables such as equipment speed, cycle time, temperature, resource consumption, workload, and production demand.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Predictive analytics can examine relationships between these variables and operational outcomes to identify conditions associated with better performance.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analytics may reveal operating ranges that reduce cycle time while maintaining product quality or identify production conditions associated with excessive energy consumption. These insights allow engineering teams to adjust processes using evidence rather than assumptions.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Predictive process optimisation can therefore support higher throughput, improved resource utilisation, lower operational costs, reduced waste, and more stable production. The objective is not simply to </a:t>
            </a:r>
            <a:r>
              <a:rPr lang="en-US" dirty="0" err="1">
                <a:solidFill>
                  <a:prstClr val="black"/>
                </a:solidFill>
              </a:rPr>
              <a:t>maximise</a:t>
            </a:r>
            <a:r>
              <a:rPr lang="en-US" dirty="0">
                <a:solidFill>
                  <a:prstClr val="black"/>
                </a:solidFill>
              </a:rPr>
              <a:t> one metric but to balance productivity, quality, reliability, and efficiency.</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7277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Predictive Maintenance, Quality Prediction, and Process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923330"/>
          </a:xfrm>
          <a:prstGeom prst="rect">
            <a:avLst/>
          </a:prstGeom>
          <a:noFill/>
        </p:spPr>
        <p:txBody>
          <a:bodyPr wrap="square" rtlCol="0">
            <a:spAutoFit/>
          </a:bodyPr>
          <a:lstStyle/>
          <a:p>
            <a:pPr lvl="0">
              <a:defRPr/>
            </a:pPr>
            <a:r>
              <a:rPr lang="en-US" b="1" dirty="0">
                <a:solidFill>
                  <a:prstClr val="black"/>
                </a:solidFill>
              </a:rPr>
              <a:t>Core Industrial Predictive Analytics Applications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FAC2E35-FB63-4ABF-B3B2-FF378A69BD0C}"/>
              </a:ext>
            </a:extLst>
          </p:cNvPr>
          <p:cNvPicPr>
            <a:picLocks noChangeAspect="1"/>
          </p:cNvPicPr>
          <p:nvPr/>
        </p:nvPicPr>
        <p:blipFill rotWithShape="1">
          <a:blip r:embed="rId3"/>
          <a:srcRect l="5136" t="19167" r="6471" b="5972"/>
          <a:stretch/>
        </p:blipFill>
        <p:spPr>
          <a:xfrm>
            <a:off x="3720043" y="2047876"/>
            <a:ext cx="4861982" cy="4234508"/>
          </a:xfrm>
          <a:prstGeom prst="rect">
            <a:avLst/>
          </a:prstGeom>
          <a:ln>
            <a:noFill/>
          </a:ln>
          <a:effectLst>
            <a:softEdge rad="112500"/>
          </a:effectLst>
        </p:spPr>
      </p:pic>
    </p:spTree>
    <p:extLst>
      <p:ext uri="{BB962C8B-B14F-4D97-AF65-F5344CB8AC3E}">
        <p14:creationId xmlns:p14="http://schemas.microsoft.com/office/powerpoint/2010/main" val="113319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Engineering Data Sources: Sensors, PLC, SCADA, and Industrial IoT</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970318"/>
          </a:xfrm>
          <a:prstGeom prst="rect">
            <a:avLst/>
          </a:prstGeom>
          <a:noFill/>
        </p:spPr>
        <p:txBody>
          <a:bodyPr wrap="square" rtlCol="0">
            <a:spAutoFit/>
          </a:bodyPr>
          <a:lstStyle/>
          <a:p>
            <a:pPr lvl="0">
              <a:defRPr/>
            </a:pPr>
            <a:r>
              <a:rPr lang="en-US" b="1" dirty="0">
                <a:solidFill>
                  <a:prstClr val="black"/>
                </a:solidFill>
              </a:rPr>
              <a:t>Industrial Data as the Foundation of Prediction</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Predictive analytics depends on relevant and reliable engineering data. Modern manufacturing environments continuously generate information describing machine behaviour, production conditions, process states, and equipment performance.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Sensor measurements can capture variables such as temperature, vibration, pressure, speed, flow, and energy consumption. PLC systems provide control and equipment-state information, while SCADA platforms support supervisory monitoring and collection of operational data across industrial processes.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Industrial IoT environments extend connectivity by allowing distributed equipment and devices to exchange operational information. Combining these sources creates a richer representation of manufacturing operations, enabling predictive models to identify patterns that may not be visible when individual data sources are analysed independently.</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804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Engineering Data Sources: Sensors, PLC, SCADA, and Industrial IoT</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Sensors and PLC Data</a:t>
            </a:r>
          </a:p>
          <a:p>
            <a:pPr lvl="0">
              <a:defRPr/>
            </a:pP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Sensors provide direct measurements of physical conditions occurring within industrial equipment and manufacturing processes. Temperature, vibration, pressure, humidity, flow, speed, and electrical measurements can provide valuable indicators of machine condition and process behaviour. Because measurements may be generated frequently, sensor data often forms time-series datasets that allow engineers to analyse how equipment behaviour changes over time.</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b="1" i="1" dirty="0">
                <a:solidFill>
                  <a:prstClr val="black"/>
                </a:solidFill>
              </a:rPr>
              <a:t>Programmable Logic Controllers (PLCs) </a:t>
            </a:r>
            <a:r>
              <a:rPr lang="en-US" dirty="0">
                <a:solidFill>
                  <a:prstClr val="black"/>
                </a:solidFill>
              </a:rPr>
              <a:t>provide another important operational source. PLCs execute control logic and interact with machinery, actuators, and sensors. Their data can represent:</a:t>
            </a:r>
          </a:p>
          <a:p>
            <a:pPr marL="742950" lvl="1" indent="-285750">
              <a:buFont typeface="Arial" panose="020B0604020202020204" pitchFamily="34" charset="0"/>
              <a:buChar char="•"/>
              <a:defRPr/>
            </a:pPr>
            <a:r>
              <a:rPr lang="en-US" dirty="0">
                <a:solidFill>
                  <a:prstClr val="black"/>
                </a:solidFill>
              </a:rPr>
              <a:t>Machine operating states.</a:t>
            </a:r>
          </a:p>
          <a:p>
            <a:pPr marL="742950" lvl="1" indent="-285750">
              <a:buFont typeface="Arial" panose="020B0604020202020204" pitchFamily="34" charset="0"/>
              <a:buChar char="•"/>
              <a:defRPr/>
            </a:pPr>
            <a:r>
              <a:rPr lang="en-US" dirty="0">
                <a:solidFill>
                  <a:prstClr val="black"/>
                </a:solidFill>
              </a:rPr>
              <a:t>Process values and setpoints.</a:t>
            </a:r>
          </a:p>
          <a:p>
            <a:pPr marL="742950" lvl="1" indent="-285750">
              <a:buFont typeface="Arial" panose="020B0604020202020204" pitchFamily="34" charset="0"/>
              <a:buChar char="•"/>
              <a:defRPr/>
            </a:pPr>
            <a:r>
              <a:rPr lang="en-US" dirty="0">
                <a:solidFill>
                  <a:prstClr val="black"/>
                </a:solidFill>
              </a:rPr>
              <a:t>Equipment start/stop conditions.</a:t>
            </a:r>
          </a:p>
          <a:p>
            <a:pPr marL="742950" lvl="1" indent="-285750">
              <a:buFont typeface="Arial" panose="020B0604020202020204" pitchFamily="34" charset="0"/>
              <a:buChar char="•"/>
              <a:defRPr/>
            </a:pPr>
            <a:r>
              <a:rPr lang="en-US" dirty="0">
                <a:solidFill>
                  <a:prstClr val="black"/>
                </a:solidFill>
              </a:rPr>
              <a:t>Alarm and fault states.</a:t>
            </a:r>
          </a:p>
          <a:p>
            <a:pPr marL="742950" lvl="1" indent="-285750">
              <a:buFont typeface="Arial" panose="020B0604020202020204" pitchFamily="34" charset="0"/>
              <a:buChar char="•"/>
              <a:defRPr/>
            </a:pPr>
            <a:r>
              <a:rPr lang="en-US" dirty="0">
                <a:solidFill>
                  <a:prstClr val="black"/>
                </a:solidFill>
              </a:rPr>
              <a:t>Production-cycle information.</a:t>
            </a:r>
          </a:p>
          <a:p>
            <a:pPr marL="742950" lvl="1" indent="-285750">
              <a:buFont typeface="Arial" panose="020B0604020202020204" pitchFamily="34" charset="0"/>
              <a:buChar char="•"/>
              <a:defRPr/>
            </a:pPr>
            <a:r>
              <a:rPr lang="en-US" dirty="0">
                <a:solidFill>
                  <a:prstClr val="black"/>
                </a:solidFill>
              </a:rPr>
              <a:t>Control-system events.</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7BD6907-7DB4-4874-A657-3666EFFE406C}"/>
              </a:ext>
            </a:extLst>
          </p:cNvPr>
          <p:cNvPicPr>
            <a:picLocks noChangeAspect="1"/>
          </p:cNvPicPr>
          <p:nvPr/>
        </p:nvPicPr>
        <p:blipFill rotWithShape="1">
          <a:blip r:embed="rId3"/>
          <a:srcRect l="13547" t="10150" r="11949"/>
          <a:stretch/>
        </p:blipFill>
        <p:spPr>
          <a:xfrm>
            <a:off x="8305800" y="4202967"/>
            <a:ext cx="1905000" cy="2004677"/>
          </a:xfrm>
          <a:prstGeom prst="rect">
            <a:avLst/>
          </a:prstGeom>
        </p:spPr>
      </p:pic>
    </p:spTree>
    <p:extLst>
      <p:ext uri="{BB962C8B-B14F-4D97-AF65-F5344CB8AC3E}">
        <p14:creationId xmlns:p14="http://schemas.microsoft.com/office/powerpoint/2010/main" val="2889583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Engineering Data Sources: Sensors, PLC, SCADA, and Industrial IoT</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SCADA and Industrial IoT Data</a:t>
            </a:r>
          </a:p>
          <a:p>
            <a:pPr lvl="0">
              <a:defRPr/>
            </a:pP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b="1" dirty="0">
                <a:solidFill>
                  <a:prstClr val="black"/>
                </a:solidFill>
              </a:rPr>
              <a:t>SCADA</a:t>
            </a:r>
            <a:r>
              <a:rPr lang="en-US" dirty="0">
                <a:solidFill>
                  <a:prstClr val="black"/>
                </a:solidFill>
              </a:rPr>
              <a:t> systems provide supervisory monitoring and control across industrial processes, allowing operational information from multiple machines and control systems to be observed centrally.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Historical SCADA information can provide valuable context for </a:t>
            </a:r>
            <a:r>
              <a:rPr lang="en-US" dirty="0" err="1">
                <a:solidFill>
                  <a:prstClr val="black"/>
                </a:solidFill>
              </a:rPr>
              <a:t>analysing</a:t>
            </a:r>
            <a:r>
              <a:rPr lang="en-US" dirty="0">
                <a:solidFill>
                  <a:prstClr val="black"/>
                </a:solidFill>
              </a:rPr>
              <a:t> equipment states, alarms, process conditions, and operational trends.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Industrial IoT expands this environment by connecting machines, sensors, gateways, and applications through networked technologies.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enables industrial data to be collected from distributed assets and made available for analytics. For predictive analytics, combining </a:t>
            </a:r>
            <a:r>
              <a:rPr lang="en-US" b="1" dirty="0">
                <a:solidFill>
                  <a:prstClr val="black"/>
                </a:solidFill>
              </a:rPr>
              <a:t>SCADA </a:t>
            </a:r>
            <a:r>
              <a:rPr lang="en-US" dirty="0">
                <a:solidFill>
                  <a:prstClr val="black"/>
                </a:solidFill>
              </a:rPr>
              <a:t>history with </a:t>
            </a:r>
            <a:r>
              <a:rPr lang="en-US" dirty="0" err="1">
                <a:solidFill>
                  <a:prstClr val="black"/>
                </a:solidFill>
              </a:rPr>
              <a:t>IIoT</a:t>
            </a:r>
            <a:r>
              <a:rPr lang="en-US" dirty="0">
                <a:solidFill>
                  <a:prstClr val="black"/>
                </a:solidFill>
              </a:rPr>
              <a:t>-generated sensor information can create a broader picture of asset and process behaviour.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However, the usefulness of these sources depends on data quality, timestamp consistency, appropriate sampling, and reliable integration between systems.</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4292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Engineering Use Cases Across Manufacturing Operations</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Predictive Analytics Across Manufacturing Operations</a:t>
            </a:r>
          </a:p>
          <a:p>
            <a:pPr lvl="0">
              <a:defRPr/>
            </a:pP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Predictive analytics can support decisions across multiple areas of manufacturing rather than being limited to equipment maintenance.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Production teams can use historical operational patterns to anticipate bottlenecks, abnormal cycle times, or changes in throughput. Maintenance teams can identify equipment with increasing failure risk, while quality teams can analyse process conditions associated with defects.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Engineering teams may also evaluate energy consumption, resource utilisation, and equipment performance to identify opportunities for operational improvement. The value of predictive analytics comes from connecting predictions with specific manufacturing decisions.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 prediction is useful only when engineers can translate it into an appropriate response, such as scheduling maintenance, adjusting process parameters, investigating quality risk, or reallocating production resources.</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8500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Engineering Use Cases Across Manufacturing Operations</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Manufacturing Use Cases and Business Outcomes</a:t>
            </a:r>
          </a:p>
          <a:p>
            <a:pPr lvl="0">
              <a:defRPr/>
            </a:pP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Different manufacturing operations generate different predictive opportunities. The appropriate use case depends on available data, operational priorities, and the decisions that engineering teams need to support.</a:t>
            </a:r>
          </a:p>
          <a:p>
            <a:pPr marL="285750" lvl="0" indent="-285750">
              <a:buFont typeface="Wingdings" panose="05000000000000000000" pitchFamily="2" charset="2"/>
              <a:buChar char="Ø"/>
              <a:defRPr/>
            </a:pPr>
            <a:endParaRPr lang="en-US" dirty="0">
              <a:solidFill>
                <a:prstClr val="black"/>
              </a:solidFill>
            </a:endParaRPr>
          </a:p>
          <a:p>
            <a:pPr marL="742950" lvl="1" indent="-285750">
              <a:buFont typeface="Arial" panose="020B0604020202020204" pitchFamily="34" charset="0"/>
              <a:buChar char="•"/>
              <a:defRPr/>
            </a:pPr>
            <a:r>
              <a:rPr lang="en-US" b="1" dirty="0">
                <a:solidFill>
                  <a:prstClr val="black"/>
                </a:solidFill>
              </a:rPr>
              <a:t>Asset maintenance: </a:t>
            </a:r>
            <a:r>
              <a:rPr lang="en-US" dirty="0">
                <a:solidFill>
                  <a:prstClr val="black"/>
                </a:solidFill>
              </a:rPr>
              <a:t>Predict potential equipment failures.</a:t>
            </a:r>
          </a:p>
          <a:p>
            <a:pPr marL="742950" lvl="1" indent="-285750">
              <a:buFont typeface="Arial" panose="020B0604020202020204" pitchFamily="34" charset="0"/>
              <a:buChar char="•"/>
              <a:defRPr/>
            </a:pPr>
            <a:r>
              <a:rPr lang="en-US" b="1" dirty="0">
                <a:solidFill>
                  <a:prstClr val="black"/>
                </a:solidFill>
              </a:rPr>
              <a:t>Quality management: </a:t>
            </a:r>
            <a:r>
              <a:rPr lang="en-US" dirty="0">
                <a:solidFill>
                  <a:prstClr val="black"/>
                </a:solidFill>
              </a:rPr>
              <a:t>Estimate defect or quality risk.</a:t>
            </a:r>
          </a:p>
          <a:p>
            <a:pPr marL="742950" lvl="1" indent="-285750">
              <a:buFont typeface="Arial" panose="020B0604020202020204" pitchFamily="34" charset="0"/>
              <a:buChar char="•"/>
              <a:defRPr/>
            </a:pPr>
            <a:r>
              <a:rPr lang="en-US" b="1" dirty="0">
                <a:solidFill>
                  <a:prstClr val="black"/>
                </a:solidFill>
              </a:rPr>
              <a:t>Production:</a:t>
            </a:r>
            <a:r>
              <a:rPr lang="en-US" dirty="0">
                <a:solidFill>
                  <a:prstClr val="black"/>
                </a:solidFill>
              </a:rPr>
              <a:t> Anticipate bottlenecks and performance issues.</a:t>
            </a:r>
          </a:p>
          <a:p>
            <a:pPr marL="742950" lvl="1" indent="-285750">
              <a:buFont typeface="Arial" panose="020B0604020202020204" pitchFamily="34" charset="0"/>
              <a:buChar char="•"/>
              <a:defRPr/>
            </a:pPr>
            <a:r>
              <a:rPr lang="en-US" b="1" dirty="0">
                <a:solidFill>
                  <a:prstClr val="black"/>
                </a:solidFill>
              </a:rPr>
              <a:t>Process engineering: </a:t>
            </a:r>
            <a:r>
              <a:rPr lang="en-US" dirty="0">
                <a:solidFill>
                  <a:prstClr val="black"/>
                </a:solidFill>
              </a:rPr>
              <a:t>Identify conditions associated with improved efficiency.</a:t>
            </a:r>
          </a:p>
          <a:p>
            <a:pPr marL="742950" lvl="1" indent="-285750">
              <a:buFont typeface="Arial" panose="020B0604020202020204" pitchFamily="34" charset="0"/>
              <a:buChar char="•"/>
              <a:defRPr/>
            </a:pPr>
            <a:r>
              <a:rPr lang="en-US" b="1" dirty="0">
                <a:solidFill>
                  <a:prstClr val="black"/>
                </a:solidFill>
              </a:rPr>
              <a:t>Energy management: </a:t>
            </a:r>
            <a:r>
              <a:rPr lang="en-US" dirty="0">
                <a:solidFill>
                  <a:prstClr val="black"/>
                </a:solidFill>
              </a:rPr>
              <a:t>Analyse and predict consumption patterns.</a:t>
            </a:r>
          </a:p>
          <a:p>
            <a:pPr marL="742950" lvl="1" indent="-285750">
              <a:buFont typeface="Arial" panose="020B0604020202020204" pitchFamily="34" charset="0"/>
              <a:buChar char="•"/>
              <a:defRPr/>
            </a:pPr>
            <a:r>
              <a:rPr lang="en-US" b="1" dirty="0">
                <a:solidFill>
                  <a:prstClr val="black"/>
                </a:solidFill>
              </a:rPr>
              <a:t>Operations: </a:t>
            </a:r>
            <a:r>
              <a:rPr lang="en-US" dirty="0">
                <a:solidFill>
                  <a:prstClr val="black"/>
                </a:solidFill>
              </a:rPr>
              <a:t>Detect unusual equipment or process behaviour.</a:t>
            </a:r>
          </a:p>
          <a:p>
            <a:pPr marL="742950" lvl="1" indent="-285750">
              <a:buFont typeface="Arial" panose="020B0604020202020204" pitchFamily="34" charset="0"/>
              <a:buChar char="•"/>
              <a:defRPr/>
            </a:pPr>
            <a:r>
              <a:rPr lang="en-US" b="1" dirty="0">
                <a:solidFill>
                  <a:prstClr val="black"/>
                </a:solidFill>
              </a:rPr>
              <a:t>Resource planning: </a:t>
            </a:r>
            <a:r>
              <a:rPr lang="en-US" dirty="0">
                <a:solidFill>
                  <a:prstClr val="black"/>
                </a:solidFill>
              </a:rPr>
              <a:t>Support better utilisation of manufacturing capacity.</a:t>
            </a:r>
          </a:p>
          <a:p>
            <a:pPr marL="742950" lvl="1" indent="-285750">
              <a:buFont typeface="Arial" panose="020B0604020202020204" pitchFamily="34" charset="0"/>
              <a:buChar char="•"/>
              <a:defRPr/>
            </a:pPr>
            <a:endParaRPr lang="en-US" dirty="0">
              <a:solidFill>
                <a:prstClr val="black"/>
              </a:solidFill>
            </a:endParaRPr>
          </a:p>
          <a:p>
            <a:pPr marL="285750" indent="-285750">
              <a:buFont typeface="Wingdings" panose="05000000000000000000" pitchFamily="2" charset="2"/>
              <a:buChar char="Ø"/>
              <a:defRPr/>
            </a:pPr>
            <a:r>
              <a:rPr lang="en-US" dirty="0">
                <a:solidFill>
                  <a:prstClr val="black"/>
                </a:solidFill>
              </a:rPr>
              <a:t>Successful applications connect technical model outputs with measurable operational outcomes such as reduced downtime, lower scrap, improved throughput, higher equipment availability, and more consistent production performance.</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5972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5687705"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6" y="2362126"/>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Repairing a machine immediately after it fails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Servicing every machine at the same fixed interval</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Using equipment condition data to estimate failure risk</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Recording completed maintenance activities in a database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Which scenario best represents predictive maintenance in an industrial environment?</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395477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5687705"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68905" y="2576261"/>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Sensors, PLC, SCADA, and Industrial IoT data</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Only annual financial reports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Only manually entered maintenance records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Marketing and customer demographic data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Which combination provides the most appropriate foundation for predictive analytics in a connected manufacturing environment?</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79511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2" y="309551"/>
            <a:ext cx="13197078" cy="707886"/>
          </a:xfrm>
          <a:prstGeom prst="rect">
            <a:avLst/>
          </a:prstGeom>
          <a:noFill/>
        </p:spPr>
        <p:txBody>
          <a:bodyPr wrap="square" rtlCol="0">
            <a:spAutoFit/>
          </a:bodyPr>
          <a:lstStyle/>
          <a:p>
            <a:pPr lvl="0">
              <a:defRPr/>
            </a:pPr>
            <a:r>
              <a:rPr lang="en-GB" sz="40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2: Industrial Data Engineering Fundamentals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470981" y="2423722"/>
            <a:ext cx="6158419" cy="2246769"/>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Industrial Data Architecture and Data Flow</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ETL Processes for Industrial Data  </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Industrial Data Pipelines and Data Integration  </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Batch, Streaming, and Real-Time Data Processing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5E3D030A-5D85-4F07-BACE-AC12A9923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735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Architecture and Data Flow</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GB" b="1" dirty="0">
                <a:solidFill>
                  <a:prstClr val="black"/>
                </a:solidFill>
              </a:rPr>
              <a:t>Understanding Industrial Data Architecture</a:t>
            </a:r>
          </a:p>
          <a:p>
            <a:pPr lvl="0">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data architecture defines how operational data is generated, collected, transported, stored, processed, and made available for analysis.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Manufacturing environments may generate information from sensors, machines, PLCs, SCADA systems, production applications, and Industrial IoT devices.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sources often operate at different frequencies and produce data in different formats. A well-designed architecture establishes a structured path through which this information can move from operational equipment to storage and analytics platforms.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It also helps maintain consistency, accessibility, reliability, and traceability across the data lifecycle. For predictive analytics, industrial data architecture provides the foundation required to transform raw operational information into trusted datasets that can support engineering analysis and predictive modelling.</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311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Architecture and Data Flow</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7204645" cy="4524315"/>
          </a:xfrm>
          <a:prstGeom prst="rect">
            <a:avLst/>
          </a:prstGeom>
          <a:noFill/>
        </p:spPr>
        <p:txBody>
          <a:bodyPr wrap="square" rtlCol="0">
            <a:spAutoFit/>
          </a:bodyPr>
          <a:lstStyle/>
          <a:p>
            <a:pPr lvl="0">
              <a:defRPr/>
            </a:pPr>
            <a:r>
              <a:rPr lang="en-US" b="1" dirty="0">
                <a:solidFill>
                  <a:prstClr val="black"/>
                </a:solidFill>
              </a:rPr>
              <a:t>Layers of an Industrial Data Architecture</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data architectures can be understood as a series of connected layers, each responsible for a specific stage of data movement and processing. The exact implementation varies between manufacturing organisations, but the underlying responsibilities remain similar.</a:t>
            </a:r>
          </a:p>
          <a:p>
            <a:pPr marL="742950" lvl="1" indent="-285750">
              <a:buFont typeface="Arial" panose="020B0604020202020204" pitchFamily="34" charset="0"/>
              <a:buChar char="•"/>
              <a:defRPr/>
            </a:pPr>
            <a:r>
              <a:rPr lang="en-US" b="1" dirty="0">
                <a:solidFill>
                  <a:prstClr val="black"/>
                </a:solidFill>
              </a:rPr>
              <a:t>Data source layer: </a:t>
            </a:r>
            <a:r>
              <a:rPr lang="en-US" dirty="0">
                <a:solidFill>
                  <a:prstClr val="black"/>
                </a:solidFill>
              </a:rPr>
              <a:t>Sensors, PLCs, machines and production systems generate operational data.</a:t>
            </a:r>
          </a:p>
          <a:p>
            <a:pPr marL="742950" lvl="1" indent="-285750">
              <a:buFont typeface="Arial" panose="020B0604020202020204" pitchFamily="34" charset="0"/>
              <a:buChar char="•"/>
              <a:defRPr/>
            </a:pPr>
            <a:r>
              <a:rPr lang="en-US" b="1" dirty="0">
                <a:solidFill>
                  <a:prstClr val="black"/>
                </a:solidFill>
              </a:rPr>
              <a:t>Collection layer:</a:t>
            </a:r>
            <a:r>
              <a:rPr lang="en-US" dirty="0">
                <a:solidFill>
                  <a:prstClr val="black"/>
                </a:solidFill>
              </a:rPr>
              <a:t> Data is acquired from industrial sources.</a:t>
            </a:r>
          </a:p>
          <a:p>
            <a:pPr marL="742950" lvl="1" indent="-285750">
              <a:buFont typeface="Arial" panose="020B0604020202020204" pitchFamily="34" charset="0"/>
              <a:buChar char="•"/>
              <a:defRPr/>
            </a:pPr>
            <a:r>
              <a:rPr lang="en-US" b="1" dirty="0">
                <a:solidFill>
                  <a:prstClr val="black"/>
                </a:solidFill>
              </a:rPr>
              <a:t>Integration layer: </a:t>
            </a:r>
            <a:r>
              <a:rPr lang="en-US" dirty="0">
                <a:solidFill>
                  <a:prstClr val="black"/>
                </a:solidFill>
              </a:rPr>
              <a:t>Information from different systems is combined and </a:t>
            </a:r>
            <a:r>
              <a:rPr lang="en-US" dirty="0" err="1">
                <a:solidFill>
                  <a:prstClr val="black"/>
                </a:solidFill>
              </a:rPr>
              <a:t>standardised</a:t>
            </a:r>
            <a:r>
              <a:rPr lang="en-US" dirty="0">
                <a:solidFill>
                  <a:prstClr val="black"/>
                </a:solidFill>
              </a:rPr>
              <a:t>.</a:t>
            </a:r>
          </a:p>
          <a:p>
            <a:pPr marL="742950" lvl="1" indent="-285750">
              <a:buFont typeface="Arial" panose="020B0604020202020204" pitchFamily="34" charset="0"/>
              <a:buChar char="•"/>
              <a:defRPr/>
            </a:pPr>
            <a:r>
              <a:rPr lang="en-US" b="1" dirty="0">
                <a:solidFill>
                  <a:prstClr val="black"/>
                </a:solidFill>
              </a:rPr>
              <a:t>Processing layer: </a:t>
            </a:r>
            <a:r>
              <a:rPr lang="en-US" dirty="0">
                <a:solidFill>
                  <a:prstClr val="black"/>
                </a:solidFill>
              </a:rPr>
              <a:t>Raw data is cleaned, transformed and prepared.</a:t>
            </a:r>
          </a:p>
          <a:p>
            <a:pPr marL="742950" lvl="1" indent="-285750">
              <a:buFont typeface="Arial" panose="020B0604020202020204" pitchFamily="34" charset="0"/>
              <a:buChar char="•"/>
              <a:defRPr/>
            </a:pPr>
            <a:r>
              <a:rPr lang="en-US" b="1" dirty="0">
                <a:solidFill>
                  <a:prstClr val="black"/>
                </a:solidFill>
              </a:rPr>
              <a:t>Storage layer: </a:t>
            </a:r>
            <a:r>
              <a:rPr lang="en-US" dirty="0">
                <a:solidFill>
                  <a:prstClr val="black"/>
                </a:solidFill>
              </a:rPr>
              <a:t>Historical and processed information is retained.</a:t>
            </a:r>
          </a:p>
          <a:p>
            <a:pPr marL="742950" lvl="1" indent="-285750">
              <a:buFont typeface="Arial" panose="020B0604020202020204" pitchFamily="34" charset="0"/>
              <a:buChar char="•"/>
              <a:defRPr/>
            </a:pPr>
            <a:r>
              <a:rPr lang="en-US" b="1" dirty="0">
                <a:solidFill>
                  <a:prstClr val="black"/>
                </a:solidFill>
              </a:rPr>
              <a:t>Analytics layer: </a:t>
            </a:r>
            <a:r>
              <a:rPr lang="en-US" dirty="0">
                <a:solidFill>
                  <a:prstClr val="black"/>
                </a:solidFill>
              </a:rPr>
              <a:t>Data is analysed for patterns and predictions.</a:t>
            </a:r>
          </a:p>
          <a:p>
            <a:pPr marL="742950" lvl="1" indent="-285750">
              <a:buFont typeface="Arial" panose="020B0604020202020204" pitchFamily="34" charset="0"/>
              <a:buChar char="•"/>
              <a:defRPr/>
            </a:pPr>
            <a:r>
              <a:rPr lang="en-US" b="1" dirty="0">
                <a:solidFill>
                  <a:prstClr val="black"/>
                </a:solidFill>
              </a:rPr>
              <a:t>Consumption layer:</a:t>
            </a:r>
            <a:r>
              <a:rPr lang="en-US" dirty="0">
                <a:solidFill>
                  <a:prstClr val="black"/>
                </a:solidFill>
              </a:rPr>
              <a:t> Insights are delivered to engineers, applications or operational systems.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3C29083-6331-4A51-9D47-BAE1EEECBDBD}"/>
              </a:ext>
            </a:extLst>
          </p:cNvPr>
          <p:cNvPicPr>
            <a:picLocks noChangeAspect="1"/>
          </p:cNvPicPr>
          <p:nvPr/>
        </p:nvPicPr>
        <p:blipFill>
          <a:blip r:embed="rId3"/>
          <a:stretch>
            <a:fillRect/>
          </a:stretch>
        </p:blipFill>
        <p:spPr>
          <a:xfrm>
            <a:off x="7934325" y="1712688"/>
            <a:ext cx="3324225" cy="4282174"/>
          </a:xfrm>
          <a:prstGeom prst="rect">
            <a:avLst/>
          </a:prstGeom>
        </p:spPr>
      </p:pic>
    </p:spTree>
    <p:extLst>
      <p:ext uri="{BB962C8B-B14F-4D97-AF65-F5344CB8AC3E}">
        <p14:creationId xmlns:p14="http://schemas.microsoft.com/office/powerpoint/2010/main" val="118666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Architecture and Data Flow</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Industrial Data Architecture</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67368F95-03DA-4E06-AE54-CC607157346F}"/>
              </a:ext>
            </a:extLst>
          </p:cNvPr>
          <p:cNvPicPr>
            <a:picLocks noChangeAspect="1"/>
          </p:cNvPicPr>
          <p:nvPr/>
        </p:nvPicPr>
        <p:blipFill rotWithShape="1">
          <a:blip r:embed="rId3"/>
          <a:srcRect l="976" t="37238" r="782" b="19581"/>
          <a:stretch/>
        </p:blipFill>
        <p:spPr>
          <a:xfrm>
            <a:off x="938303" y="2572952"/>
            <a:ext cx="10315393" cy="2656531"/>
          </a:xfrm>
          <a:prstGeom prst="rect">
            <a:avLst/>
          </a:prstGeom>
          <a:ln>
            <a:noFill/>
          </a:ln>
          <a:effectLst>
            <a:softEdge rad="112500"/>
          </a:effectLst>
        </p:spPr>
      </p:pic>
    </p:spTree>
    <p:extLst>
      <p:ext uri="{BB962C8B-B14F-4D97-AF65-F5344CB8AC3E}">
        <p14:creationId xmlns:p14="http://schemas.microsoft.com/office/powerpoint/2010/main" val="1872161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Architecture and Data Flow</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Managing Industrial Data Flow</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data flow describes the movement of information between equipment, control systems, processing components, storage platforms, analytics applications, and users.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Effective data flow requires more than transferring information from one location to another. Engineering teams must consider when data is generated, how frequently it arrives, how it is identified, and where it should be processed.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rapidly changing equipment measurements may need to reach monitoring systems quickly, whereas historical production records may be transferred periodically for analysis. Poorly designed data flows can introduce delays, duplication, inconsistent timestamps, or missing information.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Establishing reliable movement between industrial systems therefore helps ensure that downstream analytics receives accurate, timely, and contextually meaningful information.</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2648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ETL Processes for Industrial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Understanding ETL in Industrial Environments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ETL stands for Extract, Transform, and Load and provides a structured method for moving data from industrial sources into systems where it can be analysed.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During extraction, information is collected from sources such as sensors, PLC logs, SCADA records, production systems, or equipment files.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Transformation prepares the extracted information by cleaning values, </a:t>
            </a:r>
            <a:r>
              <a:rPr lang="en-US" dirty="0" err="1">
                <a:solidFill>
                  <a:prstClr val="black"/>
                </a:solidFill>
              </a:rPr>
              <a:t>standardising</a:t>
            </a:r>
            <a:r>
              <a:rPr lang="en-US" dirty="0">
                <a:solidFill>
                  <a:prstClr val="black"/>
                </a:solidFill>
              </a:rPr>
              <a:t> formats, aligning timestamps, handling inconsistencies, and creating useful structures.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load stage transfers the transformed information into its target storage environment. Industrial ETL processes are particularly important because manufacturing information may originate from multiple systems with different formats and levels of quality.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ETL creates consistent and usable datasets that can support reliable engineering analytics and predictive modelling.</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3515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ETL Processes for Industrial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Industrial ETL Process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72B5A65-32A2-4EFD-BDA6-E057EA041053}"/>
              </a:ext>
            </a:extLst>
          </p:cNvPr>
          <p:cNvPicPr>
            <a:picLocks noChangeAspect="1"/>
          </p:cNvPicPr>
          <p:nvPr/>
        </p:nvPicPr>
        <p:blipFill rotWithShape="1">
          <a:blip r:embed="rId3"/>
          <a:srcRect l="4981" t="13906" r="4394" b="3281"/>
          <a:stretch/>
        </p:blipFill>
        <p:spPr>
          <a:xfrm>
            <a:off x="2700337" y="2028976"/>
            <a:ext cx="6791325" cy="3878667"/>
          </a:xfrm>
          <a:prstGeom prst="rect">
            <a:avLst/>
          </a:prstGeom>
        </p:spPr>
      </p:pic>
    </p:spTree>
    <p:extLst>
      <p:ext uri="{BB962C8B-B14F-4D97-AF65-F5344CB8AC3E}">
        <p14:creationId xmlns:p14="http://schemas.microsoft.com/office/powerpoint/2010/main" val="640278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ETL Processes for Industrial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Extracting Data from Industrial Sources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lvl="0" indent="-342900">
              <a:buFont typeface="Wingdings" panose="05000000000000000000" pitchFamily="2" charset="2"/>
              <a:buChar char="Ø"/>
              <a:defRPr/>
            </a:pPr>
            <a:r>
              <a:rPr lang="en-US" dirty="0">
                <a:solidFill>
                  <a:prstClr val="black"/>
                </a:solidFill>
              </a:rPr>
              <a:t>Extraction is the first stage of ETL and involves acquiring information from relevant operational systems without compromising its meaning or integrity. </a:t>
            </a:r>
          </a:p>
          <a:p>
            <a:pPr marL="342900" lvl="0" indent="-342900">
              <a:buFont typeface="Wingdings" panose="05000000000000000000" pitchFamily="2" charset="2"/>
              <a:buChar char="Ø"/>
              <a:defRPr/>
            </a:pPr>
            <a:endParaRPr lang="en-US" dirty="0">
              <a:solidFill>
                <a:prstClr val="black"/>
              </a:solidFill>
            </a:endParaRPr>
          </a:p>
          <a:p>
            <a:pPr marL="342900" lvl="0" indent="-342900">
              <a:buFont typeface="Wingdings" panose="05000000000000000000" pitchFamily="2" charset="2"/>
              <a:buChar char="Ø"/>
              <a:defRPr/>
            </a:pPr>
            <a:r>
              <a:rPr lang="en-US" dirty="0">
                <a:solidFill>
                  <a:prstClr val="black"/>
                </a:solidFill>
              </a:rPr>
              <a:t>Industrial environments present additional challenges because information can originate from continuously operating equipment, historical databases, machine logs, production applications, or connected devices. Some sources generate measurements every few seconds, while others create records only when specific events occur.</a:t>
            </a:r>
          </a:p>
          <a:p>
            <a:pPr marL="342900" lvl="0" indent="-342900">
              <a:buFont typeface="Wingdings" panose="05000000000000000000" pitchFamily="2" charset="2"/>
              <a:buChar char="Ø"/>
              <a:defRPr/>
            </a:pPr>
            <a:endParaRPr lang="en-US" dirty="0">
              <a:solidFill>
                <a:prstClr val="black"/>
              </a:solidFill>
            </a:endParaRPr>
          </a:p>
          <a:p>
            <a:pPr marL="342900" lvl="0" indent="-342900">
              <a:buFont typeface="Wingdings" panose="05000000000000000000" pitchFamily="2" charset="2"/>
              <a:buChar char="Ø"/>
              <a:defRPr/>
            </a:pPr>
            <a:r>
              <a:rPr lang="en-US" dirty="0">
                <a:solidFill>
                  <a:prstClr val="black"/>
                </a:solidFill>
              </a:rPr>
              <a:t>Extraction strategies must therefore consider data frequency, volume, format, connectivity, and operational requirements. Engineers should also preserve important contextual information such as timestamps, machine identifiers, production-line references, and measurement units. </a:t>
            </a:r>
          </a:p>
          <a:p>
            <a:pPr marL="342900" lvl="0" indent="-342900">
              <a:buFont typeface="Wingdings" panose="05000000000000000000" pitchFamily="2" charset="2"/>
              <a:buChar char="Ø"/>
              <a:defRPr/>
            </a:pPr>
            <a:endParaRPr lang="en-US" dirty="0">
              <a:solidFill>
                <a:prstClr val="black"/>
              </a:solidFill>
            </a:endParaRPr>
          </a:p>
          <a:p>
            <a:pPr marL="342900" lvl="0" indent="-342900">
              <a:buFont typeface="Wingdings" panose="05000000000000000000" pitchFamily="2" charset="2"/>
              <a:buChar char="Ø"/>
              <a:defRPr/>
            </a:pPr>
            <a:r>
              <a:rPr lang="en-US" dirty="0">
                <a:solidFill>
                  <a:prstClr val="black"/>
                </a:solidFill>
              </a:rPr>
              <a:t>Effective extraction ensures that downstream processing receives sufficient and representative information for reliable analysis while maintaining traceability back to the original industrial source.</a:t>
            </a:r>
          </a:p>
        </p:txBody>
      </p:sp>
    </p:spTree>
    <p:extLst>
      <p:ext uri="{BB962C8B-B14F-4D97-AF65-F5344CB8AC3E}">
        <p14:creationId xmlns:p14="http://schemas.microsoft.com/office/powerpoint/2010/main" val="3935983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ETL Processes for Industrial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Transforming and Loading Industrial Data</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Transformation converts extracted industrial information into a consistent structure suitable for storage and analysis.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Manufacturing datasets commonly require timestamp alignment, data-type conversion, unit standardisation, duplicate removal, missing-value handling, and validation of measurement ranges.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Data from different machines may also use different naming conventions or sampling frequencies, requiring additional standardisation before integration. After transformation, the prepared information is loaded into a destination where it can be accessed by analytical applications.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destination may contain historical operational data, processed manufacturing records, or datasets prepared specifically for predictive modelling.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Separating transformation from raw data collection also improves traceability because engineering teams can retain original records while producing validated analytical datasets for downstream use.</a:t>
            </a:r>
          </a:p>
        </p:txBody>
      </p:sp>
    </p:spTree>
    <p:extLst>
      <p:ext uri="{BB962C8B-B14F-4D97-AF65-F5344CB8AC3E}">
        <p14:creationId xmlns:p14="http://schemas.microsoft.com/office/powerpoint/2010/main" val="2166325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ETL Processes for Industrial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923330"/>
          </a:xfrm>
          <a:prstGeom prst="rect">
            <a:avLst/>
          </a:prstGeom>
          <a:noFill/>
        </p:spPr>
        <p:txBody>
          <a:bodyPr wrap="square" rtlCol="0">
            <a:spAutoFit/>
          </a:bodyPr>
          <a:lstStyle/>
          <a:p>
            <a:pPr lvl="0">
              <a:defRPr/>
            </a:pPr>
            <a:r>
              <a:rPr lang="en-US" b="1" dirty="0">
                <a:solidFill>
                  <a:prstClr val="black"/>
                </a:solidFill>
              </a:rPr>
              <a:t>From Raw Industrial Data to Analytics-Ready Data</a:t>
            </a:r>
          </a:p>
          <a:p>
            <a:pPr lvl="0">
              <a:defRPr/>
            </a:pPr>
            <a:endParaRPr lang="en-US" b="1" dirty="0">
              <a:solidFill>
                <a:prstClr val="black"/>
              </a:solidFill>
            </a:endParaRPr>
          </a:p>
          <a:p>
            <a:pPr marL="285750" lvl="0" indent="-285750">
              <a:buFont typeface="Wingdings" panose="05000000000000000000" pitchFamily="2" charset="2"/>
              <a:buChar char="Ø"/>
              <a:defRPr/>
            </a:pPr>
            <a:endParaRPr lang="en-US" dirty="0">
              <a:solidFill>
                <a:prstClr val="black"/>
              </a:solidFill>
            </a:endParaRPr>
          </a:p>
        </p:txBody>
      </p:sp>
      <p:pic>
        <p:nvPicPr>
          <p:cNvPr id="5" name="Picture 4">
            <a:extLst>
              <a:ext uri="{FF2B5EF4-FFF2-40B4-BE49-F238E27FC236}">
                <a16:creationId xmlns:a16="http://schemas.microsoft.com/office/drawing/2014/main" id="{BD7AFB4E-06BE-4768-8965-E76A4C4BBBC0}"/>
              </a:ext>
            </a:extLst>
          </p:cNvPr>
          <p:cNvPicPr>
            <a:picLocks noChangeAspect="1"/>
          </p:cNvPicPr>
          <p:nvPr/>
        </p:nvPicPr>
        <p:blipFill rotWithShape="1">
          <a:blip r:embed="rId3"/>
          <a:srcRect t="11135" r="196"/>
          <a:stretch/>
        </p:blipFill>
        <p:spPr>
          <a:xfrm>
            <a:off x="2190750" y="2126989"/>
            <a:ext cx="7810500" cy="3911860"/>
          </a:xfrm>
          <a:prstGeom prst="rect">
            <a:avLst/>
          </a:prstGeom>
        </p:spPr>
      </p:pic>
    </p:spTree>
    <p:extLst>
      <p:ext uri="{BB962C8B-B14F-4D97-AF65-F5344CB8AC3E}">
        <p14:creationId xmlns:p14="http://schemas.microsoft.com/office/powerpoint/2010/main" val="41865342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Pipelines and Data Integration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Building Industrial Data Pipelines</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An industrial data pipeline is a sequence of connected processes that moves data from operational sources to destinations where it can support reporting, analytics, or predictive models.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Unlike a single manual data transfer, pipelines provide a repeatable mechanism for acquiring, processing, validating, and delivering industrial information.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 pipeline may collect sensor readings, </a:t>
            </a:r>
            <a:r>
              <a:rPr lang="en-US" dirty="0" err="1">
                <a:solidFill>
                  <a:prstClr val="black"/>
                </a:solidFill>
              </a:rPr>
              <a:t>standardise</a:t>
            </a:r>
            <a:r>
              <a:rPr lang="en-US" dirty="0">
                <a:solidFill>
                  <a:prstClr val="black"/>
                </a:solidFill>
              </a:rPr>
              <a:t> measurement formats, check data quality, combine information from multiple machines, and deliver the resulting dataset to an analytics environment.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Well-designed pipelines reduce repetitive manual processing and help ensure that the same transformation rules are consistently applied.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predictive analytics, this consistency is essential because models depend on receiving data with expected structures, formats, measurement units, and quality characteristics.</a:t>
            </a:r>
          </a:p>
        </p:txBody>
      </p:sp>
    </p:spTree>
    <p:extLst>
      <p:ext uri="{BB962C8B-B14F-4D97-AF65-F5344CB8AC3E}">
        <p14:creationId xmlns:p14="http://schemas.microsoft.com/office/powerpoint/2010/main" val="1781899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Pipelines and Data Integration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Industrial Data Pipeline Architecture</a:t>
            </a:r>
            <a:endParaRPr lang="en-US" dirty="0">
              <a:solidFill>
                <a:prstClr val="black"/>
              </a:solidFill>
            </a:endParaRPr>
          </a:p>
        </p:txBody>
      </p:sp>
      <p:pic>
        <p:nvPicPr>
          <p:cNvPr id="5" name="Picture 4">
            <a:extLst>
              <a:ext uri="{FF2B5EF4-FFF2-40B4-BE49-F238E27FC236}">
                <a16:creationId xmlns:a16="http://schemas.microsoft.com/office/drawing/2014/main" id="{1FE583A0-ADB1-4E42-B679-ED86CA48895E}"/>
              </a:ext>
            </a:extLst>
          </p:cNvPr>
          <p:cNvPicPr>
            <a:picLocks noChangeAspect="1"/>
          </p:cNvPicPr>
          <p:nvPr/>
        </p:nvPicPr>
        <p:blipFill rotWithShape="1">
          <a:blip r:embed="rId3"/>
          <a:srcRect l="2441" t="21092" r="2247" b="9496"/>
          <a:stretch/>
        </p:blipFill>
        <p:spPr>
          <a:xfrm>
            <a:off x="1382630" y="2047875"/>
            <a:ext cx="9296400" cy="3933825"/>
          </a:xfrm>
          <a:prstGeom prst="rect">
            <a:avLst/>
          </a:prstGeom>
          <a:ln>
            <a:noFill/>
          </a:ln>
          <a:effectLst>
            <a:softEdge rad="112500"/>
          </a:effectLst>
        </p:spPr>
      </p:pic>
    </p:spTree>
    <p:extLst>
      <p:ext uri="{BB962C8B-B14F-4D97-AF65-F5344CB8AC3E}">
        <p14:creationId xmlns:p14="http://schemas.microsoft.com/office/powerpoint/2010/main" val="1491732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Pipelines and Data Integration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Integrating Heterogeneous Industrial Data</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Industrial data integration combines information from different operational sources into a consistent analytical view.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can be challenging because equipment and systems may use different data structures, identifiers, units, timestamps, and sampling frequencies.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vibration data may arrive every second while production-quality records are created once per completed product. To analyse these datasets together, engineers must establish relationships based on elements such as machine identifiers, production batches, time ranges, or process stages.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Effective integration provides richer analytical context because predictive models can consider multiple aspects of manufacturing behaviour simultaneously. </a:t>
            </a:r>
          </a:p>
          <a:p>
            <a:pPr marL="285750" lvl="0" indent="-285750">
              <a:buFont typeface="Wingdings" panose="05000000000000000000" pitchFamily="2" charset="2"/>
              <a:buChar char="Ø"/>
              <a:defRPr/>
            </a:pPr>
            <a:endParaRPr lang="en-US" dirty="0">
              <a:solidFill>
                <a:prstClr val="black"/>
              </a:solidFill>
            </a:endParaRPr>
          </a:p>
        </p:txBody>
      </p:sp>
    </p:spTree>
    <p:extLst>
      <p:ext uri="{BB962C8B-B14F-4D97-AF65-F5344CB8AC3E}">
        <p14:creationId xmlns:p14="http://schemas.microsoft.com/office/powerpoint/2010/main" val="49770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Pipelines and Data Integration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Data Pipeline Reliability and Quality</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Reliable industrial analytics depends on pipelines consistently delivering complete and trustworthy information. Pipeline failures may result from unavailable source systems, connectivity problems, unexpected data formats, missing measurements, duplicated records, or changes to upstream systems.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Data engineering processes therefore need controls that detect abnormal conditions before unreliable information reaches downstream analytics.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Validation rules can check whether required fields are present, values fall within expected ranges, timestamps are valid, and records conform to expected structures. Monitoring can also identify interruptions or unusual changes in data volumes.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controls improve confidence in analytical outputs and help engineering teams distinguish genuine operational changes from problems caused by the underlying data pipeline.</a:t>
            </a:r>
          </a:p>
        </p:txBody>
      </p:sp>
    </p:spTree>
    <p:extLst>
      <p:ext uri="{BB962C8B-B14F-4D97-AF65-F5344CB8AC3E}">
        <p14:creationId xmlns:p14="http://schemas.microsoft.com/office/powerpoint/2010/main" val="1969645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Industrial Data Pipelines and Data Integration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Industrial Data Integration</a:t>
            </a:r>
            <a:endParaRPr lang="en-US" dirty="0">
              <a:solidFill>
                <a:prstClr val="black"/>
              </a:solidFill>
            </a:endParaRPr>
          </a:p>
        </p:txBody>
      </p:sp>
      <p:pic>
        <p:nvPicPr>
          <p:cNvPr id="5" name="Picture 4">
            <a:extLst>
              <a:ext uri="{FF2B5EF4-FFF2-40B4-BE49-F238E27FC236}">
                <a16:creationId xmlns:a16="http://schemas.microsoft.com/office/drawing/2014/main" id="{A3DED1F8-F1AD-466B-A4B6-7593D5F5C22E}"/>
              </a:ext>
            </a:extLst>
          </p:cNvPr>
          <p:cNvPicPr>
            <a:picLocks noChangeAspect="1"/>
          </p:cNvPicPr>
          <p:nvPr/>
        </p:nvPicPr>
        <p:blipFill rotWithShape="1">
          <a:blip r:embed="rId3"/>
          <a:srcRect l="2117" t="6964" r="1105" b="17067"/>
          <a:stretch/>
        </p:blipFill>
        <p:spPr>
          <a:xfrm>
            <a:off x="1957387" y="2177640"/>
            <a:ext cx="8277226" cy="3699285"/>
          </a:xfrm>
          <a:prstGeom prst="rect">
            <a:avLst/>
          </a:prstGeom>
        </p:spPr>
      </p:pic>
    </p:spTree>
    <p:extLst>
      <p:ext uri="{BB962C8B-B14F-4D97-AF65-F5344CB8AC3E}">
        <p14:creationId xmlns:p14="http://schemas.microsoft.com/office/powerpoint/2010/main" val="2743086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Batch, Streaming, and Real-Time Data Processing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8"/>
            <a:ext cx="11281345" cy="4247317"/>
          </a:xfrm>
          <a:prstGeom prst="rect">
            <a:avLst/>
          </a:prstGeom>
          <a:noFill/>
        </p:spPr>
        <p:txBody>
          <a:bodyPr wrap="square" rtlCol="0">
            <a:spAutoFit/>
          </a:bodyPr>
          <a:lstStyle/>
          <a:p>
            <a:pPr lvl="0">
              <a:defRPr/>
            </a:pPr>
            <a:r>
              <a:rPr lang="en-US" b="1" dirty="0">
                <a:solidFill>
                  <a:prstClr val="black"/>
                </a:solidFill>
              </a:rPr>
              <a:t>Batch Processing for Industrial Analytics</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Batch processing collects and processes groups of records at scheduled intervals rather than processing each event immediately when it is generated.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 manufacturing environments, batch processing can be suitable for historical analysis, daily production summaries, periodic equipment-performance calculations, or model training using large historical datasets.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sensor measurements collected throughout a production shift could be processed together after the shift finishes. Batch processing is generally easier to manage when immediate results are not required and can efficiently handle substantial volumes of historical information.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However, because processing occurs periodically, there is an inherent delay between data generation and analytical output, making batch processing less appropriate for operational situations requiring immediate detection or response.</a:t>
            </a:r>
          </a:p>
        </p:txBody>
      </p:sp>
    </p:spTree>
    <p:extLst>
      <p:ext uri="{BB962C8B-B14F-4D97-AF65-F5344CB8AC3E}">
        <p14:creationId xmlns:p14="http://schemas.microsoft.com/office/powerpoint/2010/main" val="1533232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Batch, Streaming, and Real-Time Data Processing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Streaming and Real-Time Data Processing</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Streaming processing handles industrial events continuously as data is generated, allowing information to be processed without waiting for a scheduled batch.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Real-time processing places additional emphasis on producing analytical results with sufficiently low latency to support time-sensitive operational decisions. These approaches are useful when rapidly changing machine conditions must be detected quickly.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continuously </a:t>
            </a:r>
            <a:r>
              <a:rPr lang="en-US" dirty="0" err="1">
                <a:solidFill>
                  <a:prstClr val="black"/>
                </a:solidFill>
              </a:rPr>
              <a:t>analysing</a:t>
            </a:r>
            <a:r>
              <a:rPr lang="en-US" dirty="0">
                <a:solidFill>
                  <a:prstClr val="black"/>
                </a:solidFill>
              </a:rPr>
              <a:t> vibration or temperature measurements could help identify abnormal equipment behaviour before conditions become critical.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Streaming architectures must manage continuous data arrival, ordering, timestamps, processing capacity, and temporary connectivity problems.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Not every manufacturing use case requires real-time processing; organisations should select processing approaches according to how quickly information must be transformed into an operational decision.</a:t>
            </a:r>
          </a:p>
        </p:txBody>
      </p:sp>
    </p:spTree>
    <p:extLst>
      <p:ext uri="{BB962C8B-B14F-4D97-AF65-F5344CB8AC3E}">
        <p14:creationId xmlns:p14="http://schemas.microsoft.com/office/powerpoint/2010/main" val="36957206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Batch, Streaming, and Real-Time Data Processing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Batch vs Streaming vs Real-Time Processing</a:t>
            </a:r>
            <a:endParaRPr lang="en-US" dirty="0">
              <a:solidFill>
                <a:prstClr val="black"/>
              </a:solidFill>
            </a:endParaRPr>
          </a:p>
        </p:txBody>
      </p:sp>
      <p:graphicFrame>
        <p:nvGraphicFramePr>
          <p:cNvPr id="4" name="Table 3">
            <a:extLst>
              <a:ext uri="{FF2B5EF4-FFF2-40B4-BE49-F238E27FC236}">
                <a16:creationId xmlns:a16="http://schemas.microsoft.com/office/drawing/2014/main" id="{2AF465A9-3DB6-4CFF-87F5-57E3E8E193D6}"/>
              </a:ext>
            </a:extLst>
          </p:cNvPr>
          <p:cNvGraphicFramePr>
            <a:graphicFrameLocks noGrp="1"/>
          </p:cNvGraphicFramePr>
          <p:nvPr>
            <p:extLst>
              <p:ext uri="{D42A27DB-BD31-4B8C-83A1-F6EECF244321}">
                <p14:modId xmlns:p14="http://schemas.microsoft.com/office/powerpoint/2010/main" val="3970558411"/>
              </p:ext>
            </p:extLst>
          </p:nvPr>
        </p:nvGraphicFramePr>
        <p:xfrm>
          <a:off x="2163680" y="2075259"/>
          <a:ext cx="7734300" cy="2707482"/>
        </p:xfrm>
        <a:graphic>
          <a:graphicData uri="http://schemas.openxmlformats.org/drawingml/2006/table">
            <a:tbl>
              <a:tblPr>
                <a:tableStyleId>{F5AB1C69-6EDB-4FF4-983F-18BD219EF322}</a:tableStyleId>
              </a:tblPr>
              <a:tblGrid>
                <a:gridCol w="2578100">
                  <a:extLst>
                    <a:ext uri="{9D8B030D-6E8A-4147-A177-3AD203B41FA5}">
                      <a16:colId xmlns:a16="http://schemas.microsoft.com/office/drawing/2014/main" val="1895281544"/>
                    </a:ext>
                  </a:extLst>
                </a:gridCol>
                <a:gridCol w="2578100">
                  <a:extLst>
                    <a:ext uri="{9D8B030D-6E8A-4147-A177-3AD203B41FA5}">
                      <a16:colId xmlns:a16="http://schemas.microsoft.com/office/drawing/2014/main" val="2284879293"/>
                    </a:ext>
                  </a:extLst>
                </a:gridCol>
                <a:gridCol w="2578100">
                  <a:extLst>
                    <a:ext uri="{9D8B030D-6E8A-4147-A177-3AD203B41FA5}">
                      <a16:colId xmlns:a16="http://schemas.microsoft.com/office/drawing/2014/main" val="2899233120"/>
                    </a:ext>
                  </a:extLst>
                </a:gridCol>
              </a:tblGrid>
              <a:tr h="516414">
                <a:tc>
                  <a:txBody>
                    <a:bodyPr/>
                    <a:lstStyle/>
                    <a:p>
                      <a:pPr algn="ctr"/>
                      <a:r>
                        <a:rPr lang="en-US" b="1"/>
                        <a:t>Batch</a:t>
                      </a:r>
                    </a:p>
                  </a:txBody>
                  <a:tcPr anchor="ctr"/>
                </a:tc>
                <a:tc>
                  <a:txBody>
                    <a:bodyPr/>
                    <a:lstStyle/>
                    <a:p>
                      <a:pPr algn="ctr"/>
                      <a:r>
                        <a:rPr lang="en-US" b="1"/>
                        <a:t>Streaming</a:t>
                      </a:r>
                    </a:p>
                  </a:txBody>
                  <a:tcPr anchor="ctr"/>
                </a:tc>
                <a:tc>
                  <a:txBody>
                    <a:bodyPr/>
                    <a:lstStyle/>
                    <a:p>
                      <a:pPr algn="ctr"/>
                      <a:r>
                        <a:rPr lang="en-US" b="1" dirty="0"/>
                        <a:t>Real-Time</a:t>
                      </a:r>
                    </a:p>
                  </a:txBody>
                  <a:tcPr anchor="ctr"/>
                </a:tc>
                <a:extLst>
                  <a:ext uri="{0D108BD9-81ED-4DB2-BD59-A6C34878D82A}">
                    <a16:rowId xmlns:a16="http://schemas.microsoft.com/office/drawing/2014/main" val="3966203085"/>
                  </a:ext>
                </a:extLst>
              </a:tr>
              <a:tr h="516414">
                <a:tc>
                  <a:txBody>
                    <a:bodyPr/>
                    <a:lstStyle/>
                    <a:p>
                      <a:pPr algn="ctr"/>
                      <a:r>
                        <a:rPr lang="en-US" sz="1600"/>
                        <a:t>Data collected in groups</a:t>
                      </a:r>
                    </a:p>
                  </a:txBody>
                  <a:tcPr anchor="ctr"/>
                </a:tc>
                <a:tc>
                  <a:txBody>
                    <a:bodyPr/>
                    <a:lstStyle/>
                    <a:p>
                      <a:pPr algn="ctr"/>
                      <a:r>
                        <a:rPr lang="en-US" sz="1600"/>
                        <a:t>Continuous data flow</a:t>
                      </a:r>
                    </a:p>
                  </a:txBody>
                  <a:tcPr anchor="ctr"/>
                </a:tc>
                <a:tc>
                  <a:txBody>
                    <a:bodyPr/>
                    <a:lstStyle/>
                    <a:p>
                      <a:pPr algn="ctr"/>
                      <a:r>
                        <a:rPr lang="en-US" sz="1600" dirty="0"/>
                        <a:t>Immediate/low-latency processing</a:t>
                      </a:r>
                    </a:p>
                  </a:txBody>
                  <a:tcPr anchor="ctr"/>
                </a:tc>
                <a:extLst>
                  <a:ext uri="{0D108BD9-81ED-4DB2-BD59-A6C34878D82A}">
                    <a16:rowId xmlns:a16="http://schemas.microsoft.com/office/drawing/2014/main" val="1761042763"/>
                  </a:ext>
                </a:extLst>
              </a:tr>
              <a:tr h="516414">
                <a:tc>
                  <a:txBody>
                    <a:bodyPr/>
                    <a:lstStyle/>
                    <a:p>
                      <a:pPr algn="ctr"/>
                      <a:r>
                        <a:rPr lang="en-US" sz="1600"/>
                        <a:t>Scheduled processing</a:t>
                      </a:r>
                    </a:p>
                  </a:txBody>
                  <a:tcPr anchor="ctr"/>
                </a:tc>
                <a:tc>
                  <a:txBody>
                    <a:bodyPr/>
                    <a:lstStyle/>
                    <a:p>
                      <a:pPr algn="ctr"/>
                      <a:r>
                        <a:rPr lang="en-US" sz="1600"/>
                        <a:t>Ongoing processing</a:t>
                      </a:r>
                    </a:p>
                  </a:txBody>
                  <a:tcPr anchor="ctr"/>
                </a:tc>
                <a:tc>
                  <a:txBody>
                    <a:bodyPr/>
                    <a:lstStyle/>
                    <a:p>
                      <a:pPr algn="ctr"/>
                      <a:r>
                        <a:rPr lang="en-US" sz="1600" dirty="0"/>
                        <a:t>Time-critical response</a:t>
                      </a:r>
                    </a:p>
                  </a:txBody>
                  <a:tcPr anchor="ctr"/>
                </a:tc>
                <a:extLst>
                  <a:ext uri="{0D108BD9-81ED-4DB2-BD59-A6C34878D82A}">
                    <a16:rowId xmlns:a16="http://schemas.microsoft.com/office/drawing/2014/main" val="267400787"/>
                  </a:ext>
                </a:extLst>
              </a:tr>
              <a:tr h="516414">
                <a:tc>
                  <a:txBody>
                    <a:bodyPr/>
                    <a:lstStyle/>
                    <a:p>
                      <a:pPr algn="ctr"/>
                      <a:r>
                        <a:rPr lang="en-US" sz="1600"/>
                        <a:t>Historical analysis</a:t>
                      </a:r>
                    </a:p>
                  </a:txBody>
                  <a:tcPr anchor="ctr"/>
                </a:tc>
                <a:tc>
                  <a:txBody>
                    <a:bodyPr/>
                    <a:lstStyle/>
                    <a:p>
                      <a:pPr algn="ctr"/>
                      <a:r>
                        <a:rPr lang="en-US" sz="1600"/>
                        <a:t>Continuous monitoring</a:t>
                      </a:r>
                    </a:p>
                  </a:txBody>
                  <a:tcPr anchor="ctr"/>
                </a:tc>
                <a:tc>
                  <a:txBody>
                    <a:bodyPr/>
                    <a:lstStyle/>
                    <a:p>
                      <a:pPr algn="ctr"/>
                      <a:r>
                        <a:rPr lang="en-US" sz="1600" dirty="0"/>
                        <a:t>Immediate operational decisions</a:t>
                      </a:r>
                    </a:p>
                  </a:txBody>
                  <a:tcPr anchor="ctr"/>
                </a:tc>
                <a:extLst>
                  <a:ext uri="{0D108BD9-81ED-4DB2-BD59-A6C34878D82A}">
                    <a16:rowId xmlns:a16="http://schemas.microsoft.com/office/drawing/2014/main" val="1323501703"/>
                  </a:ext>
                </a:extLst>
              </a:tr>
              <a:tr h="516414">
                <a:tc>
                  <a:txBody>
                    <a:bodyPr/>
                    <a:lstStyle/>
                    <a:p>
                      <a:pPr algn="ctr"/>
                      <a:r>
                        <a:rPr lang="en-US" sz="1600"/>
                        <a:t>Periodic reporting</a:t>
                      </a:r>
                    </a:p>
                  </a:txBody>
                  <a:tcPr anchor="ctr"/>
                </a:tc>
                <a:tc>
                  <a:txBody>
                    <a:bodyPr/>
                    <a:lstStyle/>
                    <a:p>
                      <a:pPr algn="ctr"/>
                      <a:r>
                        <a:rPr lang="en-US" sz="1600"/>
                        <a:t>Sensor/event processing</a:t>
                      </a:r>
                    </a:p>
                  </a:txBody>
                  <a:tcPr anchor="ctr"/>
                </a:tc>
                <a:tc>
                  <a:txBody>
                    <a:bodyPr/>
                    <a:lstStyle/>
                    <a:p>
                      <a:pPr algn="ctr"/>
                      <a:r>
                        <a:rPr lang="en-US" sz="1600" dirty="0"/>
                        <a:t>Rapid alerts/actions</a:t>
                      </a:r>
                    </a:p>
                  </a:txBody>
                  <a:tcPr anchor="ctr"/>
                </a:tc>
                <a:extLst>
                  <a:ext uri="{0D108BD9-81ED-4DB2-BD59-A6C34878D82A}">
                    <a16:rowId xmlns:a16="http://schemas.microsoft.com/office/drawing/2014/main" val="2434522553"/>
                  </a:ext>
                </a:extLst>
              </a:tr>
            </a:tbl>
          </a:graphicData>
        </a:graphic>
      </p:graphicFrame>
      <p:sp>
        <p:nvSpPr>
          <p:cNvPr id="5" name="Rectangle 4">
            <a:extLst>
              <a:ext uri="{FF2B5EF4-FFF2-40B4-BE49-F238E27FC236}">
                <a16:creationId xmlns:a16="http://schemas.microsoft.com/office/drawing/2014/main" id="{9A864C1D-9959-42C1-97C1-019E64D1B60E}"/>
              </a:ext>
            </a:extLst>
          </p:cNvPr>
          <p:cNvSpPr/>
          <p:nvPr/>
        </p:nvSpPr>
        <p:spPr>
          <a:xfrm>
            <a:off x="609600" y="5007315"/>
            <a:ext cx="6096000" cy="1200329"/>
          </a:xfrm>
          <a:prstGeom prst="rect">
            <a:avLst/>
          </a:prstGeom>
        </p:spPr>
        <p:txBody>
          <a:bodyPr>
            <a:spAutoFit/>
          </a:bodyPr>
          <a:lstStyle/>
          <a:p>
            <a:r>
              <a:rPr lang="en-US" b="1" dirty="0"/>
              <a:t>Industrial Examples</a:t>
            </a:r>
          </a:p>
          <a:p>
            <a:r>
              <a:rPr lang="en-US" b="1" dirty="0"/>
              <a:t>Batch:</a:t>
            </a:r>
            <a:r>
              <a:rPr lang="en-US" dirty="0"/>
              <a:t> Daily production analysis</a:t>
            </a:r>
            <a:br>
              <a:rPr lang="en-US" dirty="0"/>
            </a:br>
            <a:r>
              <a:rPr lang="en-US" b="1" dirty="0"/>
              <a:t>Streaming:</a:t>
            </a:r>
            <a:r>
              <a:rPr lang="en-US" dirty="0"/>
              <a:t> Continuous equipment telemetry</a:t>
            </a:r>
            <a:br>
              <a:rPr lang="en-US" dirty="0"/>
            </a:br>
            <a:r>
              <a:rPr lang="en-US" b="1" dirty="0"/>
              <a:t>Real-Time:</a:t>
            </a:r>
            <a:r>
              <a:rPr lang="en-US" dirty="0"/>
              <a:t> Critical equipment condition detection</a:t>
            </a:r>
          </a:p>
        </p:txBody>
      </p:sp>
    </p:spTree>
    <p:extLst>
      <p:ext uri="{BB962C8B-B14F-4D97-AF65-F5344CB8AC3E}">
        <p14:creationId xmlns:p14="http://schemas.microsoft.com/office/powerpoint/2010/main" val="3615988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5687705"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6" y="2362126"/>
              <a:ext cx="4735956" cy="1755545"/>
            </a:xfrm>
            <a:prstGeom prst="rect">
              <a:avLst/>
            </a:prstGeom>
            <a:noFill/>
          </p:spPr>
          <p:txBody>
            <a:bodyPr wrap="square" rtlCol="0">
              <a:spAutoFit/>
            </a:bodyPr>
            <a:lstStyle/>
            <a:p>
              <a:pPr marL="342900" lvl="0" indent="-342900">
                <a:lnSpc>
                  <a:spcPct val="200000"/>
                </a:lnSpc>
                <a:buFontTx/>
                <a:buAutoNum type="alphaUcParenR"/>
                <a:defRPr/>
              </a:pPr>
              <a:r>
                <a:rPr lang="en-GB" sz="1400" dirty="0">
                  <a:solidFill>
                    <a:prstClr val="black"/>
                  </a:solidFill>
                </a:rPr>
                <a:t>Transform → Extract → Load</a:t>
              </a:r>
            </a:p>
            <a:p>
              <a:pPr marL="342900" lvl="0" indent="-342900">
                <a:lnSpc>
                  <a:spcPct val="200000"/>
                </a:lnSpc>
                <a:buFontTx/>
                <a:buAutoNum type="alphaUcParenR"/>
                <a:defRPr/>
              </a:pPr>
              <a:r>
                <a:rPr lang="en-GB" sz="1400" dirty="0">
                  <a:solidFill>
                    <a:prstClr val="black"/>
                  </a:solidFill>
                </a:rPr>
                <a:t>Extract → Transform → Load</a:t>
              </a:r>
            </a:p>
            <a:p>
              <a:pPr marL="342900" lvl="0" indent="-342900">
                <a:lnSpc>
                  <a:spcPct val="200000"/>
                </a:lnSpc>
                <a:buFontTx/>
                <a:buAutoNum type="alphaUcParenR"/>
                <a:defRPr/>
              </a:pPr>
              <a:r>
                <a:rPr lang="en-GB" sz="1400" dirty="0">
                  <a:solidFill>
                    <a:prstClr val="black"/>
                  </a:solidFill>
                </a:rPr>
                <a:t>Load → Analyse → Extract</a:t>
              </a:r>
            </a:p>
            <a:p>
              <a:pPr marL="342900" lvl="0" indent="-342900">
                <a:lnSpc>
                  <a:spcPct val="200000"/>
                </a:lnSpc>
                <a:buFontTx/>
                <a:buAutoNum type="alphaUcParenR"/>
                <a:defRPr/>
              </a:pPr>
              <a:r>
                <a:rPr lang="en-GB" sz="1400" dirty="0">
                  <a:solidFill>
                    <a:prstClr val="black"/>
                  </a:solidFill>
                </a:rPr>
                <a:t>Extract → Predict → Transform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Which sequence correctly represents an ETL process for industrial data?</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29623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6753937"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49834" y="2385154"/>
              <a:ext cx="4735956" cy="1755545"/>
            </a:xfrm>
            <a:prstGeom prst="rect">
              <a:avLst/>
            </a:prstGeom>
            <a:noFill/>
          </p:spPr>
          <p:txBody>
            <a:bodyPr wrap="square" rtlCol="0">
              <a:spAutoFit/>
            </a:bodyPr>
            <a:lstStyle/>
            <a:p>
              <a:pPr marL="342900" lvl="0" indent="-342900">
                <a:lnSpc>
                  <a:spcPct val="200000"/>
                </a:lnSpc>
                <a:buFontTx/>
                <a:buAutoNum type="alphaUcParenR"/>
                <a:defRPr/>
              </a:pPr>
              <a:r>
                <a:rPr lang="en-US" sz="1400" dirty="0">
                  <a:solidFill>
                    <a:prstClr val="black"/>
                  </a:solidFill>
                </a:rPr>
                <a:t>Annual batch processing</a:t>
              </a:r>
            </a:p>
            <a:p>
              <a:pPr marL="342900" lvl="0" indent="-342900">
                <a:lnSpc>
                  <a:spcPct val="200000"/>
                </a:lnSpc>
                <a:buFontTx/>
                <a:buAutoNum type="alphaUcParenR"/>
                <a:defRPr/>
              </a:pPr>
              <a:r>
                <a:rPr lang="en-US" sz="1400" dirty="0">
                  <a:solidFill>
                    <a:prstClr val="black"/>
                  </a:solidFill>
                </a:rPr>
                <a:t>Manual data entry</a:t>
              </a:r>
            </a:p>
            <a:p>
              <a:pPr marL="342900" lvl="0" indent="-342900">
                <a:lnSpc>
                  <a:spcPct val="200000"/>
                </a:lnSpc>
                <a:buFontTx/>
                <a:buAutoNum type="alphaUcParenR"/>
                <a:defRPr/>
              </a:pPr>
              <a:r>
                <a:rPr lang="en-US" sz="1400" dirty="0">
                  <a:solidFill>
                    <a:prstClr val="black"/>
                  </a:solidFill>
                </a:rPr>
                <a:t>Streaming processing</a:t>
              </a:r>
            </a:p>
            <a:p>
              <a:pPr marL="342900" lvl="0" indent="-342900">
                <a:lnSpc>
                  <a:spcPct val="200000"/>
                </a:lnSpc>
                <a:buFontTx/>
                <a:buAutoNum type="alphaUcParenR"/>
                <a:defRPr/>
              </a:pPr>
              <a:r>
                <a:rPr lang="en-US" sz="1400" dirty="0">
                  <a:solidFill>
                    <a:prstClr val="black"/>
                  </a:solidFill>
                </a:rPr>
                <a:t>Archived reporting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 manufacturing system needs to continuously analyse incoming vibration readings to identify abnormal machine behaviour quickly. Which approach is most appropriate?</a:t>
              </a:r>
            </a:p>
          </p:txBody>
        </p:sp>
      </p:grpSp>
    </p:spTree>
    <p:extLst>
      <p:ext uri="{BB962C8B-B14F-4D97-AF65-F5344CB8AC3E}">
        <p14:creationId xmlns:p14="http://schemas.microsoft.com/office/powerpoint/2010/main" val="1164929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2" y="309551"/>
            <a:ext cx="12473178" cy="769441"/>
          </a:xfrm>
          <a:prstGeom prst="rect">
            <a:avLst/>
          </a:prstGeom>
          <a:noFill/>
        </p:spPr>
        <p:txBody>
          <a:bodyPr wrap="square" rtlCol="0">
            <a:spAutoFit/>
          </a:bodyPr>
          <a:lstStyle/>
          <a:p>
            <a:pPr lvl="0">
              <a:defRPr/>
            </a:pPr>
            <a:r>
              <a:rPr lang="en-US" sz="44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3: Sensor and Time-Series Data Analytics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442406" y="2301620"/>
            <a:ext cx="6158419" cy="2554545"/>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Understanding Sensor and Time-Series Data</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Time-Series Data Preparation and Cleaning</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Handling Missing Values, Noise, and Outliers</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Exploring Industrial Sensor Datasets Using Python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93264E6F-262F-426D-8DAD-664B31F85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945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Understanding Sensor and Time-Series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GB" b="1" dirty="0">
                <a:solidFill>
                  <a:prstClr val="black"/>
                </a:solidFill>
              </a:rPr>
              <a:t>Understanding Industrial Sensor Data</a:t>
            </a:r>
          </a:p>
          <a:p>
            <a:pPr lvl="0">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sensors continuously capture physical conditions associated with machines, equipment, and production processes. Common measurements include temperature, vibration, pressure, speed, flow, humidity, voltage, current, and energy consumption.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measurements provide engineers with visibility into how equipment behaves during normal and abnormal operating conditions. Unlike conventional business records, sensor datasets can contain large numbers of observations generated at frequent intervals.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Each measurement normally includes a timestamp, sensor or machine identifier, and measured value. </a:t>
            </a:r>
            <a:r>
              <a:rPr lang="en-US" dirty="0" err="1">
                <a:solidFill>
                  <a:prstClr val="black"/>
                </a:solidFill>
              </a:rPr>
              <a:t>Analysing</a:t>
            </a:r>
            <a:r>
              <a:rPr lang="en-US" dirty="0">
                <a:solidFill>
                  <a:prstClr val="black"/>
                </a:solidFill>
              </a:rPr>
              <a:t> sensor data allows engineers to detect changing operating conditions, </a:t>
            </a:r>
            <a:r>
              <a:rPr lang="en-US" dirty="0" err="1">
                <a:solidFill>
                  <a:prstClr val="black"/>
                </a:solidFill>
              </a:rPr>
              <a:t>recognise</a:t>
            </a:r>
            <a:r>
              <a:rPr lang="en-US" dirty="0">
                <a:solidFill>
                  <a:prstClr val="black"/>
                </a:solidFill>
              </a:rPr>
              <a:t> abnormal behaviour, and identify patterns that may indicate developing equipment problems.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Consequently, sensor information provides an important foundation for predictive maintenance, process monitoring, and manufacturing analytics.</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8961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Understanding Sensor and Time-Series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8214295" cy="4801314"/>
          </a:xfrm>
          <a:prstGeom prst="rect">
            <a:avLst/>
          </a:prstGeom>
          <a:noFill/>
        </p:spPr>
        <p:txBody>
          <a:bodyPr wrap="square" rtlCol="0">
            <a:spAutoFit/>
          </a:bodyPr>
          <a:lstStyle/>
          <a:p>
            <a:pPr lvl="0">
              <a:defRPr/>
            </a:pPr>
            <a:r>
              <a:rPr lang="en-GB" b="1" dirty="0">
                <a:solidFill>
                  <a:prstClr val="black"/>
                </a:solidFill>
              </a:rPr>
              <a:t>Characteristics of Time-Series Data</a:t>
            </a:r>
          </a:p>
          <a:p>
            <a:pPr lvl="0">
              <a:defRPr/>
            </a:pPr>
            <a:endParaRPr lang="en-GB" b="1" dirty="0">
              <a:solidFill>
                <a:prstClr val="black"/>
              </a:solidFill>
            </a:endParaRPr>
          </a:p>
          <a:p>
            <a:pPr marL="285750" lvl="0" indent="-285750">
              <a:buFont typeface="Wingdings" panose="05000000000000000000" pitchFamily="2" charset="2"/>
              <a:buChar char="Ø"/>
              <a:defRPr/>
            </a:pPr>
            <a:r>
              <a:rPr lang="en-US" dirty="0">
                <a:solidFill>
                  <a:prstClr val="black"/>
                </a:solidFill>
              </a:rPr>
              <a:t>Time-series data consists of observations recorded sequentially over time. In manufacturing, a machine may generate temperature, vibration, or pressure measurements every second, minute, or production cycle. The ordering of these observations is important because current equipment behaviour may depend on previous conditions. Unlike ordinary tabular datasets where records may often be analysed independently, time-series analysis considers temporal relationships between observations.</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Important characteristics include:</a:t>
            </a:r>
          </a:p>
          <a:p>
            <a:pPr marL="742950" lvl="1" indent="-285750">
              <a:buFont typeface="Arial" panose="020B0604020202020204" pitchFamily="34" charset="0"/>
              <a:buChar char="•"/>
              <a:defRPr/>
            </a:pPr>
            <a:r>
              <a:rPr lang="en-US" b="1" dirty="0">
                <a:solidFill>
                  <a:prstClr val="black"/>
                </a:solidFill>
              </a:rPr>
              <a:t>Timestamp: </a:t>
            </a:r>
            <a:r>
              <a:rPr lang="en-US" dirty="0">
                <a:solidFill>
                  <a:prstClr val="black"/>
                </a:solidFill>
              </a:rPr>
              <a:t>Indicates when each measurement occurred.</a:t>
            </a:r>
          </a:p>
          <a:p>
            <a:pPr marL="742950" lvl="1" indent="-285750">
              <a:buFont typeface="Arial" panose="020B0604020202020204" pitchFamily="34" charset="0"/>
              <a:buChar char="•"/>
              <a:defRPr/>
            </a:pPr>
            <a:r>
              <a:rPr lang="en-US" b="1" dirty="0">
                <a:solidFill>
                  <a:prstClr val="black"/>
                </a:solidFill>
              </a:rPr>
              <a:t>Frequency: </a:t>
            </a:r>
            <a:r>
              <a:rPr lang="en-US" dirty="0">
                <a:solidFill>
                  <a:prstClr val="black"/>
                </a:solidFill>
              </a:rPr>
              <a:t>Defines how often measurements are recorded.</a:t>
            </a:r>
          </a:p>
          <a:p>
            <a:pPr marL="742950" lvl="1" indent="-285750">
              <a:buFont typeface="Arial" panose="020B0604020202020204" pitchFamily="34" charset="0"/>
              <a:buChar char="•"/>
              <a:defRPr/>
            </a:pPr>
            <a:r>
              <a:rPr lang="en-US" b="1" dirty="0">
                <a:solidFill>
                  <a:prstClr val="black"/>
                </a:solidFill>
              </a:rPr>
              <a:t>Trend: </a:t>
            </a:r>
            <a:r>
              <a:rPr lang="en-US" dirty="0">
                <a:solidFill>
                  <a:prstClr val="black"/>
                </a:solidFill>
              </a:rPr>
              <a:t>Represents longer-term movement in values.</a:t>
            </a:r>
          </a:p>
          <a:p>
            <a:pPr marL="742950" lvl="1" indent="-285750">
              <a:buFont typeface="Arial" panose="020B0604020202020204" pitchFamily="34" charset="0"/>
              <a:buChar char="•"/>
              <a:defRPr/>
            </a:pPr>
            <a:r>
              <a:rPr lang="en-US" b="1" dirty="0">
                <a:solidFill>
                  <a:prstClr val="black"/>
                </a:solidFill>
              </a:rPr>
              <a:t>Patterns:</a:t>
            </a:r>
            <a:r>
              <a:rPr lang="en-US" dirty="0">
                <a:solidFill>
                  <a:prstClr val="black"/>
                </a:solidFill>
              </a:rPr>
              <a:t> Repeated behaviour occurring over time.</a:t>
            </a:r>
          </a:p>
          <a:p>
            <a:pPr marL="742950" lvl="1" indent="-285750">
              <a:buFont typeface="Arial" panose="020B0604020202020204" pitchFamily="34" charset="0"/>
              <a:buChar char="•"/>
              <a:defRPr/>
            </a:pPr>
            <a:r>
              <a:rPr lang="en-US" b="1" dirty="0">
                <a:solidFill>
                  <a:prstClr val="black"/>
                </a:solidFill>
              </a:rPr>
              <a:t>Variation: </a:t>
            </a:r>
            <a:r>
              <a:rPr lang="en-US" dirty="0">
                <a:solidFill>
                  <a:prstClr val="black"/>
                </a:solidFill>
              </a:rPr>
              <a:t>Changes around expected operating conditions.</a:t>
            </a:r>
          </a:p>
          <a:p>
            <a:pPr marL="742950" lvl="1" indent="-285750">
              <a:buFont typeface="Arial" panose="020B0604020202020204" pitchFamily="34" charset="0"/>
              <a:buChar char="•"/>
              <a:defRPr/>
            </a:pPr>
            <a:r>
              <a:rPr lang="en-US" b="1" dirty="0">
                <a:solidFill>
                  <a:prstClr val="black"/>
                </a:solidFill>
              </a:rPr>
              <a:t>Anomalies:</a:t>
            </a:r>
            <a:r>
              <a:rPr lang="en-US" dirty="0">
                <a:solidFill>
                  <a:prstClr val="black"/>
                </a:solidFill>
              </a:rPr>
              <a:t> Unusual measurements that differ from normal behaviour.</a:t>
            </a:r>
            <a:endParaRPr lang="en-GB" dirty="0">
              <a:solidFill>
                <a:prstClr val="black"/>
              </a:solidFill>
            </a:endParaRPr>
          </a:p>
        </p:txBody>
      </p:sp>
      <p:pic>
        <p:nvPicPr>
          <p:cNvPr id="4" name="Picture 3">
            <a:extLst>
              <a:ext uri="{FF2B5EF4-FFF2-40B4-BE49-F238E27FC236}">
                <a16:creationId xmlns:a16="http://schemas.microsoft.com/office/drawing/2014/main" id="{4A950217-70A9-4E1B-B704-4849B5731A59}"/>
              </a:ext>
            </a:extLst>
          </p:cNvPr>
          <p:cNvPicPr>
            <a:picLocks noChangeAspect="1"/>
          </p:cNvPicPr>
          <p:nvPr/>
        </p:nvPicPr>
        <p:blipFill>
          <a:blip r:embed="rId3"/>
          <a:stretch>
            <a:fillRect/>
          </a:stretch>
        </p:blipFill>
        <p:spPr>
          <a:xfrm>
            <a:off x="8619663" y="2209800"/>
            <a:ext cx="3137932" cy="3529384"/>
          </a:xfrm>
          <a:prstGeom prst="rect">
            <a:avLst/>
          </a:prstGeom>
        </p:spPr>
      </p:pic>
    </p:spTree>
    <p:extLst>
      <p:ext uri="{BB962C8B-B14F-4D97-AF65-F5344CB8AC3E}">
        <p14:creationId xmlns:p14="http://schemas.microsoft.com/office/powerpoint/2010/main" val="3810023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Understanding Sensor and Time-Series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GB" b="1" dirty="0">
                <a:solidFill>
                  <a:prstClr val="black"/>
                </a:solidFill>
              </a:rPr>
              <a:t>Characteristics of Time-Series Data</a:t>
            </a:r>
          </a:p>
          <a:p>
            <a:pPr lvl="0">
              <a:defRPr/>
            </a:pPr>
            <a:endParaRPr lang="en-GB" b="1" dirty="0">
              <a:solidFill>
                <a:prstClr val="black"/>
              </a:solidFill>
            </a:endParaRPr>
          </a:p>
          <a:p>
            <a:pPr marL="285750" lvl="0" indent="-285750">
              <a:buFont typeface="Wingdings" panose="05000000000000000000" pitchFamily="2" charset="2"/>
              <a:buChar char="Ø"/>
              <a:defRPr/>
            </a:pPr>
            <a:r>
              <a:rPr lang="en-US" dirty="0">
                <a:solidFill>
                  <a:prstClr val="black"/>
                </a:solidFill>
              </a:rPr>
              <a:t>Time-series data consists of observations recorded sequentially over time. In manufacturing, a machine may generate temperature, vibration, or pressure measurements every second, minute, or production cycle. The ordering of these observations is important because current equipment behaviour may depend on previous conditions. Unlike ordinary tabular datasets where records may often be analysed independently, time-series analysis considers temporal relationships between observations.</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Important characteristics include:</a:t>
            </a:r>
          </a:p>
          <a:p>
            <a:pPr marL="742950" lvl="1" indent="-285750">
              <a:buFont typeface="Arial" panose="020B0604020202020204" pitchFamily="34" charset="0"/>
              <a:buChar char="•"/>
              <a:defRPr/>
            </a:pPr>
            <a:r>
              <a:rPr lang="en-US" b="1" dirty="0">
                <a:solidFill>
                  <a:prstClr val="black"/>
                </a:solidFill>
              </a:rPr>
              <a:t>Timestamp: </a:t>
            </a:r>
            <a:r>
              <a:rPr lang="en-US" dirty="0">
                <a:solidFill>
                  <a:prstClr val="black"/>
                </a:solidFill>
              </a:rPr>
              <a:t>Indicates when each measurement occurred.</a:t>
            </a:r>
          </a:p>
          <a:p>
            <a:pPr marL="742950" lvl="1" indent="-285750">
              <a:buFont typeface="Arial" panose="020B0604020202020204" pitchFamily="34" charset="0"/>
              <a:buChar char="•"/>
              <a:defRPr/>
            </a:pPr>
            <a:r>
              <a:rPr lang="en-US" b="1" dirty="0">
                <a:solidFill>
                  <a:prstClr val="black"/>
                </a:solidFill>
              </a:rPr>
              <a:t>Frequency: </a:t>
            </a:r>
            <a:r>
              <a:rPr lang="en-US" dirty="0">
                <a:solidFill>
                  <a:prstClr val="black"/>
                </a:solidFill>
              </a:rPr>
              <a:t>Defines how often measurements are recorded.</a:t>
            </a:r>
          </a:p>
          <a:p>
            <a:pPr marL="742950" lvl="1" indent="-285750">
              <a:buFont typeface="Arial" panose="020B0604020202020204" pitchFamily="34" charset="0"/>
              <a:buChar char="•"/>
              <a:defRPr/>
            </a:pPr>
            <a:r>
              <a:rPr lang="en-US" b="1" dirty="0">
                <a:solidFill>
                  <a:prstClr val="black"/>
                </a:solidFill>
              </a:rPr>
              <a:t>Trend: </a:t>
            </a:r>
            <a:r>
              <a:rPr lang="en-US" dirty="0">
                <a:solidFill>
                  <a:prstClr val="black"/>
                </a:solidFill>
              </a:rPr>
              <a:t>Represents longer-term movement in values.</a:t>
            </a:r>
          </a:p>
          <a:p>
            <a:pPr marL="742950" lvl="1" indent="-285750">
              <a:buFont typeface="Arial" panose="020B0604020202020204" pitchFamily="34" charset="0"/>
              <a:buChar char="•"/>
              <a:defRPr/>
            </a:pPr>
            <a:r>
              <a:rPr lang="en-US" b="1" dirty="0">
                <a:solidFill>
                  <a:prstClr val="black"/>
                </a:solidFill>
              </a:rPr>
              <a:t>Patterns:</a:t>
            </a:r>
            <a:r>
              <a:rPr lang="en-US" dirty="0">
                <a:solidFill>
                  <a:prstClr val="black"/>
                </a:solidFill>
              </a:rPr>
              <a:t> Repeated behaviour occurring over time.</a:t>
            </a:r>
          </a:p>
          <a:p>
            <a:pPr marL="742950" lvl="1" indent="-285750">
              <a:buFont typeface="Arial" panose="020B0604020202020204" pitchFamily="34" charset="0"/>
              <a:buChar char="•"/>
              <a:defRPr/>
            </a:pPr>
            <a:r>
              <a:rPr lang="en-US" b="1" dirty="0">
                <a:solidFill>
                  <a:prstClr val="black"/>
                </a:solidFill>
              </a:rPr>
              <a:t>Variation: </a:t>
            </a:r>
            <a:r>
              <a:rPr lang="en-US" dirty="0">
                <a:solidFill>
                  <a:prstClr val="black"/>
                </a:solidFill>
              </a:rPr>
              <a:t>Changes around expected operating conditions.</a:t>
            </a:r>
          </a:p>
          <a:p>
            <a:pPr marL="742950" lvl="1" indent="-285750">
              <a:buFont typeface="Arial" panose="020B0604020202020204" pitchFamily="34" charset="0"/>
              <a:buChar char="•"/>
              <a:defRPr/>
            </a:pPr>
            <a:r>
              <a:rPr lang="en-US" b="1" dirty="0">
                <a:solidFill>
                  <a:prstClr val="black"/>
                </a:solidFill>
              </a:rPr>
              <a:t>Anomalies:</a:t>
            </a:r>
            <a:r>
              <a:rPr lang="en-US" dirty="0">
                <a:solidFill>
                  <a:prstClr val="black"/>
                </a:solidFill>
              </a:rPr>
              <a:t> Unusual measurements that differ from normal behaviour.</a:t>
            </a:r>
            <a:endParaRPr lang="en-GB" dirty="0">
              <a:solidFill>
                <a:prstClr val="black"/>
              </a:solidFill>
            </a:endParaRPr>
          </a:p>
        </p:txBody>
      </p:sp>
    </p:spTree>
    <p:extLst>
      <p:ext uri="{BB962C8B-B14F-4D97-AF65-F5344CB8AC3E}">
        <p14:creationId xmlns:p14="http://schemas.microsoft.com/office/powerpoint/2010/main" val="20564316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Understanding Sensor and Time-Series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Patterns and Behaviour in Sensor Measurements</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Sensor values naturally change as equipment operates under different loads, speeds, environmental conditions, and production requirements.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therefore need to distinguish normal operational variation from patterns that may indicate a developing problem. A gradual increase in temperature may represent a trend, while recurring changes in machine load may produce repeated patterns.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Sudden spikes in vibration could represent an abnormal event, sensor error, or actual equipment deterioration. Understanding these </a:t>
            </a:r>
            <a:r>
              <a:rPr lang="en-US" dirty="0" err="1">
                <a:solidFill>
                  <a:prstClr val="black"/>
                </a:solidFill>
              </a:rPr>
              <a:t>behaviours</a:t>
            </a:r>
            <a:r>
              <a:rPr lang="en-US" dirty="0">
                <a:solidFill>
                  <a:prstClr val="black"/>
                </a:solidFill>
              </a:rPr>
              <a:t> is important before predictive modelling begins because algorithms may otherwise learn patterns caused by poor-quality measurements rather than genuine equipment conditions.</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Exploratory analysis helps engineers understand typical operating ranges, relationships between measurements, and periods where machine behaviour differs significantly from established patterns.</a:t>
            </a:r>
            <a:endParaRPr lang="en-GB" dirty="0">
              <a:solidFill>
                <a:prstClr val="black"/>
              </a:solidFill>
            </a:endParaRPr>
          </a:p>
        </p:txBody>
      </p:sp>
    </p:spTree>
    <p:extLst>
      <p:ext uri="{BB962C8B-B14F-4D97-AF65-F5344CB8AC3E}">
        <p14:creationId xmlns:p14="http://schemas.microsoft.com/office/powerpoint/2010/main" val="25388549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Time-Series Data Preparation and Cleaning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7109395" cy="4801314"/>
          </a:xfrm>
          <a:prstGeom prst="rect">
            <a:avLst/>
          </a:prstGeom>
          <a:noFill/>
        </p:spPr>
        <p:txBody>
          <a:bodyPr wrap="square" rtlCol="0">
            <a:spAutoFit/>
          </a:bodyPr>
          <a:lstStyle/>
          <a:p>
            <a:pPr lvl="0">
              <a:defRPr/>
            </a:pPr>
            <a:r>
              <a:rPr lang="en-US" b="1" dirty="0">
                <a:solidFill>
                  <a:prstClr val="black"/>
                </a:solidFill>
              </a:rPr>
              <a:t>Preparing Industrial Time-Series Data</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Raw time-series data is rarely immediately suitable for analysis. Measurements may arrive from different machines, sensors, or control systems and can contain inconsistent timestamps, duplicated observations, missing records, incorrect data types, or different sampling intervals.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Preparation converts this information into a consistent analytical structure. Engineers typically verify timestamps, arrange observations chronologically, remove duplicates, check measurement units, and confirm that machine and sensor identifiers are correctly represented.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Data types should also be appropriate; timestamps should be </a:t>
            </a:r>
            <a:r>
              <a:rPr lang="en-US" dirty="0" err="1">
                <a:solidFill>
                  <a:prstClr val="black"/>
                </a:solidFill>
              </a:rPr>
              <a:t>recognised</a:t>
            </a:r>
            <a:r>
              <a:rPr lang="en-US" dirty="0">
                <a:solidFill>
                  <a:prstClr val="black"/>
                </a:solidFill>
              </a:rPr>
              <a:t> as time values rather than ordinary text, while sensor readings should be represented numerically. </a:t>
            </a:r>
          </a:p>
          <a:p>
            <a:pPr lvl="0">
              <a:defRPr/>
            </a:pPr>
            <a:endParaRPr lang="en-US" dirty="0">
              <a:solidFill>
                <a:prstClr val="black"/>
              </a:solidFill>
            </a:endParaRPr>
          </a:p>
        </p:txBody>
      </p:sp>
      <p:pic>
        <p:nvPicPr>
          <p:cNvPr id="4" name="Picture 3">
            <a:extLst>
              <a:ext uri="{FF2B5EF4-FFF2-40B4-BE49-F238E27FC236}">
                <a16:creationId xmlns:a16="http://schemas.microsoft.com/office/drawing/2014/main" id="{C589CC99-94CE-46FC-96CB-B0E8C6EFF21A}"/>
              </a:ext>
            </a:extLst>
          </p:cNvPr>
          <p:cNvPicPr>
            <a:picLocks noChangeAspect="1"/>
          </p:cNvPicPr>
          <p:nvPr/>
        </p:nvPicPr>
        <p:blipFill>
          <a:blip r:embed="rId3"/>
          <a:stretch>
            <a:fillRect/>
          </a:stretch>
        </p:blipFill>
        <p:spPr>
          <a:xfrm>
            <a:off x="7795264" y="2095500"/>
            <a:ext cx="3962331" cy="3790950"/>
          </a:xfrm>
          <a:prstGeom prst="rect">
            <a:avLst/>
          </a:prstGeom>
        </p:spPr>
      </p:pic>
    </p:spTree>
    <p:extLst>
      <p:ext uri="{BB962C8B-B14F-4D97-AF65-F5344CB8AC3E}">
        <p14:creationId xmlns:p14="http://schemas.microsoft.com/office/powerpoint/2010/main" val="3290645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Time-Series Data Preparation and Cleaning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Timestamp Alignment and Sampling Frequency</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Industrial sensors may operate at different sampling frequencies. One device might record temperature every minute while another captures vibration every few seconds.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Combining such measurements without appropriate alignment can create inaccurate comparisons or missing observations. Timestamp alignment organises readings around a consistent temporal reference so that measurements from different sources can be meaningfully compared.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Resampling can also convert observations into a common frequency by aggregating or </a:t>
            </a:r>
            <a:r>
              <a:rPr lang="en-US" dirty="0" err="1">
                <a:solidFill>
                  <a:prstClr val="black"/>
                </a:solidFill>
              </a:rPr>
              <a:t>reorganising</a:t>
            </a:r>
            <a:r>
              <a:rPr lang="en-US" dirty="0">
                <a:solidFill>
                  <a:prstClr val="black"/>
                </a:solidFill>
              </a:rPr>
              <a:t> measurements over defined intervals. The selected frequency should preserve information relevant to the engineering problem.</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Excessive aggregation may hide short-duration anomalies, whereas extremely frequent measurements may create unnecessary data volume and noise. Understanding sampling behaviour therefore helps engineers prepare time-series datasets that accurately represent equipment and process conditions.</a:t>
            </a:r>
            <a:endParaRPr lang="en-GB" dirty="0">
              <a:solidFill>
                <a:prstClr val="black"/>
              </a:solidFill>
            </a:endParaRPr>
          </a:p>
        </p:txBody>
      </p:sp>
    </p:spTree>
    <p:extLst>
      <p:ext uri="{BB962C8B-B14F-4D97-AF65-F5344CB8AC3E}">
        <p14:creationId xmlns:p14="http://schemas.microsoft.com/office/powerpoint/2010/main" val="19125991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Time-Series Data Preparation and Cleaning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Industrial Time-Series Data Preparation Workflow</a:t>
            </a:r>
            <a:endParaRPr lang="en-GB" dirty="0">
              <a:solidFill>
                <a:prstClr val="black"/>
              </a:solidFill>
            </a:endParaRPr>
          </a:p>
        </p:txBody>
      </p:sp>
      <p:pic>
        <p:nvPicPr>
          <p:cNvPr id="5" name="Picture 4">
            <a:extLst>
              <a:ext uri="{FF2B5EF4-FFF2-40B4-BE49-F238E27FC236}">
                <a16:creationId xmlns:a16="http://schemas.microsoft.com/office/drawing/2014/main" id="{D423173F-8010-4D0A-A1F3-BA619BA5E64A}"/>
              </a:ext>
            </a:extLst>
          </p:cNvPr>
          <p:cNvPicPr>
            <a:picLocks noChangeAspect="1"/>
          </p:cNvPicPr>
          <p:nvPr/>
        </p:nvPicPr>
        <p:blipFill rotWithShape="1">
          <a:blip r:embed="rId3"/>
          <a:srcRect l="293" t="18470" r="1464" b="12394"/>
          <a:stretch/>
        </p:blipFill>
        <p:spPr>
          <a:xfrm>
            <a:off x="2252662" y="2255881"/>
            <a:ext cx="7686676" cy="3750615"/>
          </a:xfrm>
          <a:prstGeom prst="rect">
            <a:avLst/>
          </a:prstGeom>
        </p:spPr>
      </p:pic>
    </p:spTree>
    <p:extLst>
      <p:ext uri="{BB962C8B-B14F-4D97-AF65-F5344CB8AC3E}">
        <p14:creationId xmlns:p14="http://schemas.microsoft.com/office/powerpoint/2010/main" val="2025442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Time-Series Data Preparation and Cleaning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Preserving Time-Series Integrity During Cleaning</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Cleaning time-series information requires particular care because observations have a temporal relationship. Simply deleting problematic records may create gaps in measurement sequences, while incorrectly replacing missing values can introduce artificial patterns.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should first understand why a quality problem occurred and determine whether it represents a sensor malfunction, communication failure, maintenance event, equipment shutdown, or genuine operating condition.</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Cleaning decisions should therefore consider both statistical characteristics and engineering context. Original timestamps should be preserved whenever possible, and transformations should remain traceable so analysts understand how the cleaned dataset was produced.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Maintaining temporal integrity is particularly important for predictive maintenance because changes occurring before equipment faults may provide valuable indicators for future failure prediction.</a:t>
            </a:r>
            <a:endParaRPr lang="en-GB" dirty="0">
              <a:solidFill>
                <a:prstClr val="black"/>
              </a:solidFill>
            </a:endParaRPr>
          </a:p>
        </p:txBody>
      </p:sp>
    </p:spTree>
    <p:extLst>
      <p:ext uri="{BB962C8B-B14F-4D97-AF65-F5344CB8AC3E}">
        <p14:creationId xmlns:p14="http://schemas.microsoft.com/office/powerpoint/2010/main" val="2023942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Handling Missing Values, Noise, and Outliers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Missing Values in Industrial Sensor Data</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Missing measurements are common in industrial datasets and can result from sensor failures, network interruptions, equipment shutdowns, communication delays, or data-collection problems.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Before selecting a treatment method, engineers should determine the scale and pattern of missing information. A single missing temperature reading between two valid observations may require different treatment from several hours of missing measurements during equipment downtime.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Possible approaches include removing affected records, filling values using neighbouring observations, or applying interpolation where appropriate.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However, missing data should not automatically be replaced because gaps themselves may contain operational meaning. The chosen approach should consider measurement frequency, duration of the gap, sensor behaviour, and intended analytical use to avoid creating misleading patterns.</a:t>
            </a:r>
            <a:endParaRPr lang="en-GB" dirty="0">
              <a:solidFill>
                <a:prstClr val="black"/>
              </a:solidFill>
            </a:endParaRPr>
          </a:p>
        </p:txBody>
      </p:sp>
    </p:spTree>
    <p:extLst>
      <p:ext uri="{BB962C8B-B14F-4D97-AF65-F5344CB8AC3E}">
        <p14:creationId xmlns:p14="http://schemas.microsoft.com/office/powerpoint/2010/main" val="16955180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Handling Missing Values, Noise, and Outliers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6966520" cy="4524315"/>
          </a:xfrm>
          <a:prstGeom prst="rect">
            <a:avLst/>
          </a:prstGeom>
          <a:noFill/>
        </p:spPr>
        <p:txBody>
          <a:bodyPr wrap="square" rtlCol="0">
            <a:spAutoFit/>
          </a:bodyPr>
          <a:lstStyle/>
          <a:p>
            <a:pPr lvl="0">
              <a:defRPr/>
            </a:pPr>
            <a:r>
              <a:rPr lang="en-US" b="1" dirty="0">
                <a:solidFill>
                  <a:prstClr val="black"/>
                </a:solidFill>
              </a:rPr>
              <a:t>Noise in Industrial Measurements</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Sensor noise refers to unwanted fluctuations in measurements that do not represent meaningful changes in the underlying physical process.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Noise can arise from electrical interference, sensor limitations, environmental conditions, calibration issues, or communication problems. Excessive noise can obscure genuine trends and make it difficult to identify changes associated with equipment condition.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Smoothing techniques, such as rolling averages, can help reveal underlying behaviour by reducing short-term fluctuations. However, excessive smoothing may also remove important short-duration events that could indicate developing faults. </a:t>
            </a:r>
          </a:p>
          <a:p>
            <a:pPr lvl="0">
              <a:defRPr/>
            </a:pPr>
            <a:endParaRPr lang="en-US" dirty="0">
              <a:solidFill>
                <a:prstClr val="black"/>
              </a:solidFill>
            </a:endParaRPr>
          </a:p>
        </p:txBody>
      </p:sp>
      <p:pic>
        <p:nvPicPr>
          <p:cNvPr id="4" name="Picture 3">
            <a:extLst>
              <a:ext uri="{FF2B5EF4-FFF2-40B4-BE49-F238E27FC236}">
                <a16:creationId xmlns:a16="http://schemas.microsoft.com/office/drawing/2014/main" id="{B270B794-1362-49AE-AC58-CFC0F88599E2}"/>
              </a:ext>
            </a:extLst>
          </p:cNvPr>
          <p:cNvPicPr>
            <a:picLocks noChangeAspect="1"/>
          </p:cNvPicPr>
          <p:nvPr/>
        </p:nvPicPr>
        <p:blipFill>
          <a:blip r:embed="rId3"/>
          <a:stretch>
            <a:fillRect/>
          </a:stretch>
        </p:blipFill>
        <p:spPr>
          <a:xfrm>
            <a:off x="7400925" y="2089155"/>
            <a:ext cx="4205674" cy="3778592"/>
          </a:xfrm>
          <a:prstGeom prst="rect">
            <a:avLst/>
          </a:prstGeom>
        </p:spPr>
      </p:pic>
    </p:spTree>
    <p:extLst>
      <p:ext uri="{BB962C8B-B14F-4D97-AF65-F5344CB8AC3E}">
        <p14:creationId xmlns:p14="http://schemas.microsoft.com/office/powerpoint/2010/main" val="1249771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Handling Missing Values, Noise, and Outliers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19"/>
          </a:xfrm>
          <a:prstGeom prst="rect">
            <a:avLst/>
          </a:prstGeom>
          <a:noFill/>
        </p:spPr>
        <p:txBody>
          <a:bodyPr wrap="square" rtlCol="0">
            <a:spAutoFit/>
          </a:bodyPr>
          <a:lstStyle/>
          <a:p>
            <a:pPr lvl="0">
              <a:defRPr/>
            </a:pPr>
            <a:r>
              <a:rPr lang="en-US" b="1" dirty="0">
                <a:solidFill>
                  <a:prstClr val="black"/>
                </a:solidFill>
              </a:rPr>
              <a:t>Detecting and Handling Outliers</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An outlier is an observation that differs substantially from expected values or surrounding measurements. In industrial sensor data, outliers can result from measurement errors, sensor faults, communication problems, unusual process conditions, or genuine equipment failures.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makes automatic removal risky because an extreme vibration or temperature reading may be precisely the event predictive analytics needs to identify. Engineers can investigate outliers using statistical thresholds, visualisation, expected operating ranges, and comparisons with neighbouring observations.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Once identified, each outlier should be interpreted within its engineering context. Invalid measurements may be corrected or excluded, while genuine abnormal operating events should normally be retained because they may contain important information about faults, deterioration, or process instability.</a:t>
            </a:r>
            <a:endParaRPr lang="en-GB" dirty="0">
              <a:solidFill>
                <a:prstClr val="black"/>
              </a:solidFill>
            </a:endParaRPr>
          </a:p>
        </p:txBody>
      </p:sp>
    </p:spTree>
    <p:extLst>
      <p:ext uri="{BB962C8B-B14F-4D97-AF65-F5344CB8AC3E}">
        <p14:creationId xmlns:p14="http://schemas.microsoft.com/office/powerpoint/2010/main" val="16066685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Practical Exercise: Exploring Industrial Sensor Datasets Using Python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8052370" cy="4801314"/>
          </a:xfrm>
          <a:prstGeom prst="rect">
            <a:avLst/>
          </a:prstGeom>
          <a:noFill/>
        </p:spPr>
        <p:txBody>
          <a:bodyPr wrap="square" rtlCol="0">
            <a:spAutoFit/>
          </a:bodyPr>
          <a:lstStyle/>
          <a:p>
            <a:pPr marL="285750" lvl="0" indent="-285750">
              <a:buFont typeface="Wingdings" panose="05000000000000000000" pitchFamily="2" charset="2"/>
              <a:buChar char="Ø"/>
              <a:defRPr/>
            </a:pPr>
            <a:r>
              <a:rPr lang="en-US" b="1" dirty="0">
                <a:solidFill>
                  <a:prstClr val="black"/>
                </a:solidFill>
              </a:rPr>
              <a:t>Objective: </a:t>
            </a:r>
            <a:r>
              <a:rPr lang="en-US" dirty="0">
                <a:solidFill>
                  <a:prstClr val="black"/>
                </a:solidFill>
              </a:rPr>
              <a:t>Explore and clean an industrial sensor time-series dataset using Python. Participants will inspect sensor readings, identify data-quality problems, handle missing values and outliers, and visualise sensor behaviour over time.</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GB" b="1" dirty="0">
                <a:solidFill>
                  <a:prstClr val="black"/>
                </a:solidFill>
              </a:rPr>
              <a:t>Tools Required: </a:t>
            </a:r>
            <a:r>
              <a:rPr lang="en-GB" dirty="0">
                <a:solidFill>
                  <a:prstClr val="black"/>
                </a:solidFill>
              </a:rPr>
              <a:t>Python, VS Code, Pandas, NumPy, Matplotlib, and a CSV industrial sensor dataset.</a:t>
            </a:r>
          </a:p>
          <a:p>
            <a:pPr marL="285750" lvl="0" indent="-285750">
              <a:buFont typeface="Wingdings" panose="05000000000000000000" pitchFamily="2" charset="2"/>
              <a:buChar char="Ø"/>
              <a:defRPr/>
            </a:pPr>
            <a:endParaRPr lang="en-GB" dirty="0">
              <a:solidFill>
                <a:prstClr val="black"/>
              </a:solidFill>
            </a:endParaRPr>
          </a:p>
          <a:p>
            <a:pPr marL="285750" lvl="0" indent="-285750">
              <a:buFont typeface="Wingdings" panose="05000000000000000000" pitchFamily="2" charset="2"/>
              <a:buChar char="Ø"/>
              <a:defRPr/>
            </a:pPr>
            <a:r>
              <a:rPr lang="en-GB" b="1" dirty="0">
                <a:solidFill>
                  <a:prstClr val="black"/>
                </a:solidFill>
              </a:rPr>
              <a:t>Step 1 – Load and Inspect the Sensor Dataset</a:t>
            </a:r>
          </a:p>
          <a:p>
            <a:pPr marL="285750" lvl="0" indent="-285750">
              <a:buFont typeface="Wingdings" panose="05000000000000000000" pitchFamily="2" charset="2"/>
              <a:buChar char="Ø"/>
              <a:defRPr/>
            </a:pPr>
            <a:endParaRPr lang="en-GB" b="1" dirty="0">
              <a:solidFill>
                <a:prstClr val="black"/>
              </a:solidFill>
            </a:endParaRPr>
          </a:p>
          <a:p>
            <a:pPr marL="1314450" lvl="2" indent="-400050">
              <a:buFont typeface="+mj-lt"/>
              <a:buAutoNum type="romanLcPeriod"/>
              <a:defRPr/>
            </a:pPr>
            <a:r>
              <a:rPr lang="en-GB" dirty="0">
                <a:solidFill>
                  <a:prstClr val="black"/>
                </a:solidFill>
              </a:rPr>
              <a:t>Create the project folder: </a:t>
            </a:r>
            <a:r>
              <a:rPr lang="en-GB" b="1" i="1" dirty="0">
                <a:solidFill>
                  <a:prstClr val="black"/>
                </a:solidFill>
              </a:rPr>
              <a:t>(</a:t>
            </a:r>
            <a:r>
              <a:rPr lang="en-GB" b="1" i="1" dirty="0" err="1">
                <a:solidFill>
                  <a:prstClr val="black"/>
                </a:solidFill>
              </a:rPr>
              <a:t>Predictive_Analytics_Training</a:t>
            </a:r>
            <a:r>
              <a:rPr lang="en-GB" b="1" i="1" dirty="0">
                <a:solidFill>
                  <a:prstClr val="black"/>
                </a:solidFill>
              </a:rPr>
              <a:t>)</a:t>
            </a:r>
          </a:p>
          <a:p>
            <a:pPr marL="1314450" lvl="2" indent="-400050">
              <a:buFont typeface="+mj-lt"/>
              <a:buAutoNum type="romanLcPeriod"/>
              <a:defRPr/>
            </a:pPr>
            <a:r>
              <a:rPr lang="en-US" dirty="0">
                <a:solidFill>
                  <a:prstClr val="black"/>
                </a:solidFill>
              </a:rPr>
              <a:t>Inside it, keep these two files:</a:t>
            </a:r>
          </a:p>
          <a:p>
            <a:pPr lvl="2">
              <a:defRPr/>
            </a:pPr>
            <a:r>
              <a:rPr lang="en-GB" b="1" i="1" dirty="0">
                <a:solidFill>
                  <a:prstClr val="black"/>
                </a:solidFill>
              </a:rPr>
              <a:t>      (</a:t>
            </a:r>
            <a:r>
              <a:rPr lang="en-GB" b="1" i="1" dirty="0" err="1">
                <a:solidFill>
                  <a:prstClr val="black"/>
                </a:solidFill>
              </a:rPr>
              <a:t>Predictive_Analytics_Training</a:t>
            </a:r>
            <a:endParaRPr lang="en-GB" b="1" i="1" dirty="0">
              <a:solidFill>
                <a:prstClr val="black"/>
              </a:solidFill>
            </a:endParaRPr>
          </a:p>
          <a:p>
            <a:pPr lvl="3">
              <a:defRPr/>
            </a:pPr>
            <a:r>
              <a:rPr lang="en-GB" b="1" i="1" dirty="0">
                <a:solidFill>
                  <a:prstClr val="black"/>
                </a:solidFill>
              </a:rPr>
              <a:t> </a:t>
            </a:r>
          </a:p>
          <a:p>
            <a:pPr lvl="3">
              <a:defRPr/>
            </a:pPr>
            <a:r>
              <a:rPr lang="en-GB" b="1" i="1" dirty="0">
                <a:solidFill>
                  <a:prstClr val="black"/>
                </a:solidFill>
              </a:rPr>
              <a:t>Industrial_Sensor_Predictive_Analytics_Dataset.xlsx</a:t>
            </a:r>
          </a:p>
          <a:p>
            <a:pPr lvl="4">
              <a:defRPr/>
            </a:pPr>
            <a:endParaRPr lang="en-GB" b="1" i="1" dirty="0">
              <a:solidFill>
                <a:prstClr val="black"/>
              </a:solidFill>
            </a:endParaRPr>
          </a:p>
          <a:p>
            <a:pPr lvl="4">
              <a:defRPr/>
            </a:pPr>
            <a:r>
              <a:rPr lang="en-GB" b="1" i="1" dirty="0">
                <a:solidFill>
                  <a:prstClr val="black"/>
                </a:solidFill>
              </a:rPr>
              <a:t>module3_sensor_analysis.py)</a:t>
            </a:r>
          </a:p>
          <a:p>
            <a:pPr marL="1314450" lvl="2" indent="-400050">
              <a:buFont typeface="+mj-lt"/>
              <a:buAutoNum type="romanLcPeriod"/>
              <a:defRPr/>
            </a:pPr>
            <a:endParaRPr lang="en-GB" dirty="0">
              <a:solidFill>
                <a:prstClr val="black"/>
              </a:solidFill>
            </a:endParaRPr>
          </a:p>
        </p:txBody>
      </p:sp>
      <p:cxnSp>
        <p:nvCxnSpPr>
          <p:cNvPr id="7" name="Straight Arrow Connector 6">
            <a:extLst>
              <a:ext uri="{FF2B5EF4-FFF2-40B4-BE49-F238E27FC236}">
                <a16:creationId xmlns:a16="http://schemas.microsoft.com/office/drawing/2014/main" id="{BF585E25-0105-45B4-9142-F40CFE1CB5C1}"/>
              </a:ext>
            </a:extLst>
          </p:cNvPr>
          <p:cNvCxnSpPr/>
          <p:nvPr/>
        </p:nvCxnSpPr>
        <p:spPr>
          <a:xfrm>
            <a:off x="2305050" y="4962525"/>
            <a:ext cx="0" cy="257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69DF4F9-1539-4E2A-A7ED-A22AF6783D8E}"/>
              </a:ext>
            </a:extLst>
          </p:cNvPr>
          <p:cNvCxnSpPr/>
          <p:nvPr/>
        </p:nvCxnSpPr>
        <p:spPr>
          <a:xfrm>
            <a:off x="2314575" y="5524500"/>
            <a:ext cx="0" cy="257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B95846B1-68DF-48DA-B1DA-66F10DBFE764}"/>
              </a:ext>
            </a:extLst>
          </p:cNvPr>
          <p:cNvGrpSpPr/>
          <p:nvPr/>
        </p:nvGrpSpPr>
        <p:grpSpPr>
          <a:xfrm>
            <a:off x="8081762" y="3224064"/>
            <a:ext cx="2867425" cy="2124371"/>
            <a:chOff x="8081762" y="3224064"/>
            <a:chExt cx="2867425" cy="2124371"/>
          </a:xfrm>
        </p:grpSpPr>
        <p:pic>
          <p:nvPicPr>
            <p:cNvPr id="4" name="Picture 3">
              <a:extLst>
                <a:ext uri="{FF2B5EF4-FFF2-40B4-BE49-F238E27FC236}">
                  <a16:creationId xmlns:a16="http://schemas.microsoft.com/office/drawing/2014/main" id="{F2C330EB-F570-4E69-B88E-5B245424B695}"/>
                </a:ext>
              </a:extLst>
            </p:cNvPr>
            <p:cNvPicPr>
              <a:picLocks noChangeAspect="1"/>
            </p:cNvPicPr>
            <p:nvPr/>
          </p:nvPicPr>
          <p:blipFill>
            <a:blip r:embed="rId3"/>
            <a:stretch>
              <a:fillRect/>
            </a:stretch>
          </p:blipFill>
          <p:spPr>
            <a:xfrm>
              <a:off x="8081762" y="3224064"/>
              <a:ext cx="2867425" cy="2124371"/>
            </a:xfrm>
            <a:prstGeom prst="rect">
              <a:avLst/>
            </a:prstGeom>
            <a:ln>
              <a:solidFill>
                <a:schemeClr val="accent2"/>
              </a:solidFill>
            </a:ln>
          </p:spPr>
        </p:pic>
        <p:sp>
          <p:nvSpPr>
            <p:cNvPr id="5" name="Rectangle 4">
              <a:extLst>
                <a:ext uri="{FF2B5EF4-FFF2-40B4-BE49-F238E27FC236}">
                  <a16:creationId xmlns:a16="http://schemas.microsoft.com/office/drawing/2014/main" id="{1D90E3A5-1AF8-440F-A7B9-6EAF6A5B882C}"/>
                </a:ext>
              </a:extLst>
            </p:cNvPr>
            <p:cNvSpPr/>
            <p:nvPr/>
          </p:nvSpPr>
          <p:spPr>
            <a:xfrm>
              <a:off x="8081762" y="3895725"/>
              <a:ext cx="2357638" cy="6953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671768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Practical Exercise: Exploring Industrial Sensor Datasets Using Python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1754326"/>
          </a:xfrm>
          <a:prstGeom prst="rect">
            <a:avLst/>
          </a:prstGeom>
          <a:noFill/>
        </p:spPr>
        <p:txBody>
          <a:bodyPr wrap="square" rtlCol="0">
            <a:spAutoFit/>
          </a:bodyPr>
          <a:lstStyle/>
          <a:p>
            <a:pPr marL="285750" lvl="0" indent="-285750">
              <a:buFont typeface="Wingdings" panose="05000000000000000000" pitchFamily="2" charset="2"/>
              <a:buChar char="Ø"/>
              <a:defRPr/>
            </a:pPr>
            <a:r>
              <a:rPr lang="en-US" b="1" dirty="0">
                <a:solidFill>
                  <a:prstClr val="black"/>
                </a:solidFill>
              </a:rPr>
              <a:t>Step 2 – Open the folder in VS Code</a:t>
            </a:r>
          </a:p>
          <a:p>
            <a:pPr marL="285750" lvl="0" indent="-285750">
              <a:buFont typeface="Wingdings" panose="05000000000000000000" pitchFamily="2" charset="2"/>
              <a:buChar char="Ø"/>
              <a:defRPr/>
            </a:pPr>
            <a:endParaRPr lang="en-US" b="1" dirty="0">
              <a:solidFill>
                <a:prstClr val="black"/>
              </a:solidFill>
            </a:endParaRPr>
          </a:p>
          <a:p>
            <a:pPr marL="1314450" lvl="2" indent="-400050">
              <a:buFont typeface="+mj-lt"/>
              <a:buAutoNum type="romanLcPeriod"/>
              <a:defRPr/>
            </a:pPr>
            <a:r>
              <a:rPr lang="en-US" dirty="0">
                <a:solidFill>
                  <a:prstClr val="black"/>
                </a:solidFill>
              </a:rPr>
              <a:t>Create </a:t>
            </a:r>
            <a:r>
              <a:rPr lang="en-US" b="1" dirty="0">
                <a:solidFill>
                  <a:prstClr val="black"/>
                </a:solidFill>
              </a:rPr>
              <a:t>(</a:t>
            </a:r>
            <a:r>
              <a:rPr lang="en-US" b="1" i="1" dirty="0">
                <a:solidFill>
                  <a:prstClr val="black"/>
                </a:solidFill>
              </a:rPr>
              <a:t>module3_sensor_analysis.py)</a:t>
            </a:r>
          </a:p>
          <a:p>
            <a:pPr marL="1314450" lvl="2" indent="-400050">
              <a:buFont typeface="+mj-lt"/>
              <a:buAutoNum type="romanLcPeriod"/>
              <a:defRPr/>
            </a:pPr>
            <a:r>
              <a:rPr lang="en-US" dirty="0">
                <a:solidFill>
                  <a:prstClr val="black"/>
                </a:solidFill>
              </a:rPr>
              <a:t>Install the required Python packages.</a:t>
            </a:r>
          </a:p>
          <a:p>
            <a:pPr marL="1314450" lvl="2" indent="-400050">
              <a:buFont typeface="+mj-lt"/>
              <a:buAutoNum type="romanLcPeriod"/>
              <a:defRPr/>
            </a:pPr>
            <a:r>
              <a:rPr lang="en-US" dirty="0">
                <a:solidFill>
                  <a:prstClr val="black"/>
                </a:solidFill>
              </a:rPr>
              <a:t>In VS Code, select : </a:t>
            </a:r>
            <a:r>
              <a:rPr lang="en-US" b="1" i="1" dirty="0">
                <a:solidFill>
                  <a:prstClr val="black"/>
                </a:solidFill>
              </a:rPr>
              <a:t>Terminal → New Terminal</a:t>
            </a:r>
          </a:p>
          <a:p>
            <a:pPr marL="1314450" lvl="2" indent="-400050">
              <a:buFont typeface="+mj-lt"/>
              <a:buAutoNum type="romanLcPeriod"/>
              <a:defRPr/>
            </a:pPr>
            <a:r>
              <a:rPr lang="en-GB" dirty="0">
                <a:solidFill>
                  <a:prstClr val="black"/>
                </a:solidFill>
              </a:rPr>
              <a:t>Run: </a:t>
            </a:r>
            <a:r>
              <a:rPr lang="en-GB" b="1" i="1" dirty="0">
                <a:solidFill>
                  <a:prstClr val="black"/>
                </a:solidFill>
              </a:rPr>
              <a:t>pip install pandas </a:t>
            </a:r>
            <a:r>
              <a:rPr lang="en-GB" b="1" i="1" dirty="0" err="1">
                <a:solidFill>
                  <a:prstClr val="black"/>
                </a:solidFill>
              </a:rPr>
              <a:t>openpyxl</a:t>
            </a:r>
            <a:endParaRPr lang="en-GB" b="1" i="1" dirty="0">
              <a:solidFill>
                <a:prstClr val="black"/>
              </a:solidFill>
            </a:endParaRPr>
          </a:p>
        </p:txBody>
      </p:sp>
      <p:grpSp>
        <p:nvGrpSpPr>
          <p:cNvPr id="6" name="Group 5">
            <a:extLst>
              <a:ext uri="{FF2B5EF4-FFF2-40B4-BE49-F238E27FC236}">
                <a16:creationId xmlns:a16="http://schemas.microsoft.com/office/drawing/2014/main" id="{FF14B3C5-D8BA-48CD-91C5-BAECFC3A4742}"/>
              </a:ext>
            </a:extLst>
          </p:cNvPr>
          <p:cNvGrpSpPr/>
          <p:nvPr/>
        </p:nvGrpSpPr>
        <p:grpSpPr>
          <a:xfrm>
            <a:off x="6266993" y="1838325"/>
            <a:ext cx="5360262" cy="2135326"/>
            <a:chOff x="2637967" y="3454535"/>
            <a:chExt cx="6554115" cy="2753109"/>
          </a:xfrm>
        </p:grpSpPr>
        <p:pic>
          <p:nvPicPr>
            <p:cNvPr id="4" name="Picture 3">
              <a:extLst>
                <a:ext uri="{FF2B5EF4-FFF2-40B4-BE49-F238E27FC236}">
                  <a16:creationId xmlns:a16="http://schemas.microsoft.com/office/drawing/2014/main" id="{61B74C1B-E5C2-4861-B487-2FD95993238B}"/>
                </a:ext>
              </a:extLst>
            </p:cNvPr>
            <p:cNvPicPr>
              <a:picLocks noChangeAspect="1"/>
            </p:cNvPicPr>
            <p:nvPr/>
          </p:nvPicPr>
          <p:blipFill>
            <a:blip r:embed="rId3"/>
            <a:stretch>
              <a:fillRect/>
            </a:stretch>
          </p:blipFill>
          <p:spPr>
            <a:xfrm>
              <a:off x="2637967" y="3454535"/>
              <a:ext cx="6554115" cy="2753109"/>
            </a:xfrm>
            <a:prstGeom prst="rect">
              <a:avLst/>
            </a:prstGeom>
            <a:ln>
              <a:solidFill>
                <a:schemeClr val="accent2"/>
              </a:solidFill>
            </a:ln>
          </p:spPr>
        </p:pic>
        <p:sp>
          <p:nvSpPr>
            <p:cNvPr id="5" name="Rectangle 4">
              <a:extLst>
                <a:ext uri="{FF2B5EF4-FFF2-40B4-BE49-F238E27FC236}">
                  <a16:creationId xmlns:a16="http://schemas.microsoft.com/office/drawing/2014/main" id="{40749B55-6DB2-4731-B655-2148874CF3CE}"/>
                </a:ext>
              </a:extLst>
            </p:cNvPr>
            <p:cNvSpPr/>
            <p:nvPr/>
          </p:nvSpPr>
          <p:spPr>
            <a:xfrm>
              <a:off x="6543675" y="4295775"/>
              <a:ext cx="2228850" cy="1905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99F2444D-7F92-41FD-8D29-1A1EB01E1306}"/>
              </a:ext>
            </a:extLst>
          </p:cNvPr>
          <p:cNvGrpSpPr/>
          <p:nvPr/>
        </p:nvGrpSpPr>
        <p:grpSpPr>
          <a:xfrm>
            <a:off x="1070713" y="4087008"/>
            <a:ext cx="8292362" cy="1996910"/>
            <a:chOff x="1070713" y="4087008"/>
            <a:chExt cx="8292362" cy="1996910"/>
          </a:xfrm>
        </p:grpSpPr>
        <p:grpSp>
          <p:nvGrpSpPr>
            <p:cNvPr id="12" name="Group 11">
              <a:extLst>
                <a:ext uri="{FF2B5EF4-FFF2-40B4-BE49-F238E27FC236}">
                  <a16:creationId xmlns:a16="http://schemas.microsoft.com/office/drawing/2014/main" id="{DD2F9877-D86D-48B6-8ABB-EBD1591D5EBE}"/>
                </a:ext>
              </a:extLst>
            </p:cNvPr>
            <p:cNvGrpSpPr/>
            <p:nvPr/>
          </p:nvGrpSpPr>
          <p:grpSpPr>
            <a:xfrm>
              <a:off x="1070713" y="4087008"/>
              <a:ext cx="8292362" cy="1996910"/>
              <a:chOff x="1070713" y="4087008"/>
              <a:chExt cx="8292362" cy="1996910"/>
            </a:xfrm>
          </p:grpSpPr>
          <p:pic>
            <p:nvPicPr>
              <p:cNvPr id="10" name="Picture 9">
                <a:extLst>
                  <a:ext uri="{FF2B5EF4-FFF2-40B4-BE49-F238E27FC236}">
                    <a16:creationId xmlns:a16="http://schemas.microsoft.com/office/drawing/2014/main" id="{49BE898C-EA3C-48FE-B85A-0CE4CFDE74D4}"/>
                  </a:ext>
                </a:extLst>
              </p:cNvPr>
              <p:cNvPicPr>
                <a:picLocks noChangeAspect="1"/>
              </p:cNvPicPr>
              <p:nvPr/>
            </p:nvPicPr>
            <p:blipFill>
              <a:blip r:embed="rId4"/>
              <a:stretch>
                <a:fillRect/>
              </a:stretch>
            </p:blipFill>
            <p:spPr>
              <a:xfrm>
                <a:off x="1070713" y="4087008"/>
                <a:ext cx="8292362" cy="1996910"/>
              </a:xfrm>
              <a:prstGeom prst="rect">
                <a:avLst/>
              </a:prstGeom>
              <a:ln>
                <a:solidFill>
                  <a:schemeClr val="accent2"/>
                </a:solidFill>
              </a:ln>
            </p:spPr>
          </p:pic>
          <p:sp>
            <p:nvSpPr>
              <p:cNvPr id="11" name="Rectangle 10">
                <a:extLst>
                  <a:ext uri="{FF2B5EF4-FFF2-40B4-BE49-F238E27FC236}">
                    <a16:creationId xmlns:a16="http://schemas.microsoft.com/office/drawing/2014/main" id="{767F0795-7B25-4533-B63C-15828534A663}"/>
                  </a:ext>
                </a:extLst>
              </p:cNvPr>
              <p:cNvSpPr/>
              <p:nvPr/>
            </p:nvSpPr>
            <p:spPr>
              <a:xfrm>
                <a:off x="1070713" y="4087009"/>
                <a:ext cx="6758837" cy="2754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3EB7020-30A0-4885-A11C-637A5E175999}"/>
                </a:ext>
              </a:extLst>
            </p:cNvPr>
            <p:cNvSpPr/>
            <p:nvPr/>
          </p:nvSpPr>
          <p:spPr>
            <a:xfrm>
              <a:off x="1143000" y="5676900"/>
              <a:ext cx="1866900" cy="2000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534509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Practical Exercise: Exploring Industrial Sensor Datasets Using Python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1200329"/>
          </a:xfrm>
          <a:prstGeom prst="rect">
            <a:avLst/>
          </a:prstGeom>
          <a:noFill/>
        </p:spPr>
        <p:txBody>
          <a:bodyPr wrap="square" rtlCol="0">
            <a:spAutoFit/>
          </a:bodyPr>
          <a:lstStyle/>
          <a:p>
            <a:pPr marL="285750" lvl="0" indent="-285750">
              <a:buFont typeface="Wingdings" panose="05000000000000000000" pitchFamily="2" charset="2"/>
              <a:buChar char="Ø"/>
              <a:defRPr/>
            </a:pPr>
            <a:r>
              <a:rPr lang="en-US" b="1" dirty="0">
                <a:solidFill>
                  <a:prstClr val="black"/>
                </a:solidFill>
              </a:rPr>
              <a:t>Step 3 – Add the Step 1 code</a:t>
            </a:r>
          </a:p>
          <a:p>
            <a:pPr marL="285750" lvl="0" indent="-285750">
              <a:buFont typeface="Wingdings" panose="05000000000000000000" pitchFamily="2" charset="2"/>
              <a:buChar char="Ø"/>
              <a:defRPr/>
            </a:pPr>
            <a:endParaRPr lang="en-US" b="1" dirty="0">
              <a:solidFill>
                <a:prstClr val="black"/>
              </a:solidFill>
            </a:endParaRPr>
          </a:p>
          <a:p>
            <a:pPr marL="1314450" lvl="2" indent="-400050">
              <a:buFont typeface="+mj-lt"/>
              <a:buAutoNum type="romanLcPeriod"/>
              <a:defRPr/>
            </a:pPr>
            <a:r>
              <a:rPr lang="en-US" dirty="0">
                <a:solidFill>
                  <a:prstClr val="black"/>
                </a:solidFill>
              </a:rPr>
              <a:t>Open: </a:t>
            </a:r>
            <a:r>
              <a:rPr lang="en-US" b="1" i="1" dirty="0">
                <a:solidFill>
                  <a:prstClr val="black"/>
                </a:solidFill>
              </a:rPr>
              <a:t>module3_sensor_analysis.py</a:t>
            </a:r>
          </a:p>
          <a:p>
            <a:pPr marL="1314450" lvl="2" indent="-400050">
              <a:buFont typeface="+mj-lt"/>
              <a:buAutoNum type="romanLcPeriod"/>
              <a:defRPr/>
            </a:pPr>
            <a:r>
              <a:rPr lang="en-GB" dirty="0">
                <a:solidFill>
                  <a:prstClr val="black"/>
                </a:solidFill>
              </a:rPr>
              <a:t>Paste this complete code:</a:t>
            </a:r>
          </a:p>
        </p:txBody>
      </p:sp>
      <p:sp>
        <p:nvSpPr>
          <p:cNvPr id="6" name="Rectangle 5">
            <a:extLst>
              <a:ext uri="{FF2B5EF4-FFF2-40B4-BE49-F238E27FC236}">
                <a16:creationId xmlns:a16="http://schemas.microsoft.com/office/drawing/2014/main" id="{70657C73-7344-497A-A349-5EA7F85BC0D2}"/>
              </a:ext>
            </a:extLst>
          </p:cNvPr>
          <p:cNvSpPr/>
          <p:nvPr/>
        </p:nvSpPr>
        <p:spPr>
          <a:xfrm>
            <a:off x="1406322" y="2791947"/>
            <a:ext cx="3016007" cy="3785652"/>
          </a:xfrm>
          <a:prstGeom prst="rect">
            <a:avLst/>
          </a:prstGeom>
          <a:ln>
            <a:solidFill>
              <a:schemeClr val="tx1"/>
            </a:solidFill>
          </a:ln>
        </p:spPr>
        <p:txBody>
          <a:bodyPr wrap="square">
            <a:spAutoFit/>
          </a:bodyPr>
          <a:lstStyle/>
          <a:p>
            <a:r>
              <a:rPr lang="en-US" sz="1000" dirty="0"/>
              <a:t>import pandas as pd</a:t>
            </a:r>
          </a:p>
          <a:p>
            <a:endParaRPr lang="en-US" sz="1000" dirty="0"/>
          </a:p>
          <a:p>
            <a:r>
              <a:rPr lang="en-US" sz="1000" dirty="0"/>
              <a:t>print("Module 3 - Industrial Sensor Data Analysis")</a:t>
            </a:r>
          </a:p>
          <a:p>
            <a:r>
              <a:rPr lang="en-US" sz="1000" dirty="0"/>
              <a:t>print("------------------------------------------")</a:t>
            </a:r>
          </a:p>
          <a:p>
            <a:r>
              <a:rPr lang="en-US" sz="1000" dirty="0"/>
              <a:t># Load the industrial sensor dataset</a:t>
            </a:r>
          </a:p>
          <a:p>
            <a:r>
              <a:rPr lang="en-US" sz="1000" dirty="0" err="1"/>
              <a:t>file_path</a:t>
            </a:r>
            <a:r>
              <a:rPr lang="en-US" sz="1000" dirty="0"/>
              <a:t> = "Industrial_Sensor_Predictive_Analytics_Dataset.xlsx"</a:t>
            </a:r>
          </a:p>
          <a:p>
            <a:r>
              <a:rPr lang="en-US" sz="1000" dirty="0"/>
              <a:t>df = </a:t>
            </a:r>
            <a:r>
              <a:rPr lang="en-US" sz="1000" dirty="0" err="1"/>
              <a:t>pd.read_excel</a:t>
            </a:r>
            <a:r>
              <a:rPr lang="en-US" sz="1000" dirty="0"/>
              <a:t>(</a:t>
            </a:r>
          </a:p>
          <a:p>
            <a:r>
              <a:rPr lang="en-US" sz="1000" dirty="0"/>
              <a:t>    </a:t>
            </a:r>
            <a:r>
              <a:rPr lang="en-US" sz="1000" dirty="0" err="1"/>
              <a:t>file_path</a:t>
            </a:r>
            <a:r>
              <a:rPr lang="en-US" sz="1000" dirty="0"/>
              <a:t>,</a:t>
            </a:r>
          </a:p>
          <a:p>
            <a:r>
              <a:rPr lang="en-US" sz="1000" dirty="0"/>
              <a:t>    </a:t>
            </a:r>
            <a:r>
              <a:rPr lang="en-US" sz="1000" dirty="0" err="1"/>
              <a:t>sheet_name</a:t>
            </a:r>
            <a:r>
              <a:rPr lang="en-US" sz="1000" dirty="0"/>
              <a:t>="</a:t>
            </a:r>
            <a:r>
              <a:rPr lang="en-US" sz="1000" dirty="0" err="1"/>
              <a:t>Industrial_Sensor_Data</a:t>
            </a:r>
            <a:r>
              <a:rPr lang="en-US" sz="1000" dirty="0"/>
              <a:t>"</a:t>
            </a:r>
          </a:p>
          <a:p>
            <a:r>
              <a:rPr lang="en-US" sz="1000" dirty="0"/>
              <a:t>)</a:t>
            </a:r>
          </a:p>
          <a:p>
            <a:r>
              <a:rPr lang="en-US" sz="1000" dirty="0"/>
              <a:t># Display first five records</a:t>
            </a:r>
          </a:p>
          <a:p>
            <a:r>
              <a:rPr lang="en-US" sz="1000" dirty="0"/>
              <a:t>print("\</a:t>
            </a:r>
            <a:r>
              <a:rPr lang="en-US" sz="1000" dirty="0" err="1"/>
              <a:t>nFirst</a:t>
            </a:r>
            <a:r>
              <a:rPr lang="en-US" sz="1000" dirty="0"/>
              <a:t> 5 Records:")</a:t>
            </a:r>
          </a:p>
          <a:p>
            <a:r>
              <a:rPr lang="en-US" sz="1000" dirty="0"/>
              <a:t>print(</a:t>
            </a:r>
            <a:r>
              <a:rPr lang="en-US" sz="1000" dirty="0" err="1"/>
              <a:t>df.head</a:t>
            </a:r>
            <a:r>
              <a:rPr lang="en-US" sz="1000" dirty="0"/>
              <a:t>())</a:t>
            </a:r>
          </a:p>
          <a:p>
            <a:r>
              <a:rPr lang="en-US" sz="1000" dirty="0"/>
              <a:t># Display dataset size</a:t>
            </a:r>
          </a:p>
          <a:p>
            <a:r>
              <a:rPr lang="en-US" sz="1000" dirty="0"/>
              <a:t>print("\</a:t>
            </a:r>
            <a:r>
              <a:rPr lang="en-US" sz="1000" dirty="0" err="1"/>
              <a:t>nDataset</a:t>
            </a:r>
            <a:r>
              <a:rPr lang="en-US" sz="1000" dirty="0"/>
              <a:t> Size:")</a:t>
            </a:r>
          </a:p>
          <a:p>
            <a:r>
              <a:rPr lang="en-US" sz="1000" dirty="0"/>
              <a:t>print("Rows:", </a:t>
            </a:r>
            <a:r>
              <a:rPr lang="en-US" sz="1000" dirty="0" err="1"/>
              <a:t>df.shape</a:t>
            </a:r>
            <a:r>
              <a:rPr lang="en-US" sz="1000" dirty="0"/>
              <a:t>[0])</a:t>
            </a:r>
          </a:p>
          <a:p>
            <a:r>
              <a:rPr lang="en-US" sz="1000" dirty="0"/>
              <a:t>print("Columns:", </a:t>
            </a:r>
            <a:r>
              <a:rPr lang="en-US" sz="1000" dirty="0" err="1"/>
              <a:t>df.shape</a:t>
            </a:r>
            <a:r>
              <a:rPr lang="en-US" sz="1000" dirty="0"/>
              <a:t>[1])</a:t>
            </a:r>
          </a:p>
          <a:p>
            <a:r>
              <a:rPr lang="en-US" sz="1000" dirty="0"/>
              <a:t># Display column names</a:t>
            </a:r>
          </a:p>
          <a:p>
            <a:r>
              <a:rPr lang="en-US" sz="1000" dirty="0"/>
              <a:t>print("\</a:t>
            </a:r>
            <a:r>
              <a:rPr lang="en-US" sz="1000" dirty="0" err="1"/>
              <a:t>nColumn</a:t>
            </a:r>
            <a:r>
              <a:rPr lang="en-US" sz="1000" dirty="0"/>
              <a:t> Names:")</a:t>
            </a:r>
          </a:p>
          <a:p>
            <a:r>
              <a:rPr lang="en-US" sz="1000" dirty="0"/>
              <a:t>print(</a:t>
            </a:r>
            <a:r>
              <a:rPr lang="en-US" sz="1000" dirty="0" err="1"/>
              <a:t>df.columns.tolist</a:t>
            </a:r>
            <a:r>
              <a:rPr lang="en-US" sz="1000" dirty="0"/>
              <a:t>()</a:t>
            </a:r>
          </a:p>
          <a:p>
            <a:r>
              <a:rPr lang="en-US" sz="1000" dirty="0"/>
              <a:t># Display data types</a:t>
            </a:r>
          </a:p>
          <a:p>
            <a:r>
              <a:rPr lang="en-US" sz="1000" dirty="0"/>
              <a:t>print("\</a:t>
            </a:r>
            <a:r>
              <a:rPr lang="en-US" sz="1000" dirty="0" err="1"/>
              <a:t>nData</a:t>
            </a:r>
            <a:r>
              <a:rPr lang="en-US" sz="1000" dirty="0"/>
              <a:t> Types:")</a:t>
            </a:r>
          </a:p>
          <a:p>
            <a:r>
              <a:rPr lang="en-US" sz="1000" dirty="0"/>
              <a:t>print(</a:t>
            </a:r>
            <a:r>
              <a:rPr lang="en-US" sz="1000" dirty="0" err="1"/>
              <a:t>df.dtypes</a:t>
            </a:r>
            <a:r>
              <a:rPr lang="en-US" sz="1000" dirty="0"/>
              <a:t>)</a:t>
            </a:r>
          </a:p>
        </p:txBody>
      </p:sp>
      <p:sp>
        <p:nvSpPr>
          <p:cNvPr id="7" name="Rectangle 6">
            <a:extLst>
              <a:ext uri="{FF2B5EF4-FFF2-40B4-BE49-F238E27FC236}">
                <a16:creationId xmlns:a16="http://schemas.microsoft.com/office/drawing/2014/main" id="{A895D153-A93B-46FC-A706-D62D68BBA1E8}"/>
              </a:ext>
            </a:extLst>
          </p:cNvPr>
          <p:cNvSpPr/>
          <p:nvPr/>
        </p:nvSpPr>
        <p:spPr>
          <a:xfrm>
            <a:off x="4670443" y="2791947"/>
            <a:ext cx="2720773" cy="3631763"/>
          </a:xfrm>
          <a:prstGeom prst="rect">
            <a:avLst/>
          </a:prstGeom>
          <a:ln>
            <a:solidFill>
              <a:schemeClr val="tx1"/>
            </a:solidFill>
          </a:ln>
        </p:spPr>
        <p:txBody>
          <a:bodyPr wrap="square">
            <a:spAutoFit/>
          </a:bodyPr>
          <a:lstStyle/>
          <a:p>
            <a:r>
              <a:rPr lang="en-US" sz="1000" dirty="0"/>
              <a:t># Display summary statistics</a:t>
            </a:r>
          </a:p>
          <a:p>
            <a:r>
              <a:rPr lang="en-US" sz="1000" dirty="0"/>
              <a:t>print("\</a:t>
            </a:r>
            <a:r>
              <a:rPr lang="en-US" sz="1000" dirty="0" err="1"/>
              <a:t>nSummary</a:t>
            </a:r>
            <a:r>
              <a:rPr lang="en-US" sz="1000" dirty="0"/>
              <a:t> Statistics:")</a:t>
            </a:r>
          </a:p>
          <a:p>
            <a:r>
              <a:rPr lang="en-US" sz="1000" dirty="0"/>
              <a:t>print(</a:t>
            </a:r>
            <a:r>
              <a:rPr lang="en-US" sz="1000" dirty="0" err="1"/>
              <a:t>df.describe</a:t>
            </a:r>
            <a:r>
              <a:rPr lang="en-US" sz="1000" dirty="0"/>
              <a:t>())</a:t>
            </a:r>
          </a:p>
          <a:p>
            <a:endParaRPr lang="en-US" sz="1000" dirty="0"/>
          </a:p>
          <a:p>
            <a:r>
              <a:rPr lang="en-US" sz="1000" dirty="0"/>
              <a:t># Identify timestamp column</a:t>
            </a:r>
          </a:p>
          <a:p>
            <a:r>
              <a:rPr lang="en-US" sz="1000" dirty="0"/>
              <a:t>print("\</a:t>
            </a:r>
            <a:r>
              <a:rPr lang="en-US" sz="1000" dirty="0" err="1"/>
              <a:t>nTimestamp</a:t>
            </a:r>
            <a:r>
              <a:rPr lang="en-US" sz="1000" dirty="0"/>
              <a:t> Column:")</a:t>
            </a:r>
          </a:p>
          <a:p>
            <a:r>
              <a:rPr lang="en-US" sz="1000" dirty="0"/>
              <a:t>print("Timestamp")</a:t>
            </a:r>
          </a:p>
          <a:p>
            <a:endParaRPr lang="en-US" sz="1000" dirty="0"/>
          </a:p>
          <a:p>
            <a:r>
              <a:rPr lang="en-US" sz="1000" dirty="0"/>
              <a:t># Identify sensor measurement columns</a:t>
            </a:r>
          </a:p>
          <a:p>
            <a:r>
              <a:rPr lang="en-US" sz="1000" dirty="0" err="1"/>
              <a:t>sensor_columns</a:t>
            </a:r>
            <a:r>
              <a:rPr lang="en-US" sz="1000" dirty="0"/>
              <a:t> = [</a:t>
            </a:r>
          </a:p>
          <a:p>
            <a:r>
              <a:rPr lang="en-US" sz="1000" dirty="0"/>
              <a:t>    "</a:t>
            </a:r>
            <a:r>
              <a:rPr lang="en-US" sz="1000" dirty="0" err="1"/>
              <a:t>Temperature_C</a:t>
            </a:r>
            <a:r>
              <a:rPr lang="en-US" sz="1000" dirty="0"/>
              <a:t>",</a:t>
            </a:r>
          </a:p>
          <a:p>
            <a:r>
              <a:rPr lang="en-US" sz="1000" dirty="0"/>
              <a:t>    "</a:t>
            </a:r>
            <a:r>
              <a:rPr lang="en-US" sz="1000" dirty="0" err="1"/>
              <a:t>Pressure_bar</a:t>
            </a:r>
            <a:r>
              <a:rPr lang="en-US" sz="1000" dirty="0"/>
              <a:t>",</a:t>
            </a:r>
          </a:p>
          <a:p>
            <a:r>
              <a:rPr lang="en-US" sz="1000" dirty="0"/>
              <a:t>    "</a:t>
            </a:r>
            <a:r>
              <a:rPr lang="en-US" sz="1000" dirty="0" err="1"/>
              <a:t>Vibration_mm_s</a:t>
            </a:r>
            <a:r>
              <a:rPr lang="en-US" sz="1000" dirty="0"/>
              <a:t>",</a:t>
            </a:r>
          </a:p>
          <a:p>
            <a:r>
              <a:rPr lang="en-US" sz="1000" dirty="0"/>
              <a:t>    "RPM",</a:t>
            </a:r>
          </a:p>
          <a:p>
            <a:r>
              <a:rPr lang="en-US" sz="1000" dirty="0"/>
              <a:t>    "</a:t>
            </a:r>
            <a:r>
              <a:rPr lang="en-US" sz="1000" dirty="0" err="1"/>
              <a:t>Current_A</a:t>
            </a:r>
            <a:r>
              <a:rPr lang="en-US" sz="1000" dirty="0"/>
              <a:t>",</a:t>
            </a:r>
          </a:p>
          <a:p>
            <a:r>
              <a:rPr lang="en-US" sz="1000" dirty="0"/>
              <a:t>    "</a:t>
            </a:r>
            <a:r>
              <a:rPr lang="en-US" sz="1000" dirty="0" err="1"/>
              <a:t>Humidity_pct</a:t>
            </a:r>
            <a:r>
              <a:rPr lang="en-US" sz="1000" dirty="0"/>
              <a:t>"</a:t>
            </a:r>
          </a:p>
          <a:p>
            <a:r>
              <a:rPr lang="en-US" sz="1000" dirty="0"/>
              <a:t>]</a:t>
            </a:r>
          </a:p>
          <a:p>
            <a:endParaRPr lang="en-US" sz="1000" dirty="0"/>
          </a:p>
          <a:p>
            <a:r>
              <a:rPr lang="en-US" sz="1000" dirty="0"/>
              <a:t>print("\</a:t>
            </a:r>
            <a:r>
              <a:rPr lang="en-US" sz="1000" dirty="0" err="1"/>
              <a:t>nSensor</a:t>
            </a:r>
            <a:r>
              <a:rPr lang="en-US" sz="1000" dirty="0"/>
              <a:t> Measurement Columns:")</a:t>
            </a:r>
          </a:p>
          <a:p>
            <a:r>
              <a:rPr lang="en-US" sz="1000" dirty="0"/>
              <a:t>for column in </a:t>
            </a:r>
            <a:r>
              <a:rPr lang="en-US" sz="1000" dirty="0" err="1"/>
              <a:t>sensor_columns</a:t>
            </a:r>
            <a:r>
              <a:rPr lang="en-US" sz="1000" dirty="0"/>
              <a:t>:</a:t>
            </a:r>
          </a:p>
          <a:p>
            <a:r>
              <a:rPr lang="en-US" sz="1000" dirty="0"/>
              <a:t>    print("-", column)</a:t>
            </a:r>
          </a:p>
          <a:p>
            <a:endParaRPr lang="en-US" sz="1000" dirty="0"/>
          </a:p>
          <a:p>
            <a:r>
              <a:rPr lang="en-US" sz="1000" dirty="0"/>
              <a:t>print("\</a:t>
            </a:r>
            <a:r>
              <a:rPr lang="en-US" sz="1000" dirty="0" err="1"/>
              <a:t>nStep</a:t>
            </a:r>
            <a:r>
              <a:rPr lang="en-US" sz="1000" dirty="0"/>
              <a:t> 1 completed successfully.")</a:t>
            </a:r>
          </a:p>
        </p:txBody>
      </p:sp>
      <p:pic>
        <p:nvPicPr>
          <p:cNvPr id="8" name="Picture 7">
            <a:extLst>
              <a:ext uri="{FF2B5EF4-FFF2-40B4-BE49-F238E27FC236}">
                <a16:creationId xmlns:a16="http://schemas.microsoft.com/office/drawing/2014/main" id="{96DA497B-35BA-473B-A1C2-848C639A0C16}"/>
              </a:ext>
            </a:extLst>
          </p:cNvPr>
          <p:cNvPicPr>
            <a:picLocks noChangeAspect="1"/>
          </p:cNvPicPr>
          <p:nvPr/>
        </p:nvPicPr>
        <p:blipFill>
          <a:blip r:embed="rId3"/>
          <a:stretch>
            <a:fillRect/>
          </a:stretch>
        </p:blipFill>
        <p:spPr>
          <a:xfrm>
            <a:off x="7769673" y="1591618"/>
            <a:ext cx="4016769" cy="4522993"/>
          </a:xfrm>
          <a:prstGeom prst="rect">
            <a:avLst/>
          </a:prstGeom>
          <a:ln>
            <a:solidFill>
              <a:schemeClr val="accent2"/>
            </a:solidFill>
          </a:ln>
        </p:spPr>
      </p:pic>
    </p:spTree>
    <p:extLst>
      <p:ext uri="{BB962C8B-B14F-4D97-AF65-F5344CB8AC3E}">
        <p14:creationId xmlns:p14="http://schemas.microsoft.com/office/powerpoint/2010/main" val="28208121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Practical Exercise: Exploring Industrial Sensor Datasets Using Python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5661595" cy="923330"/>
          </a:xfrm>
          <a:prstGeom prst="rect">
            <a:avLst/>
          </a:prstGeom>
          <a:noFill/>
        </p:spPr>
        <p:txBody>
          <a:bodyPr wrap="square" rtlCol="0">
            <a:spAutoFit/>
          </a:bodyPr>
          <a:lstStyle/>
          <a:p>
            <a:pPr marL="285750" lvl="0" indent="-285750">
              <a:buFont typeface="Wingdings" panose="05000000000000000000" pitchFamily="2" charset="2"/>
              <a:buChar char="Ø"/>
              <a:defRPr/>
            </a:pPr>
            <a:r>
              <a:rPr lang="en-US" b="1" dirty="0">
                <a:solidFill>
                  <a:prstClr val="black"/>
                </a:solidFill>
              </a:rPr>
              <a:t>Step 4 – Run the Python file</a:t>
            </a:r>
          </a:p>
          <a:p>
            <a:pPr marL="285750" lvl="0" indent="-285750">
              <a:buFont typeface="Wingdings" panose="05000000000000000000" pitchFamily="2" charset="2"/>
              <a:buChar char="Ø"/>
              <a:defRPr/>
            </a:pPr>
            <a:endParaRPr lang="en-US" b="1" dirty="0">
              <a:solidFill>
                <a:prstClr val="black"/>
              </a:solidFill>
            </a:endParaRPr>
          </a:p>
          <a:p>
            <a:pPr marL="1314450" lvl="2" indent="-400050">
              <a:buFont typeface="+mj-lt"/>
              <a:buAutoNum type="romanLcPeriod"/>
              <a:defRPr/>
            </a:pPr>
            <a:r>
              <a:rPr lang="en-US" dirty="0"/>
              <a:t>Run: </a:t>
            </a:r>
            <a:r>
              <a:rPr lang="en-US" b="1" i="1" dirty="0"/>
              <a:t>python module3_sensor_analysis.py</a:t>
            </a:r>
            <a:endParaRPr lang="en-GB" b="1" i="1" dirty="0">
              <a:solidFill>
                <a:prstClr val="black"/>
              </a:solidFill>
            </a:endParaRPr>
          </a:p>
        </p:txBody>
      </p:sp>
      <p:sp>
        <p:nvSpPr>
          <p:cNvPr id="4" name="Rectangle 3">
            <a:extLst>
              <a:ext uri="{FF2B5EF4-FFF2-40B4-BE49-F238E27FC236}">
                <a16:creationId xmlns:a16="http://schemas.microsoft.com/office/drawing/2014/main" id="{E3B99562-52DF-43ED-9B7B-558BAB360E73}"/>
              </a:ext>
            </a:extLst>
          </p:cNvPr>
          <p:cNvSpPr/>
          <p:nvPr/>
        </p:nvSpPr>
        <p:spPr>
          <a:xfrm>
            <a:off x="304800" y="4491986"/>
            <a:ext cx="6096000" cy="1754326"/>
          </a:xfrm>
          <a:prstGeom prst="rect">
            <a:avLst/>
          </a:prstGeom>
        </p:spPr>
        <p:txBody>
          <a:bodyPr wrap="square">
            <a:spAutoFit/>
          </a:bodyPr>
          <a:lstStyle/>
          <a:p>
            <a:r>
              <a:rPr lang="en-US" b="1" dirty="0"/>
              <a:t>Outcome : </a:t>
            </a:r>
            <a:r>
              <a:rPr lang="en-US" dirty="0"/>
              <a:t>By completing this lab, participants will be able to load and explore industrial sensor data, prepare timestamp-based records, identify and treat missing values, detect potential outliers, and visualise time-series sensor </a:t>
            </a:r>
            <a:r>
              <a:rPr lang="en-US" dirty="0" err="1"/>
              <a:t>behaviour</a:t>
            </a:r>
            <a:r>
              <a:rPr lang="en-US" dirty="0"/>
              <a:t> using Python. The cleaned dataset can then be reused in later modules for feature engineering and predictive modelling.</a:t>
            </a:r>
          </a:p>
        </p:txBody>
      </p:sp>
      <p:grpSp>
        <p:nvGrpSpPr>
          <p:cNvPr id="7" name="Group 6">
            <a:extLst>
              <a:ext uri="{FF2B5EF4-FFF2-40B4-BE49-F238E27FC236}">
                <a16:creationId xmlns:a16="http://schemas.microsoft.com/office/drawing/2014/main" id="{70E4D6F0-4C8C-4531-B71B-86B2D47F5492}"/>
              </a:ext>
            </a:extLst>
          </p:cNvPr>
          <p:cNvGrpSpPr/>
          <p:nvPr/>
        </p:nvGrpSpPr>
        <p:grpSpPr>
          <a:xfrm>
            <a:off x="6245803" y="2076450"/>
            <a:ext cx="5536832" cy="3292700"/>
            <a:chOff x="6245803" y="2076450"/>
            <a:chExt cx="5536832" cy="3292700"/>
          </a:xfrm>
        </p:grpSpPr>
        <p:pic>
          <p:nvPicPr>
            <p:cNvPr id="5" name="Picture 4">
              <a:extLst>
                <a:ext uri="{FF2B5EF4-FFF2-40B4-BE49-F238E27FC236}">
                  <a16:creationId xmlns:a16="http://schemas.microsoft.com/office/drawing/2014/main" id="{8899EB65-0C73-4829-9519-AB464CD4B262}"/>
                </a:ext>
              </a:extLst>
            </p:cNvPr>
            <p:cNvPicPr>
              <a:picLocks noChangeAspect="1"/>
            </p:cNvPicPr>
            <p:nvPr/>
          </p:nvPicPr>
          <p:blipFill>
            <a:blip r:embed="rId3"/>
            <a:stretch>
              <a:fillRect/>
            </a:stretch>
          </p:blipFill>
          <p:spPr>
            <a:xfrm>
              <a:off x="6245803" y="2076450"/>
              <a:ext cx="5536832" cy="3292700"/>
            </a:xfrm>
            <a:prstGeom prst="rect">
              <a:avLst/>
            </a:prstGeom>
            <a:ln>
              <a:solidFill>
                <a:schemeClr val="accent2"/>
              </a:solidFill>
            </a:ln>
          </p:spPr>
        </p:pic>
        <p:sp>
          <p:nvSpPr>
            <p:cNvPr id="6" name="Rectangle 5">
              <a:extLst>
                <a:ext uri="{FF2B5EF4-FFF2-40B4-BE49-F238E27FC236}">
                  <a16:creationId xmlns:a16="http://schemas.microsoft.com/office/drawing/2014/main" id="{50920726-5168-42B7-8E14-528742B02AAE}"/>
                </a:ext>
              </a:extLst>
            </p:cNvPr>
            <p:cNvSpPr/>
            <p:nvPr/>
          </p:nvSpPr>
          <p:spPr>
            <a:xfrm>
              <a:off x="7648575" y="2400300"/>
              <a:ext cx="1095375" cy="11464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827713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5687705"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6" y="2362126"/>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Outliers always improve data quality</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Extreme values may represent genuine equipment faults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Outliers occur only because of missing timestamps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Predictive models cannot process normal values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Why should engineers be cautious when removing outliers from industrial sensor data?</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260055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6911078"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6" y="2362126"/>
              <a:ext cx="4735956" cy="1815882"/>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It guarantees that no sensor will fail</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converts all measurements into categorical data</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allows observations from different sources to be compared across consistent time references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automatically removes every missing value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Why is timestamp alignment important when combining measurements from multiple industrial sensors?</a:t>
              </a:r>
            </a:p>
          </p:txBody>
        </p:sp>
      </p:grpSp>
    </p:spTree>
    <p:extLst>
      <p:ext uri="{BB962C8B-B14F-4D97-AF65-F5344CB8AC3E}">
        <p14:creationId xmlns:p14="http://schemas.microsoft.com/office/powerpoint/2010/main" val="8936293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2" y="309551"/>
            <a:ext cx="13368528" cy="707886"/>
          </a:xfrm>
          <a:prstGeom prst="rect">
            <a:avLst/>
          </a:prstGeom>
          <a:noFill/>
        </p:spPr>
        <p:txBody>
          <a:bodyPr wrap="square" rtlCol="0">
            <a:spAutoFit/>
          </a:bodyPr>
          <a:lstStyle/>
          <a:p>
            <a:pPr lvl="0">
              <a:defRPr/>
            </a:pPr>
            <a:r>
              <a:rPr lang="en-US" sz="40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4: Python for Industrial Predictive Analytics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421284" y="2305615"/>
            <a:ext cx="7425244" cy="2246769"/>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Python Fundamentals for Predictive Analytics</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Data Analysis Using Pandas</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Numerical Computing Using NumPy</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Processing Industrial Manufacturing Datasets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BC318278-52B4-4A06-A1B6-FE6F221901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034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Python Fundamentals for Predictive Analytics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Role of Python in Industrial Predictive Analytics</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Python provides a flexible programming environment for transforming industrial data into analytical insights and predictive models.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Engineering datasets often contain large volumes of machine measurements, production records, quality information, and operational variables that require systematic processing. Python allows these tasks to be automated rather than performed manually.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Its extensive analytical ecosystem supports data loading, manipulation, numerical computation, visualisation, statistical analysis, and machine learning within a consistent workflow.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can use Python to process repeated manufacturing datasets, calculate operational indicators, identify abnormal conditions, and prepare information for predictive modelling.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Its readable syntax and reusable code also make analytical workflows easier to document, repeat, and modify as manufacturing requirements or data sources change.</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16727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Python Fundamentals for Predictive Analytics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8"/>
            <a:ext cx="11348229" cy="4524315"/>
          </a:xfrm>
          <a:prstGeom prst="rect">
            <a:avLst/>
          </a:prstGeom>
          <a:noFill/>
        </p:spPr>
        <p:txBody>
          <a:bodyPr wrap="square" rtlCol="0">
            <a:spAutoFit/>
          </a:bodyPr>
          <a:lstStyle/>
          <a:p>
            <a:pPr lvl="0">
              <a:defRPr/>
            </a:pPr>
            <a:r>
              <a:rPr lang="en-US" b="1" dirty="0">
                <a:solidFill>
                  <a:prstClr val="black"/>
                </a:solidFill>
              </a:rPr>
              <a:t>Core Python Components for Industrial Analysis</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predictive analytics uses several fundamental Python concepts to organise and process manufacturing information. Variables store individual values, while lists and dictionaries can represent collections of measurements or equipment information. Conditional statements allow different actions to be performed according to operating conditions, and loops support repeated processing across machines, measurements, or production records. Functions package reusable analytical logic into manageable components.</a:t>
            </a:r>
          </a:p>
          <a:p>
            <a:pPr marL="285750" lvl="0" indent="-285750">
              <a:buFont typeface="Wingdings" panose="05000000000000000000" pitchFamily="2" charset="2"/>
              <a:buChar char="Ø"/>
              <a:defRPr/>
            </a:pPr>
            <a:endPar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Key Python concepts include:</a:t>
            </a:r>
          </a:p>
          <a:p>
            <a:pPr marL="742950" lvl="1" indent="-285750">
              <a:buFont typeface="Arial" panose="020B0604020202020204" pitchFamily="34" charset="0"/>
              <a:buChar char="•"/>
              <a:defRPr/>
            </a:pPr>
            <a:r>
              <a:rPr lang="en-US" b="1" dirty="0">
                <a:solidFill>
                  <a:prstClr val="black"/>
                </a:solidFill>
              </a:rPr>
              <a:t>Variables: </a:t>
            </a:r>
            <a:r>
              <a:rPr lang="en-US" dirty="0">
                <a:solidFill>
                  <a:prstClr val="black"/>
                </a:solidFill>
              </a:rPr>
              <a:t>Store measurements and calculated values.</a:t>
            </a:r>
          </a:p>
          <a:p>
            <a:pPr marL="742950" lvl="1" indent="-285750">
              <a:buFont typeface="Arial" panose="020B0604020202020204" pitchFamily="34" charset="0"/>
              <a:buChar char="•"/>
              <a:defRPr/>
            </a:pPr>
            <a:r>
              <a:rPr lang="en-US" b="1" dirty="0">
                <a:solidFill>
                  <a:prstClr val="black"/>
                </a:solidFill>
              </a:rPr>
              <a:t>Data types: </a:t>
            </a:r>
            <a:r>
              <a:rPr lang="en-US" dirty="0">
                <a:solidFill>
                  <a:prstClr val="black"/>
                </a:solidFill>
              </a:rPr>
              <a:t>Represent numbers, text, and logical states.</a:t>
            </a:r>
          </a:p>
          <a:p>
            <a:pPr marL="742950" lvl="1" indent="-285750">
              <a:buFont typeface="Arial" panose="020B0604020202020204" pitchFamily="34" charset="0"/>
              <a:buChar char="•"/>
              <a:defRPr/>
            </a:pPr>
            <a:r>
              <a:rPr lang="en-US" b="1" dirty="0">
                <a:solidFill>
                  <a:prstClr val="black"/>
                </a:solidFill>
              </a:rPr>
              <a:t>Lists: </a:t>
            </a:r>
            <a:r>
              <a:rPr lang="en-US" dirty="0">
                <a:solidFill>
                  <a:prstClr val="black"/>
                </a:solidFill>
              </a:rPr>
              <a:t>Maintain collections of observations.</a:t>
            </a:r>
          </a:p>
          <a:p>
            <a:pPr marL="742950" lvl="1" indent="-285750">
              <a:buFont typeface="Arial" panose="020B0604020202020204" pitchFamily="34" charset="0"/>
              <a:buChar char="•"/>
              <a:defRPr/>
            </a:pPr>
            <a:r>
              <a:rPr lang="en-US" b="1" dirty="0">
                <a:solidFill>
                  <a:prstClr val="black"/>
                </a:solidFill>
              </a:rPr>
              <a:t>Dictionaries: </a:t>
            </a:r>
            <a:r>
              <a:rPr lang="en-US" dirty="0">
                <a:solidFill>
                  <a:prstClr val="black"/>
                </a:solidFill>
              </a:rPr>
              <a:t>Store related information using key-value relationships.</a:t>
            </a:r>
          </a:p>
          <a:p>
            <a:pPr marL="742950" lvl="1" indent="-285750">
              <a:buFont typeface="Arial" panose="020B0604020202020204" pitchFamily="34" charset="0"/>
              <a:buChar char="•"/>
              <a:defRPr/>
            </a:pPr>
            <a:r>
              <a:rPr lang="en-US" b="1" dirty="0">
                <a:solidFill>
                  <a:prstClr val="black"/>
                </a:solidFill>
              </a:rPr>
              <a:t>Conditions:</a:t>
            </a:r>
            <a:r>
              <a:rPr lang="en-US" dirty="0">
                <a:solidFill>
                  <a:prstClr val="black"/>
                </a:solidFill>
              </a:rPr>
              <a:t> Apply logic based on specified criteria.</a:t>
            </a:r>
          </a:p>
          <a:p>
            <a:pPr marL="742950" lvl="1" indent="-285750">
              <a:buFont typeface="Arial" panose="020B0604020202020204" pitchFamily="34" charset="0"/>
              <a:buChar char="•"/>
              <a:defRPr/>
            </a:pPr>
            <a:r>
              <a:rPr lang="en-US" b="1" dirty="0">
                <a:solidFill>
                  <a:prstClr val="black"/>
                </a:solidFill>
              </a:rPr>
              <a:t>Loops: </a:t>
            </a:r>
            <a:r>
              <a:rPr lang="en-US" dirty="0">
                <a:solidFill>
                  <a:prstClr val="black"/>
                </a:solidFill>
              </a:rPr>
              <a:t>Repeat processing tasks.</a:t>
            </a:r>
          </a:p>
          <a:p>
            <a:pPr marL="742950" lvl="1" indent="-285750">
              <a:buFont typeface="Arial" panose="020B0604020202020204" pitchFamily="34" charset="0"/>
              <a:buChar char="•"/>
              <a:defRPr/>
            </a:pPr>
            <a:r>
              <a:rPr lang="en-US" b="1" dirty="0">
                <a:solidFill>
                  <a:prstClr val="black"/>
                </a:solidFill>
              </a:rPr>
              <a:t>Functions:</a:t>
            </a:r>
            <a:r>
              <a:rPr lang="en-US" dirty="0">
                <a:solidFill>
                  <a:prstClr val="black"/>
                </a:solidFill>
              </a:rPr>
              <a:t> Create reusable analytical operations.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C59AC29-1CCD-4E75-A509-78A8114D218E}"/>
              </a:ext>
            </a:extLst>
          </p:cNvPr>
          <p:cNvPicPr>
            <a:picLocks noChangeAspect="1"/>
          </p:cNvPicPr>
          <p:nvPr/>
        </p:nvPicPr>
        <p:blipFill>
          <a:blip r:embed="rId3"/>
          <a:stretch>
            <a:fillRect/>
          </a:stretch>
        </p:blipFill>
        <p:spPr>
          <a:xfrm>
            <a:off x="8153024" y="3324226"/>
            <a:ext cx="2888521" cy="2883418"/>
          </a:xfrm>
          <a:prstGeom prst="rect">
            <a:avLst/>
          </a:prstGeom>
        </p:spPr>
      </p:pic>
    </p:spTree>
    <p:extLst>
      <p:ext uri="{BB962C8B-B14F-4D97-AF65-F5344CB8AC3E}">
        <p14:creationId xmlns:p14="http://schemas.microsoft.com/office/powerpoint/2010/main" val="9087292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Python Fundamentals for Predictive Analytics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Building Repeatable Analytical Workflows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 major advantage of Python is the ability to convert manual analytical procedures into repeatable workflows.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b="1" i="1" dirty="0">
                <a:solidFill>
                  <a:prstClr val="black"/>
                </a:solidFill>
              </a:rPr>
              <a:t>For example, an engineer may need to load production records, calculate machine-level statistics, identify measurements exceeding defined thresholds, and export the results.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Performing these activities manually can become inefficient and inconsistent when datasets are frequently updated. Python scripts can execute the same processing logic whenever new information becomes available.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Functions can further divide the workflow into reusable operations for loading, processing, validation, and analysis.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Repeatability is particularly valuable in industrial environments because predictive analytics frequently depends on consistent processing across machines, production lines, shifts, or time periods. Well-structured code therefore supports efficiency, traceability, and reproducibility.</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1209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Python Fundamentals for Predictive Analytics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923330"/>
          </a:xfrm>
          <a:prstGeom prst="rect">
            <a:avLst/>
          </a:prstGeom>
          <a:noFill/>
        </p:spPr>
        <p:txBody>
          <a:bodyPr wrap="square" rtlCol="0">
            <a:spAutoFit/>
          </a:bodyPr>
          <a:lstStyle/>
          <a:p>
            <a:pPr lvl="0">
              <a:defRPr/>
            </a:pPr>
            <a:r>
              <a:rPr lang="en-US" b="1" dirty="0">
                <a:solidFill>
                  <a:prstClr val="black"/>
                </a:solidFill>
              </a:rPr>
              <a:t>Python-Based Industrial Analytics Workflow</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48AEAC3-F069-47CA-90F4-CA75A3ED0BC8}"/>
              </a:ext>
            </a:extLst>
          </p:cNvPr>
          <p:cNvPicPr>
            <a:picLocks noChangeAspect="1"/>
          </p:cNvPicPr>
          <p:nvPr/>
        </p:nvPicPr>
        <p:blipFill rotWithShape="1">
          <a:blip r:embed="rId3"/>
          <a:srcRect l="7520" t="5112" r="8594" b="5980"/>
          <a:stretch/>
        </p:blipFill>
        <p:spPr>
          <a:xfrm>
            <a:off x="2774156" y="2042286"/>
            <a:ext cx="6643688" cy="3967650"/>
          </a:xfrm>
          <a:prstGeom prst="rect">
            <a:avLst/>
          </a:prstGeom>
        </p:spPr>
      </p:pic>
    </p:spTree>
    <p:extLst>
      <p:ext uri="{BB962C8B-B14F-4D97-AF65-F5344CB8AC3E}">
        <p14:creationId xmlns:p14="http://schemas.microsoft.com/office/powerpoint/2010/main" val="1768759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Analysis Using Pandas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Pandas for Manufacturing Data Analysis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Pandas is a Python library designed for working with structured data and is particularly useful for manufacturing datasets organised into rows and columns.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Its primary structure, the DataFrame, allows engineers to represent information such as machine identifiers, timestamps, temperatures, cycle times, production quantities, downtime, and quality results within a single analytical object.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Pandas provides functions for loading CSV or spreadsheet data, inspecting records, selecting columns, filtering observations, sorting values, handling missing information, and calculating summary statistics.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capabilities make it possible to move efficiently from raw manufacturing records to organised analytical datasets. Pandas also integrates with other Python libraries, allowing processed </a:t>
            </a:r>
            <a:r>
              <a:rPr lang="en-US" dirty="0" err="1">
                <a:solidFill>
                  <a:prstClr val="black"/>
                </a:solidFill>
              </a:rPr>
              <a:t>DataFrames</a:t>
            </a:r>
            <a:r>
              <a:rPr lang="en-US" dirty="0">
                <a:solidFill>
                  <a:prstClr val="black"/>
                </a:solidFill>
              </a:rPr>
              <a:t> to become inputs for visualisation, numerical analysis, feature engineering, and predictive modelling.</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29807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Analysis Using Pandas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Filtering, Grouping, and Aggregating Industrial Data</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Manufacturing datasets frequently contain observations from multiple machines, products, shifts, or production lines. Pandas enables engineers to separate and summarise these records according to operational requirements. Filtering can isolate machines operating above a temperature threshold or production records associated with a particular shift. Grouping can organise observations according to machine, production line, product type, or other categories. Aggregation can then calculate statistics such as average temperature, maximum vibration, total production, defect count, or mean cycle time.</a:t>
            </a:r>
          </a:p>
          <a:p>
            <a:pPr marL="285750" lvl="0" indent="-285750">
              <a:buFont typeface="Wingdings" panose="05000000000000000000" pitchFamily="2" charset="2"/>
              <a:buChar char="Ø"/>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GB" dirty="0">
                <a:solidFill>
                  <a:prstClr val="black"/>
                </a:solidFill>
              </a:rPr>
              <a:t>Typical analytical operations include:</a:t>
            </a:r>
          </a:p>
          <a:p>
            <a:pPr marL="742950" lvl="1" indent="-285750">
              <a:buFont typeface="Arial" panose="020B0604020202020204" pitchFamily="34" charset="0"/>
              <a:buChar char="•"/>
              <a:defRPr/>
            </a:pPr>
            <a:r>
              <a:rPr lang="en-GB" dirty="0">
                <a:solidFill>
                  <a:prstClr val="black"/>
                </a:solidFill>
              </a:rPr>
              <a:t>Selecting relevant columns.</a:t>
            </a:r>
          </a:p>
          <a:p>
            <a:pPr marL="742950" lvl="1" indent="-285750">
              <a:buFont typeface="Arial" panose="020B0604020202020204" pitchFamily="34" charset="0"/>
              <a:buChar char="•"/>
              <a:defRPr/>
            </a:pPr>
            <a:r>
              <a:rPr lang="en-GB" dirty="0">
                <a:solidFill>
                  <a:prstClr val="black"/>
                </a:solidFill>
              </a:rPr>
              <a:t>Filtering records using conditions.</a:t>
            </a:r>
          </a:p>
          <a:p>
            <a:pPr marL="742950" lvl="1" indent="-285750">
              <a:buFont typeface="Arial" panose="020B0604020202020204" pitchFamily="34" charset="0"/>
              <a:buChar char="•"/>
              <a:defRPr/>
            </a:pPr>
            <a:r>
              <a:rPr lang="en-GB" dirty="0">
                <a:solidFill>
                  <a:prstClr val="black"/>
                </a:solidFill>
              </a:rPr>
              <a:t>Sorting measurements.</a:t>
            </a:r>
          </a:p>
          <a:p>
            <a:pPr marL="742950" lvl="1" indent="-285750">
              <a:buFont typeface="Arial" panose="020B0604020202020204" pitchFamily="34" charset="0"/>
              <a:buChar char="•"/>
              <a:defRPr/>
            </a:pPr>
            <a:r>
              <a:rPr lang="en-GB" dirty="0">
                <a:solidFill>
                  <a:prstClr val="black"/>
                </a:solidFill>
              </a:rPr>
              <a:t>Grouping data by machine or production line.</a:t>
            </a:r>
          </a:p>
          <a:p>
            <a:pPr marL="742950" lvl="1" indent="-285750">
              <a:buFont typeface="Arial" panose="020B0604020202020204" pitchFamily="34" charset="0"/>
              <a:buChar char="•"/>
              <a:defRPr/>
            </a:pPr>
            <a:r>
              <a:rPr lang="en-GB" dirty="0">
                <a:solidFill>
                  <a:prstClr val="black"/>
                </a:solidFill>
              </a:rPr>
              <a:t>Calculating mean, minimum, maximum, and totals.</a:t>
            </a:r>
          </a:p>
          <a:p>
            <a:pPr marL="742950" lvl="1" indent="-285750">
              <a:buFont typeface="Arial" panose="020B0604020202020204" pitchFamily="34" charset="0"/>
              <a:buChar char="•"/>
              <a:defRPr/>
            </a:pPr>
            <a:r>
              <a:rPr lang="en-GB" dirty="0">
                <a:solidFill>
                  <a:prstClr val="black"/>
                </a:solidFill>
              </a:rPr>
              <a:t>Counting production or quality events.</a:t>
            </a:r>
          </a:p>
          <a:p>
            <a:pPr marL="742950" lvl="1" indent="-285750">
              <a:buFont typeface="Arial" panose="020B0604020202020204" pitchFamily="34" charset="0"/>
              <a:buChar char="•"/>
              <a:defRPr/>
            </a:pPr>
            <a:r>
              <a:rPr lang="en-GB" dirty="0">
                <a:solidFill>
                  <a:prstClr val="black"/>
                </a:solidFill>
              </a:rPr>
              <a:t>Creating derived analytical columns.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186FF96-2995-4014-A131-AB0D4439ECFD}"/>
              </a:ext>
            </a:extLst>
          </p:cNvPr>
          <p:cNvPicPr>
            <a:picLocks noChangeAspect="1"/>
          </p:cNvPicPr>
          <p:nvPr/>
        </p:nvPicPr>
        <p:blipFill>
          <a:blip r:embed="rId3"/>
          <a:stretch>
            <a:fillRect/>
          </a:stretch>
        </p:blipFill>
        <p:spPr>
          <a:xfrm>
            <a:off x="7953375" y="3557886"/>
            <a:ext cx="2676525" cy="2535457"/>
          </a:xfrm>
          <a:prstGeom prst="rect">
            <a:avLst/>
          </a:prstGeom>
        </p:spPr>
      </p:pic>
    </p:spTree>
    <p:extLst>
      <p:ext uri="{BB962C8B-B14F-4D97-AF65-F5344CB8AC3E}">
        <p14:creationId xmlns:p14="http://schemas.microsoft.com/office/powerpoint/2010/main" val="4085232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Analysis Using Pandas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Using Pandas to Examine Data Quality</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Before industrial data is used for predictive analytics, engineers need to understand its structure and quality. Pandas provides several capabilities for examining datasets and identifying potential issues.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Analysts can inspect column data types, determine whether values are missing, identify duplicated records, review unique categories, and calculate descriptive statistics for numerical measurements.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checks can reveal unexpected values or structural inconsistencies before more advanced analysis begins.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b="1" i="1" dirty="0">
                <a:solidFill>
                  <a:prstClr val="black"/>
                </a:solidFill>
              </a:rPr>
              <a:t>For example, an unusually high maximum temperature may indicate an equipment event or incorrect measurement, while missing machine identifiers may prevent records from being associated with the correct asset. </a:t>
            </a:r>
          </a:p>
          <a:p>
            <a:pPr marL="285750" lvl="0" indent="-285750">
              <a:buFont typeface="Wingdings" panose="05000000000000000000" pitchFamily="2" charset="2"/>
              <a:buChar char="Ø"/>
              <a:defRPr/>
            </a:pPr>
            <a:endParaRPr lang="en-US" b="1" i="1" dirty="0">
              <a:solidFill>
                <a:prstClr val="black"/>
              </a:solidFill>
            </a:endParaRPr>
          </a:p>
          <a:p>
            <a:pPr marL="285750" lvl="0" indent="-285750">
              <a:buFont typeface="Wingdings" panose="05000000000000000000" pitchFamily="2" charset="2"/>
              <a:buChar char="Ø"/>
              <a:defRPr/>
            </a:pPr>
            <a:r>
              <a:rPr lang="en-US" dirty="0">
                <a:solidFill>
                  <a:prstClr val="black"/>
                </a:solidFill>
              </a:rPr>
              <a:t>Early data-quality inspection helps ensure that subsequent numerical calculations and predictive models operate on information that has been properly understood and prepared.</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04800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Analysis Using Pandas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Using Pandas to Examine Data Quality</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Before industrial data is used for predictive analytics, engineers need to understand its structure and quality. Pandas provides several capabilities for examining datasets and identifying potential issues.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Analysts can inspect column data types, determine whether values are missing, identify duplicated records, review unique categories, and calculate descriptive statistics for numerical measurements.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checks can reveal unexpected values or structural inconsistencies before more advanced analysis begins.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b="1" i="1" dirty="0">
                <a:solidFill>
                  <a:prstClr val="black"/>
                </a:solidFill>
              </a:rPr>
              <a:t>For example, an unusually high maximum temperature may indicate an equipment event or incorrect measurement, while missing machine identifiers may prevent records from being associated with the correct asset. </a:t>
            </a:r>
          </a:p>
          <a:p>
            <a:pPr marL="285750" lvl="0" indent="-285750">
              <a:buFont typeface="Wingdings" panose="05000000000000000000" pitchFamily="2" charset="2"/>
              <a:buChar char="Ø"/>
              <a:defRPr/>
            </a:pPr>
            <a:endParaRPr lang="en-US" b="1" i="1" dirty="0">
              <a:solidFill>
                <a:prstClr val="black"/>
              </a:solidFill>
            </a:endParaRPr>
          </a:p>
          <a:p>
            <a:pPr marL="285750" lvl="0" indent="-285750">
              <a:buFont typeface="Wingdings" panose="05000000000000000000" pitchFamily="2" charset="2"/>
              <a:buChar char="Ø"/>
              <a:defRPr/>
            </a:pPr>
            <a:r>
              <a:rPr lang="en-US" dirty="0">
                <a:solidFill>
                  <a:prstClr val="black"/>
                </a:solidFill>
              </a:rPr>
              <a:t>Early data-quality inspection helps ensure that subsequent numerical calculations and predictive models operate on information that has been properly understood and prepared.</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53323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Analysis Using Pandas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646331"/>
          </a:xfrm>
          <a:prstGeom prst="rect">
            <a:avLst/>
          </a:prstGeom>
          <a:noFill/>
        </p:spPr>
        <p:txBody>
          <a:bodyPr wrap="square" rtlCol="0">
            <a:spAutoFit/>
          </a:bodyPr>
          <a:lstStyle/>
          <a:p>
            <a:pPr lvl="0">
              <a:defRPr/>
            </a:pPr>
            <a:r>
              <a:rPr lang="en-US" b="1" dirty="0">
                <a:solidFill>
                  <a:prstClr val="black"/>
                </a:solidFill>
              </a:rPr>
              <a:t>Pandas Workflow for Industrial Data</a:t>
            </a: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3E0A82BD-F8A9-46C0-B30B-1FE3761DDA58}"/>
              </a:ext>
            </a:extLst>
          </p:cNvPr>
          <p:cNvPicPr>
            <a:picLocks noChangeAspect="1"/>
          </p:cNvPicPr>
          <p:nvPr/>
        </p:nvPicPr>
        <p:blipFill rotWithShape="1">
          <a:blip r:embed="rId3"/>
          <a:srcRect l="487" t="35509" r="2734" b="34437"/>
          <a:stretch/>
        </p:blipFill>
        <p:spPr>
          <a:xfrm>
            <a:off x="205766" y="2847974"/>
            <a:ext cx="11576869" cy="2190751"/>
          </a:xfrm>
          <a:prstGeom prst="rect">
            <a:avLst/>
          </a:prstGeom>
        </p:spPr>
      </p:pic>
    </p:spTree>
    <p:extLst>
      <p:ext uri="{BB962C8B-B14F-4D97-AF65-F5344CB8AC3E}">
        <p14:creationId xmlns:p14="http://schemas.microsoft.com/office/powerpoint/2010/main" val="17694395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Numerical Computing Using NumPy</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NumPy for Industrial Numerical Computing</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NumPy provides efficient numerical computing capabilities for Python and is widely used when analytical workflows involve large collections of numerical values.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Its core structure, the multidimensional array, enables numerical data to be stored and processed efficiently. Industrial analytics often requires calculations across thousands of sensor readings, equipment measurements, production values, or engineered variables.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NumPy supports mathematical and statistical operations across these arrays without requiring engineers to process each observation individually.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Operations such as averages, standard deviations, minimum and maximum values, differences, and mathematical transformations can therefore be applied efficiently.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NumPy also provides a numerical foundation for many other Python data-science and machine-learning libraries, making it an important component of predictive analytics workflows.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11463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Numerical Computing Using NumPy</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Applying Numerical Operations to Manufacturing Data</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Numerical calculations help engineers transform raw manufacturing measurements into information that better describes equipment and process behaviour.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NumPy can calculate statistical summaries across arrays of sensor or production values and perform element-wise mathematical operations efficiently.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engineers may calculate average machine temperatures, variability in cycle times, differences between successive measurements, or </a:t>
            </a:r>
            <a:r>
              <a:rPr lang="en-US" dirty="0" err="1">
                <a:solidFill>
                  <a:prstClr val="black"/>
                </a:solidFill>
              </a:rPr>
              <a:t>normalised</a:t>
            </a:r>
            <a:r>
              <a:rPr lang="en-US" dirty="0">
                <a:solidFill>
                  <a:prstClr val="black"/>
                </a:solidFill>
              </a:rPr>
              <a:t> values for further analysis. Arrays can also represent multiple measurements simultaneously, enabling consistent calculations across large datasets.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value of numerical computing becomes particularly significant when processing high-volume industrial information where manual calculations would be impractical.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By combining NumPy with Pandas, engineers can use Pandas for structured data manipulation while applying efficient numerical operations to selected manufacturing variables.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83868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11111152"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Practical Exercise: Industrial Sensor Data Analysis Using Python, Pandas and NumPy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Objective: </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Use Python in VS Code to load, inspect,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analyse</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and process an industrial manufacturing sensor dataset. Participants will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practise</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fundamental Python operations, use Pandas for tabular data analysis, use NumPy for numerical calculations, and generate a processed dataset that can later be used for feature engineering in Module 5.</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Dataset Used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File: Industrial_Sensor_Predictive_Analytics_Dataset.xlsx</a:t>
            </a:r>
            <a:b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Sheet: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Industrial_Sensor_Data</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The dataset contains 1,000 records and 12 columns, including temperature, pressure, vibration, RPM, electrical current, production rate, quality score, fault status and maintenance indicators.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19311548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11111152"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1 — Create the Module 4 Project and Load the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Set up the Python project in VS Code and load the industrial sensor dataset into a Pandas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DataFrame</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1. Create the project folder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a new folder on your system: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Predictive_Analytics_HandsOn</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Inside it, create another folder: Module_4</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Your structure should initially look like: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2. Place the dataset inside the Module 4 folder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Copy Industrial_Sensor_Predictive_Analytics_Dataset.xlsx into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Predictive_Analytics_HandsOn</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/Module_4/</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D0475DF7-B7C6-421A-97FF-8745F269B604}"/>
              </a:ext>
            </a:extLst>
          </p:cNvPr>
          <p:cNvPicPr>
            <a:picLocks noChangeAspect="1"/>
          </p:cNvPicPr>
          <p:nvPr/>
        </p:nvPicPr>
        <p:blipFill>
          <a:blip r:embed="rId3"/>
          <a:stretch>
            <a:fillRect/>
          </a:stretch>
        </p:blipFill>
        <p:spPr>
          <a:xfrm>
            <a:off x="6096000" y="3873616"/>
            <a:ext cx="4524375" cy="1333500"/>
          </a:xfrm>
          <a:prstGeom prst="rect">
            <a:avLst/>
          </a:prstGeom>
          <a:ln>
            <a:solidFill>
              <a:schemeClr val="accent1"/>
            </a:solidFill>
          </a:ln>
        </p:spPr>
      </p:pic>
    </p:spTree>
    <p:extLst>
      <p:ext uri="{BB962C8B-B14F-4D97-AF65-F5344CB8AC3E}">
        <p14:creationId xmlns:p14="http://schemas.microsoft.com/office/powerpoint/2010/main" val="23290375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11111152"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3. Open the folder in VS Code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Open VS Code.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Select: File → Open Folder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Select: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Predictive_Analytics_HandsOn</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4. Open the VS Code terminal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Select: Terminal → New Terminal</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Install the required packages if they are not already installed: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pip install pandas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numpy</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openpyxl</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5" name="Picture 4">
            <a:extLst>
              <a:ext uri="{FF2B5EF4-FFF2-40B4-BE49-F238E27FC236}">
                <a16:creationId xmlns:a16="http://schemas.microsoft.com/office/drawing/2014/main" id="{3BF3708E-8425-496D-8705-12DBEB24D5E3}"/>
              </a:ext>
            </a:extLst>
          </p:cNvPr>
          <p:cNvPicPr>
            <a:picLocks noChangeAspect="1"/>
          </p:cNvPicPr>
          <p:nvPr/>
        </p:nvPicPr>
        <p:blipFill>
          <a:blip r:embed="rId3"/>
          <a:stretch>
            <a:fillRect/>
          </a:stretch>
        </p:blipFill>
        <p:spPr>
          <a:xfrm>
            <a:off x="5093052" y="3322927"/>
            <a:ext cx="6850592" cy="1338694"/>
          </a:xfrm>
          <a:prstGeom prst="rect">
            <a:avLst/>
          </a:prstGeom>
          <a:ln>
            <a:solidFill>
              <a:schemeClr val="accent1"/>
            </a:solidFill>
          </a:ln>
        </p:spPr>
      </p:pic>
    </p:spTree>
    <p:extLst>
      <p:ext uri="{BB962C8B-B14F-4D97-AF65-F5344CB8AC3E}">
        <p14:creationId xmlns:p14="http://schemas.microsoft.com/office/powerpoint/2010/main" val="24507913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11111152"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5. Create the Python file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Inside Module_4, create: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module4_industrial_analysis.py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Your structure becomes: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D4EA37EC-B34E-4CAF-B814-E6C00629A028}"/>
              </a:ext>
            </a:extLst>
          </p:cNvPr>
          <p:cNvPicPr>
            <a:picLocks noChangeAspect="1"/>
          </p:cNvPicPr>
          <p:nvPr/>
        </p:nvPicPr>
        <p:blipFill>
          <a:blip r:embed="rId3"/>
          <a:stretch>
            <a:fillRect/>
          </a:stretch>
        </p:blipFill>
        <p:spPr>
          <a:xfrm>
            <a:off x="3939638" y="3256511"/>
            <a:ext cx="4312724" cy="1876719"/>
          </a:xfrm>
          <a:prstGeom prst="rect">
            <a:avLst/>
          </a:prstGeom>
          <a:ln>
            <a:solidFill>
              <a:schemeClr val="accent1"/>
            </a:solidFill>
          </a:ln>
        </p:spPr>
      </p:pic>
    </p:spTree>
    <p:extLst>
      <p:ext uri="{BB962C8B-B14F-4D97-AF65-F5344CB8AC3E}">
        <p14:creationId xmlns:p14="http://schemas.microsoft.com/office/powerpoint/2010/main" val="7600300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2929686" cy="286232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6. Add the following code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7. Run the program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From the VS Code terminal: python Module_4/module4_industrial_analysis.py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5" name="Picture 4">
            <a:extLst>
              <a:ext uri="{FF2B5EF4-FFF2-40B4-BE49-F238E27FC236}">
                <a16:creationId xmlns:a16="http://schemas.microsoft.com/office/drawing/2014/main" id="{13103BC3-1818-42F4-8F87-CA268FB8788A}"/>
              </a:ext>
            </a:extLst>
          </p:cNvPr>
          <p:cNvPicPr>
            <a:picLocks noChangeAspect="1"/>
          </p:cNvPicPr>
          <p:nvPr/>
        </p:nvPicPr>
        <p:blipFill>
          <a:blip r:embed="rId3"/>
          <a:stretch>
            <a:fillRect/>
          </a:stretch>
        </p:blipFill>
        <p:spPr>
          <a:xfrm>
            <a:off x="3539285" y="1773657"/>
            <a:ext cx="8218311" cy="4152963"/>
          </a:xfrm>
          <a:prstGeom prst="rect">
            <a:avLst/>
          </a:prstGeom>
          <a:ln>
            <a:solidFill>
              <a:schemeClr val="accent1"/>
            </a:solidFill>
          </a:ln>
        </p:spPr>
      </p:pic>
    </p:spTree>
    <p:extLst>
      <p:ext uri="{BB962C8B-B14F-4D97-AF65-F5344CB8AC3E}">
        <p14:creationId xmlns:p14="http://schemas.microsoft.com/office/powerpoint/2010/main" val="2079477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5813996" cy="313932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2 — Inspect the Industrial Dataset Using Pandas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Understand the dataset structure before performing predictive analytics.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Continue in the same file: module4_industrial_analysis.py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 the following code below Step 1:</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6" name="Picture 5">
            <a:extLst>
              <a:ext uri="{FF2B5EF4-FFF2-40B4-BE49-F238E27FC236}">
                <a16:creationId xmlns:a16="http://schemas.microsoft.com/office/drawing/2014/main" id="{E2F9DC3C-7A64-4457-8A10-9BE91D4C8457}"/>
              </a:ext>
            </a:extLst>
          </p:cNvPr>
          <p:cNvPicPr>
            <a:picLocks noChangeAspect="1"/>
          </p:cNvPicPr>
          <p:nvPr/>
        </p:nvPicPr>
        <p:blipFill>
          <a:blip r:embed="rId3"/>
          <a:stretch>
            <a:fillRect/>
          </a:stretch>
        </p:blipFill>
        <p:spPr>
          <a:xfrm>
            <a:off x="6468424" y="2063367"/>
            <a:ext cx="3791479" cy="3801005"/>
          </a:xfrm>
          <a:prstGeom prst="rect">
            <a:avLst/>
          </a:prstGeom>
          <a:ln>
            <a:solidFill>
              <a:schemeClr val="accent1"/>
            </a:solidFill>
          </a:ln>
        </p:spPr>
      </p:pic>
    </p:spTree>
    <p:extLst>
      <p:ext uri="{BB962C8B-B14F-4D97-AF65-F5344CB8AC3E}">
        <p14:creationId xmlns:p14="http://schemas.microsoft.com/office/powerpoint/2010/main" val="21270710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11204440" cy="923330"/>
          </a:xfrm>
          <a:prstGeom prst="rect">
            <a:avLst/>
          </a:prstGeom>
          <a:noFill/>
        </p:spPr>
        <p:txBody>
          <a:bodyPr wrap="square" lIns="91440" tIns="45720" rIns="91440" bIns="45720" rtlCol="0" anchor="t">
            <a:sp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Run the file again: python Module_4/module4_industrial_analysis.py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3C30D51E-5416-4722-92E2-6C7E476B92B8}"/>
              </a:ext>
            </a:extLst>
          </p:cNvPr>
          <p:cNvPicPr>
            <a:picLocks noChangeAspect="1"/>
          </p:cNvPicPr>
          <p:nvPr/>
        </p:nvPicPr>
        <p:blipFill>
          <a:blip r:embed="rId3"/>
          <a:stretch>
            <a:fillRect/>
          </a:stretch>
        </p:blipFill>
        <p:spPr>
          <a:xfrm>
            <a:off x="434404" y="2420115"/>
            <a:ext cx="7016044" cy="2669004"/>
          </a:xfrm>
          <a:prstGeom prst="rect">
            <a:avLst/>
          </a:prstGeom>
          <a:ln>
            <a:solidFill>
              <a:schemeClr val="accent1"/>
            </a:solidFill>
          </a:ln>
        </p:spPr>
      </p:pic>
      <p:pic>
        <p:nvPicPr>
          <p:cNvPr id="5" name="Picture 4">
            <a:extLst>
              <a:ext uri="{FF2B5EF4-FFF2-40B4-BE49-F238E27FC236}">
                <a16:creationId xmlns:a16="http://schemas.microsoft.com/office/drawing/2014/main" id="{EDD7262F-EF43-49DA-88C1-8978AA0B2748}"/>
              </a:ext>
            </a:extLst>
          </p:cNvPr>
          <p:cNvPicPr>
            <a:picLocks noChangeAspect="1"/>
          </p:cNvPicPr>
          <p:nvPr/>
        </p:nvPicPr>
        <p:blipFill>
          <a:blip r:embed="rId4"/>
          <a:stretch>
            <a:fillRect/>
          </a:stretch>
        </p:blipFill>
        <p:spPr>
          <a:xfrm>
            <a:off x="8125223" y="2655352"/>
            <a:ext cx="2838846" cy="2715004"/>
          </a:xfrm>
          <a:prstGeom prst="rect">
            <a:avLst/>
          </a:prstGeom>
          <a:ln>
            <a:solidFill>
              <a:schemeClr val="accent1"/>
            </a:solidFill>
          </a:ln>
        </p:spPr>
      </p:pic>
    </p:spTree>
    <p:extLst>
      <p:ext uri="{BB962C8B-B14F-4D97-AF65-F5344CB8AC3E}">
        <p14:creationId xmlns:p14="http://schemas.microsoft.com/office/powerpoint/2010/main" val="34259543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6347396"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3 — </a:t>
            </a:r>
            <a:r>
              <a:rPr kumimoji="0" lang="en-US" sz="1800" b="1"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Analyse</a:t>
            </a: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Manufacturing Sensor Data Using Pandas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Use filtering, grouping and aggregation to obtain meaningful industrial insights.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 this code below Step 2:</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7" name="Picture 6">
            <a:extLst>
              <a:ext uri="{FF2B5EF4-FFF2-40B4-BE49-F238E27FC236}">
                <a16:creationId xmlns:a16="http://schemas.microsoft.com/office/drawing/2014/main" id="{AB32AC58-443C-422C-BC07-BB60D504A6BD}"/>
              </a:ext>
            </a:extLst>
          </p:cNvPr>
          <p:cNvPicPr>
            <a:picLocks noChangeAspect="1"/>
          </p:cNvPicPr>
          <p:nvPr/>
        </p:nvPicPr>
        <p:blipFill>
          <a:blip r:embed="rId3"/>
          <a:stretch>
            <a:fillRect/>
          </a:stretch>
        </p:blipFill>
        <p:spPr>
          <a:xfrm>
            <a:off x="7089428" y="1376328"/>
            <a:ext cx="4176025" cy="4616027"/>
          </a:xfrm>
          <a:prstGeom prst="rect">
            <a:avLst/>
          </a:prstGeom>
          <a:ln>
            <a:solidFill>
              <a:schemeClr val="accent1"/>
            </a:solidFill>
          </a:ln>
        </p:spPr>
      </p:pic>
      <p:pic>
        <p:nvPicPr>
          <p:cNvPr id="8" name="Picture 7">
            <a:extLst>
              <a:ext uri="{FF2B5EF4-FFF2-40B4-BE49-F238E27FC236}">
                <a16:creationId xmlns:a16="http://schemas.microsoft.com/office/drawing/2014/main" id="{99B77A7B-DFA5-46DF-B76D-86C1B3A3D17E}"/>
              </a:ext>
            </a:extLst>
          </p:cNvPr>
          <p:cNvPicPr>
            <a:picLocks noChangeAspect="1"/>
          </p:cNvPicPr>
          <p:nvPr/>
        </p:nvPicPr>
        <p:blipFill>
          <a:blip r:embed="rId4"/>
          <a:stretch>
            <a:fillRect/>
          </a:stretch>
        </p:blipFill>
        <p:spPr>
          <a:xfrm>
            <a:off x="2733206" y="3684341"/>
            <a:ext cx="3362794" cy="2324424"/>
          </a:xfrm>
          <a:prstGeom prst="rect">
            <a:avLst/>
          </a:prstGeom>
        </p:spPr>
      </p:pic>
      <p:sp>
        <p:nvSpPr>
          <p:cNvPr id="9" name="Rectangle: Rounded Corners 8">
            <a:extLst>
              <a:ext uri="{FF2B5EF4-FFF2-40B4-BE49-F238E27FC236}">
                <a16:creationId xmlns:a16="http://schemas.microsoft.com/office/drawing/2014/main" id="{F2945D78-6D8A-46F2-8841-DC4270AEED23}"/>
              </a:ext>
            </a:extLst>
          </p:cNvPr>
          <p:cNvSpPr/>
          <p:nvPr/>
        </p:nvSpPr>
        <p:spPr>
          <a:xfrm>
            <a:off x="723900" y="4406900"/>
            <a:ext cx="1714500" cy="6858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Output: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8546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6085145"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Now </a:t>
            </a:r>
            <a:r>
              <a:rPr kumimoji="0" lang="en-US" sz="1800" b="1"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analyse</a:t>
            </a: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the machines individually: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What this demonstrates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Participants are using Pandas to convert raw sensor readings into machine-level operational information.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For example, instead of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analysing</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hundreds of individual readings, they can determine the average: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temperature,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pressure,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vibration,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RPM,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production rate,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quality score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for each machine.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F32BD94D-F9B5-4903-ADC5-2F4F7E733200}"/>
              </a:ext>
            </a:extLst>
          </p:cNvPr>
          <p:cNvPicPr>
            <a:picLocks noChangeAspect="1"/>
          </p:cNvPicPr>
          <p:nvPr/>
        </p:nvPicPr>
        <p:blipFill>
          <a:blip r:embed="rId3"/>
          <a:stretch>
            <a:fillRect/>
          </a:stretch>
        </p:blipFill>
        <p:spPr>
          <a:xfrm>
            <a:off x="6917699" y="1540153"/>
            <a:ext cx="4486901" cy="2667372"/>
          </a:xfrm>
          <a:prstGeom prst="rect">
            <a:avLst/>
          </a:prstGeom>
          <a:ln>
            <a:solidFill>
              <a:schemeClr val="accent1"/>
            </a:solidFill>
          </a:ln>
        </p:spPr>
      </p:pic>
      <p:pic>
        <p:nvPicPr>
          <p:cNvPr id="5" name="Picture 4">
            <a:extLst>
              <a:ext uri="{FF2B5EF4-FFF2-40B4-BE49-F238E27FC236}">
                <a16:creationId xmlns:a16="http://schemas.microsoft.com/office/drawing/2014/main" id="{03032801-0023-4DA0-9B8C-CF9F1E3050DD}"/>
              </a:ext>
            </a:extLst>
          </p:cNvPr>
          <p:cNvPicPr>
            <a:picLocks noChangeAspect="1"/>
          </p:cNvPicPr>
          <p:nvPr/>
        </p:nvPicPr>
        <p:blipFill>
          <a:blip r:embed="rId4"/>
          <a:stretch>
            <a:fillRect/>
          </a:stretch>
        </p:blipFill>
        <p:spPr>
          <a:xfrm>
            <a:off x="3917416" y="4450991"/>
            <a:ext cx="7487184" cy="1630783"/>
          </a:xfrm>
          <a:prstGeom prst="rect">
            <a:avLst/>
          </a:prstGeom>
          <a:ln>
            <a:solidFill>
              <a:schemeClr val="accent1"/>
            </a:solidFill>
          </a:ln>
        </p:spPr>
      </p:pic>
    </p:spTree>
    <p:extLst>
      <p:ext uri="{BB962C8B-B14F-4D97-AF65-F5344CB8AC3E}">
        <p14:creationId xmlns:p14="http://schemas.microsoft.com/office/powerpoint/2010/main" val="1265120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6085145"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4 — Identify Fault and Maintenance Conditions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Use Python filtering and conditional analysis to isolate abnormal manufacturing conditions.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 the following code: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6" name="Picture 5">
            <a:extLst>
              <a:ext uri="{FF2B5EF4-FFF2-40B4-BE49-F238E27FC236}">
                <a16:creationId xmlns:a16="http://schemas.microsoft.com/office/drawing/2014/main" id="{94FBE610-65D0-4120-B407-10CCAB5FE913}"/>
              </a:ext>
            </a:extLst>
          </p:cNvPr>
          <p:cNvPicPr>
            <a:picLocks noChangeAspect="1"/>
          </p:cNvPicPr>
          <p:nvPr/>
        </p:nvPicPr>
        <p:blipFill>
          <a:blip r:embed="rId3"/>
          <a:stretch>
            <a:fillRect/>
          </a:stretch>
        </p:blipFill>
        <p:spPr>
          <a:xfrm>
            <a:off x="6956326" y="1591617"/>
            <a:ext cx="4801270" cy="3839111"/>
          </a:xfrm>
          <a:prstGeom prst="rect">
            <a:avLst/>
          </a:prstGeom>
          <a:ln>
            <a:solidFill>
              <a:schemeClr val="accent1"/>
            </a:solidFill>
          </a:ln>
        </p:spPr>
      </p:pic>
      <p:pic>
        <p:nvPicPr>
          <p:cNvPr id="7" name="Picture 6">
            <a:extLst>
              <a:ext uri="{FF2B5EF4-FFF2-40B4-BE49-F238E27FC236}">
                <a16:creationId xmlns:a16="http://schemas.microsoft.com/office/drawing/2014/main" id="{FAC88F6E-AC3F-4A67-9F55-430B7417052A}"/>
              </a:ext>
            </a:extLst>
          </p:cNvPr>
          <p:cNvPicPr>
            <a:picLocks noChangeAspect="1"/>
          </p:cNvPicPr>
          <p:nvPr/>
        </p:nvPicPr>
        <p:blipFill>
          <a:blip r:embed="rId4"/>
          <a:stretch>
            <a:fillRect/>
          </a:stretch>
        </p:blipFill>
        <p:spPr>
          <a:xfrm>
            <a:off x="1217127" y="3825539"/>
            <a:ext cx="5474237" cy="2242540"/>
          </a:xfrm>
          <a:prstGeom prst="rect">
            <a:avLst/>
          </a:prstGeom>
          <a:ln>
            <a:solidFill>
              <a:schemeClr val="accent1"/>
            </a:solidFill>
          </a:ln>
        </p:spPr>
      </p:pic>
      <p:sp>
        <p:nvSpPr>
          <p:cNvPr id="8" name="TextBox 7">
            <a:extLst>
              <a:ext uri="{FF2B5EF4-FFF2-40B4-BE49-F238E27FC236}">
                <a16:creationId xmlns:a16="http://schemas.microsoft.com/office/drawing/2014/main" id="{B17D029E-B03F-4080-A224-15BEA7FB6F6A}"/>
              </a:ext>
            </a:extLst>
          </p:cNvPr>
          <p:cNvSpPr txBox="1"/>
          <p:nvPr/>
        </p:nvSpPr>
        <p:spPr>
          <a:xfrm>
            <a:off x="226527" y="4010205"/>
            <a:ext cx="1981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Output: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2D0493FC-CD0A-4F87-89CD-916C39A35794}"/>
              </a:ext>
            </a:extLst>
          </p:cNvPr>
          <p:cNvCxnSpPr/>
          <p:nvPr/>
        </p:nvCxnSpPr>
        <p:spPr>
          <a:xfrm>
            <a:off x="3581400" y="3175000"/>
            <a:ext cx="3263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7698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6085145" cy="120032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4 — Identify Fault and Maintenance Conditions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Now inspect maintenance requirements:</a:t>
            </a: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sp>
        <p:nvSpPr>
          <p:cNvPr id="8" name="TextBox 7">
            <a:extLst>
              <a:ext uri="{FF2B5EF4-FFF2-40B4-BE49-F238E27FC236}">
                <a16:creationId xmlns:a16="http://schemas.microsoft.com/office/drawing/2014/main" id="{B17D029E-B03F-4080-A224-15BEA7FB6F6A}"/>
              </a:ext>
            </a:extLst>
          </p:cNvPr>
          <p:cNvSpPr txBox="1"/>
          <p:nvPr/>
        </p:nvSpPr>
        <p:spPr>
          <a:xfrm>
            <a:off x="4882511" y="4442005"/>
            <a:ext cx="1981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Output: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D21D7248-3605-4CF9-B315-0022171953E6}"/>
              </a:ext>
            </a:extLst>
          </p:cNvPr>
          <p:cNvPicPr>
            <a:picLocks noChangeAspect="1"/>
          </p:cNvPicPr>
          <p:nvPr/>
        </p:nvPicPr>
        <p:blipFill>
          <a:blip r:embed="rId3"/>
          <a:stretch>
            <a:fillRect/>
          </a:stretch>
        </p:blipFill>
        <p:spPr>
          <a:xfrm>
            <a:off x="6096000" y="1296687"/>
            <a:ext cx="5129213" cy="4708893"/>
          </a:xfrm>
          <a:prstGeom prst="rect">
            <a:avLst/>
          </a:prstGeom>
        </p:spPr>
      </p:pic>
    </p:spTree>
    <p:extLst>
      <p:ext uri="{BB962C8B-B14F-4D97-AF65-F5344CB8AC3E}">
        <p14:creationId xmlns:p14="http://schemas.microsoft.com/office/powerpoint/2010/main" val="26756963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6347396" cy="4247317"/>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Calculate fault distribution. 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Calculate maintenance distribution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Learning Point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This demonstrates a typical industrial analytics task: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Raw Sensor Readings → Filter Abnormal Conditions → Identify Potential Maintenance Events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Later, these same fields can become the targets for predictive models.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5" name="Picture 4">
            <a:extLst>
              <a:ext uri="{FF2B5EF4-FFF2-40B4-BE49-F238E27FC236}">
                <a16:creationId xmlns:a16="http://schemas.microsoft.com/office/drawing/2014/main" id="{83E25D83-F3E5-4FED-AFFA-7FFB630EBD91}"/>
              </a:ext>
            </a:extLst>
          </p:cNvPr>
          <p:cNvPicPr>
            <a:picLocks noChangeAspect="1"/>
          </p:cNvPicPr>
          <p:nvPr/>
        </p:nvPicPr>
        <p:blipFill>
          <a:blip r:embed="rId3"/>
          <a:stretch>
            <a:fillRect/>
          </a:stretch>
        </p:blipFill>
        <p:spPr>
          <a:xfrm>
            <a:off x="6951024" y="1538633"/>
            <a:ext cx="4441825" cy="4353284"/>
          </a:xfrm>
          <a:prstGeom prst="rect">
            <a:avLst/>
          </a:prstGeom>
          <a:ln>
            <a:solidFill>
              <a:schemeClr val="accent1"/>
            </a:solidFill>
          </a:ln>
        </p:spPr>
      </p:pic>
      <p:cxnSp>
        <p:nvCxnSpPr>
          <p:cNvPr id="7" name="Straight Arrow Connector 6">
            <a:extLst>
              <a:ext uri="{FF2B5EF4-FFF2-40B4-BE49-F238E27FC236}">
                <a16:creationId xmlns:a16="http://schemas.microsoft.com/office/drawing/2014/main" id="{FA5A8E03-CB5F-4EF0-905B-6E61A46FDF5F}"/>
              </a:ext>
            </a:extLst>
          </p:cNvPr>
          <p:cNvCxnSpPr/>
          <p:nvPr/>
        </p:nvCxnSpPr>
        <p:spPr>
          <a:xfrm>
            <a:off x="3886200" y="1803400"/>
            <a:ext cx="30648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D4AE86E-7B72-4187-82BC-7CC8ECA535E0}"/>
              </a:ext>
            </a:extLst>
          </p:cNvPr>
          <p:cNvCxnSpPr/>
          <p:nvPr/>
        </p:nvCxnSpPr>
        <p:spPr>
          <a:xfrm>
            <a:off x="4216400" y="2362200"/>
            <a:ext cx="2734624" cy="444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3163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4" y="1591617"/>
            <a:ext cx="11401996"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5 — Perform Numerical Analysis Using NumPy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Use NumPy to perform numerical calculations on sensor measurements and identify potentially abnormal operating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behaviour</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 this below Step 4:</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781F65B4-CC36-48CF-AC05-7C3A588EB7ED}"/>
              </a:ext>
            </a:extLst>
          </p:cNvPr>
          <p:cNvPicPr>
            <a:picLocks noChangeAspect="1"/>
          </p:cNvPicPr>
          <p:nvPr/>
        </p:nvPicPr>
        <p:blipFill>
          <a:blip r:embed="rId3"/>
          <a:stretch>
            <a:fillRect/>
          </a:stretch>
        </p:blipFill>
        <p:spPr>
          <a:xfrm>
            <a:off x="3534980" y="2898651"/>
            <a:ext cx="5477639" cy="1771897"/>
          </a:xfrm>
          <a:prstGeom prst="rect">
            <a:avLst/>
          </a:prstGeom>
          <a:ln>
            <a:solidFill>
              <a:schemeClr val="accent1"/>
            </a:solidFill>
          </a:ln>
        </p:spPr>
      </p:pic>
    </p:spTree>
    <p:extLst>
      <p:ext uri="{BB962C8B-B14F-4D97-AF65-F5344CB8AC3E}">
        <p14:creationId xmlns:p14="http://schemas.microsoft.com/office/powerpoint/2010/main" val="30214316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Rectangle: Rounded Corners 4">
            <a:extLst>
              <a:ext uri="{FF2B5EF4-FFF2-40B4-BE49-F238E27FC236}">
                <a16:creationId xmlns:a16="http://schemas.microsoft.com/office/drawing/2014/main" id="{EE0B3639-19DC-43A7-8231-DA1EF726B952}"/>
              </a:ext>
            </a:extLst>
          </p:cNvPr>
          <p:cNvSpPr/>
          <p:nvPr/>
        </p:nvSpPr>
        <p:spPr>
          <a:xfrm>
            <a:off x="571500" y="1763931"/>
            <a:ext cx="3454400" cy="5207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Calculate temperature statistics</a:t>
            </a:r>
          </a:p>
        </p:txBody>
      </p:sp>
      <p:sp>
        <p:nvSpPr>
          <p:cNvPr id="6" name="Rectangle: Rounded Corners 5">
            <a:extLst>
              <a:ext uri="{FF2B5EF4-FFF2-40B4-BE49-F238E27FC236}">
                <a16:creationId xmlns:a16="http://schemas.microsoft.com/office/drawing/2014/main" id="{DF002C91-E12A-4A2A-A9A0-D1AF5CCD6BA0}"/>
              </a:ext>
            </a:extLst>
          </p:cNvPr>
          <p:cNvSpPr/>
          <p:nvPr/>
        </p:nvSpPr>
        <p:spPr>
          <a:xfrm>
            <a:off x="4483100" y="1763931"/>
            <a:ext cx="3454400" cy="5207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Analyse vibration</a:t>
            </a:r>
          </a:p>
        </p:txBody>
      </p:sp>
      <p:sp>
        <p:nvSpPr>
          <p:cNvPr id="7" name="Rectangle: Rounded Corners 6">
            <a:extLst>
              <a:ext uri="{FF2B5EF4-FFF2-40B4-BE49-F238E27FC236}">
                <a16:creationId xmlns:a16="http://schemas.microsoft.com/office/drawing/2014/main" id="{2D47E96B-F9A5-4F98-B833-B6E2AD156185}"/>
              </a:ext>
            </a:extLst>
          </p:cNvPr>
          <p:cNvSpPr/>
          <p:nvPr/>
        </p:nvSpPr>
        <p:spPr>
          <a:xfrm>
            <a:off x="8394700" y="1763931"/>
            <a:ext cx="3454400" cy="5207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Analyse RPM</a:t>
            </a:r>
          </a:p>
        </p:txBody>
      </p:sp>
      <p:pic>
        <p:nvPicPr>
          <p:cNvPr id="8" name="Picture 7">
            <a:extLst>
              <a:ext uri="{FF2B5EF4-FFF2-40B4-BE49-F238E27FC236}">
                <a16:creationId xmlns:a16="http://schemas.microsoft.com/office/drawing/2014/main" id="{4CCC75F4-5DBC-4C2C-AE05-4C34AF60678A}"/>
              </a:ext>
            </a:extLst>
          </p:cNvPr>
          <p:cNvPicPr>
            <a:picLocks noChangeAspect="1"/>
          </p:cNvPicPr>
          <p:nvPr/>
        </p:nvPicPr>
        <p:blipFill>
          <a:blip r:embed="rId3"/>
          <a:stretch>
            <a:fillRect/>
          </a:stretch>
        </p:blipFill>
        <p:spPr>
          <a:xfrm>
            <a:off x="702487" y="2578099"/>
            <a:ext cx="3191813" cy="3478995"/>
          </a:xfrm>
          <a:prstGeom prst="rect">
            <a:avLst/>
          </a:prstGeom>
          <a:ln>
            <a:solidFill>
              <a:schemeClr val="accent1"/>
            </a:solidFill>
          </a:ln>
        </p:spPr>
      </p:pic>
      <p:pic>
        <p:nvPicPr>
          <p:cNvPr id="9" name="Picture 8">
            <a:extLst>
              <a:ext uri="{FF2B5EF4-FFF2-40B4-BE49-F238E27FC236}">
                <a16:creationId xmlns:a16="http://schemas.microsoft.com/office/drawing/2014/main" id="{726FE355-7953-4188-A4A2-C8DAF3C170DA}"/>
              </a:ext>
            </a:extLst>
          </p:cNvPr>
          <p:cNvPicPr>
            <a:picLocks noChangeAspect="1"/>
          </p:cNvPicPr>
          <p:nvPr/>
        </p:nvPicPr>
        <p:blipFill>
          <a:blip r:embed="rId4"/>
          <a:stretch>
            <a:fillRect/>
          </a:stretch>
        </p:blipFill>
        <p:spPr>
          <a:xfrm>
            <a:off x="4305050" y="2721936"/>
            <a:ext cx="3581900" cy="3191320"/>
          </a:xfrm>
          <a:prstGeom prst="rect">
            <a:avLst/>
          </a:prstGeom>
          <a:ln>
            <a:solidFill>
              <a:schemeClr val="accent1"/>
            </a:solidFill>
          </a:ln>
        </p:spPr>
      </p:pic>
      <p:pic>
        <p:nvPicPr>
          <p:cNvPr id="10" name="Picture 9">
            <a:extLst>
              <a:ext uri="{FF2B5EF4-FFF2-40B4-BE49-F238E27FC236}">
                <a16:creationId xmlns:a16="http://schemas.microsoft.com/office/drawing/2014/main" id="{C30D1887-9DDE-4D95-AD6D-630266474183}"/>
              </a:ext>
            </a:extLst>
          </p:cNvPr>
          <p:cNvPicPr>
            <a:picLocks noChangeAspect="1"/>
          </p:cNvPicPr>
          <p:nvPr/>
        </p:nvPicPr>
        <p:blipFill>
          <a:blip r:embed="rId5"/>
          <a:stretch>
            <a:fillRect/>
          </a:stretch>
        </p:blipFill>
        <p:spPr>
          <a:xfrm>
            <a:off x="8297700" y="2693357"/>
            <a:ext cx="3334215" cy="3248478"/>
          </a:xfrm>
          <a:prstGeom prst="rect">
            <a:avLst/>
          </a:prstGeom>
          <a:ln>
            <a:solidFill>
              <a:schemeClr val="accent1"/>
            </a:solidFill>
          </a:ln>
        </p:spPr>
      </p:pic>
    </p:spTree>
    <p:extLst>
      <p:ext uri="{BB962C8B-B14F-4D97-AF65-F5344CB8AC3E}">
        <p14:creationId xmlns:p14="http://schemas.microsoft.com/office/powerpoint/2010/main" val="8198506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pic>
        <p:nvPicPr>
          <p:cNvPr id="3" name="Picture 2">
            <a:extLst>
              <a:ext uri="{FF2B5EF4-FFF2-40B4-BE49-F238E27FC236}">
                <a16:creationId xmlns:a16="http://schemas.microsoft.com/office/drawing/2014/main" id="{5FEFC3DD-F4EB-46D5-9606-AF92B95FA3EC}"/>
              </a:ext>
            </a:extLst>
          </p:cNvPr>
          <p:cNvPicPr>
            <a:picLocks noChangeAspect="1"/>
          </p:cNvPicPr>
          <p:nvPr/>
        </p:nvPicPr>
        <p:blipFill>
          <a:blip r:embed="rId3"/>
          <a:stretch>
            <a:fillRect/>
          </a:stretch>
        </p:blipFill>
        <p:spPr>
          <a:xfrm>
            <a:off x="2951790" y="1803197"/>
            <a:ext cx="6288419" cy="3831021"/>
          </a:xfrm>
          <a:prstGeom prst="rect">
            <a:avLst/>
          </a:prstGeom>
          <a:ln>
            <a:solidFill>
              <a:schemeClr val="accent1"/>
            </a:solidFill>
          </a:ln>
        </p:spPr>
      </p:pic>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64633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Output:</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17245619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286232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6 — Create Basic Industrial Operating Indicators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Combine Python conditions with sensor values 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categorise</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operating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behaviour</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We will create simple analysis fields. These are only introductory indicators; more advanced feature engineering will happen in Module 5.</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5" name="Picture 4">
            <a:extLst>
              <a:ext uri="{FF2B5EF4-FFF2-40B4-BE49-F238E27FC236}">
                <a16:creationId xmlns:a16="http://schemas.microsoft.com/office/drawing/2014/main" id="{7177CBD3-5CF6-4ACE-B0BD-342FD257D16E}"/>
              </a:ext>
            </a:extLst>
          </p:cNvPr>
          <p:cNvPicPr>
            <a:picLocks noChangeAspect="1"/>
          </p:cNvPicPr>
          <p:nvPr/>
        </p:nvPicPr>
        <p:blipFill>
          <a:blip r:embed="rId3"/>
          <a:stretch>
            <a:fillRect/>
          </a:stretch>
        </p:blipFill>
        <p:spPr>
          <a:xfrm>
            <a:off x="1945965" y="3429000"/>
            <a:ext cx="4439270" cy="2600688"/>
          </a:xfrm>
          <a:prstGeom prst="rect">
            <a:avLst/>
          </a:prstGeom>
          <a:ln>
            <a:solidFill>
              <a:schemeClr val="accent1"/>
            </a:solidFill>
          </a:ln>
        </p:spPr>
      </p:pic>
      <p:sp>
        <p:nvSpPr>
          <p:cNvPr id="6" name="Rectangle 5">
            <a:extLst>
              <a:ext uri="{FF2B5EF4-FFF2-40B4-BE49-F238E27FC236}">
                <a16:creationId xmlns:a16="http://schemas.microsoft.com/office/drawing/2014/main" id="{0D1636E7-4498-414D-858E-257D72158785}"/>
              </a:ext>
            </a:extLst>
          </p:cNvPr>
          <p:cNvSpPr/>
          <p:nvPr/>
        </p:nvSpPr>
        <p:spPr>
          <a:xfrm>
            <a:off x="6402059" y="3429000"/>
            <a:ext cx="242867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Now display the results:</a:t>
            </a:r>
          </a:p>
        </p:txBody>
      </p:sp>
      <p:pic>
        <p:nvPicPr>
          <p:cNvPr id="7" name="Picture 6">
            <a:extLst>
              <a:ext uri="{FF2B5EF4-FFF2-40B4-BE49-F238E27FC236}">
                <a16:creationId xmlns:a16="http://schemas.microsoft.com/office/drawing/2014/main" id="{D20FB731-7E9E-41AB-A4E6-2ADEF7F013BF}"/>
              </a:ext>
            </a:extLst>
          </p:cNvPr>
          <p:cNvPicPr>
            <a:picLocks noChangeAspect="1"/>
          </p:cNvPicPr>
          <p:nvPr/>
        </p:nvPicPr>
        <p:blipFill>
          <a:blip r:embed="rId4"/>
          <a:stretch>
            <a:fillRect/>
          </a:stretch>
        </p:blipFill>
        <p:spPr>
          <a:xfrm>
            <a:off x="8847561" y="3429000"/>
            <a:ext cx="2798476" cy="1931557"/>
          </a:xfrm>
          <a:prstGeom prst="rect">
            <a:avLst/>
          </a:prstGeom>
          <a:ln>
            <a:solidFill>
              <a:schemeClr val="accent1"/>
            </a:solidFill>
          </a:ln>
        </p:spPr>
      </p:pic>
    </p:spTree>
    <p:extLst>
      <p:ext uri="{BB962C8B-B14F-4D97-AF65-F5344CB8AC3E}">
        <p14:creationId xmlns:p14="http://schemas.microsoft.com/office/powerpoint/2010/main" val="34439672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646331"/>
          </a:xfrm>
          <a:prstGeom prst="rect">
            <a:avLst/>
          </a:prstGeom>
          <a:noFill/>
        </p:spPr>
        <p:txBody>
          <a:bodyPr wrap="square" lIns="91440" tIns="45720" rIns="91440" bIns="45720" rtlCol="0" anchor="t">
            <a:sp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sp>
        <p:nvSpPr>
          <p:cNvPr id="3" name="Rectangle: Rounded Corners 2">
            <a:extLst>
              <a:ext uri="{FF2B5EF4-FFF2-40B4-BE49-F238E27FC236}">
                <a16:creationId xmlns:a16="http://schemas.microsoft.com/office/drawing/2014/main" id="{A43F2373-00B1-4E06-BA04-500E11DCFA43}"/>
              </a:ext>
            </a:extLst>
          </p:cNvPr>
          <p:cNvSpPr/>
          <p:nvPr/>
        </p:nvSpPr>
        <p:spPr>
          <a:xfrm>
            <a:off x="1405576" y="1701800"/>
            <a:ext cx="3835400" cy="646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Count high-temperature readings</a:t>
            </a:r>
          </a:p>
        </p:txBody>
      </p:sp>
      <p:sp>
        <p:nvSpPr>
          <p:cNvPr id="8" name="Rectangle: Rounded Corners 7">
            <a:extLst>
              <a:ext uri="{FF2B5EF4-FFF2-40B4-BE49-F238E27FC236}">
                <a16:creationId xmlns:a16="http://schemas.microsoft.com/office/drawing/2014/main" id="{948D4EE4-645A-494B-9B71-C902FB5AD14D}"/>
              </a:ext>
            </a:extLst>
          </p:cNvPr>
          <p:cNvSpPr/>
          <p:nvPr/>
        </p:nvSpPr>
        <p:spPr>
          <a:xfrm>
            <a:off x="6951024" y="1701800"/>
            <a:ext cx="3835400" cy="646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Count high-vibration readings</a:t>
            </a:r>
          </a:p>
        </p:txBody>
      </p:sp>
      <p:pic>
        <p:nvPicPr>
          <p:cNvPr id="4" name="Picture 3">
            <a:extLst>
              <a:ext uri="{FF2B5EF4-FFF2-40B4-BE49-F238E27FC236}">
                <a16:creationId xmlns:a16="http://schemas.microsoft.com/office/drawing/2014/main" id="{4624B14E-BAD7-4D32-9BF6-5A464EC8FE23}"/>
              </a:ext>
            </a:extLst>
          </p:cNvPr>
          <p:cNvPicPr>
            <a:picLocks noChangeAspect="1"/>
          </p:cNvPicPr>
          <p:nvPr/>
        </p:nvPicPr>
        <p:blipFill>
          <a:blip r:embed="rId3"/>
          <a:stretch>
            <a:fillRect/>
          </a:stretch>
        </p:blipFill>
        <p:spPr>
          <a:xfrm>
            <a:off x="1479931" y="2800524"/>
            <a:ext cx="3686689" cy="1819529"/>
          </a:xfrm>
          <a:prstGeom prst="rect">
            <a:avLst/>
          </a:prstGeom>
        </p:spPr>
      </p:pic>
      <p:pic>
        <p:nvPicPr>
          <p:cNvPr id="9" name="Picture 8">
            <a:extLst>
              <a:ext uri="{FF2B5EF4-FFF2-40B4-BE49-F238E27FC236}">
                <a16:creationId xmlns:a16="http://schemas.microsoft.com/office/drawing/2014/main" id="{C26C3A25-65B8-4FDF-B97C-82A046D5DC6F}"/>
              </a:ext>
            </a:extLst>
          </p:cNvPr>
          <p:cNvPicPr>
            <a:picLocks noChangeAspect="1"/>
          </p:cNvPicPr>
          <p:nvPr/>
        </p:nvPicPr>
        <p:blipFill>
          <a:blip r:embed="rId4"/>
          <a:stretch>
            <a:fillRect/>
          </a:stretch>
        </p:blipFill>
        <p:spPr>
          <a:xfrm>
            <a:off x="7025382" y="2800524"/>
            <a:ext cx="3781953" cy="1905266"/>
          </a:xfrm>
          <a:prstGeom prst="rect">
            <a:avLst/>
          </a:prstGeom>
        </p:spPr>
      </p:pic>
      <p:sp>
        <p:nvSpPr>
          <p:cNvPr id="10" name="Rectangle 9">
            <a:extLst>
              <a:ext uri="{FF2B5EF4-FFF2-40B4-BE49-F238E27FC236}">
                <a16:creationId xmlns:a16="http://schemas.microsoft.com/office/drawing/2014/main" id="{21CBDE4B-0103-45E5-B0F5-AA5286DAB124}"/>
              </a:ext>
            </a:extLst>
          </p:cNvPr>
          <p:cNvSpPr/>
          <p:nvPr/>
        </p:nvSpPr>
        <p:spPr>
          <a:xfrm>
            <a:off x="434404" y="4852938"/>
            <a:ext cx="11401996" cy="92333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Concept demonstrated: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Participants can now see how sensor values can be converted into operational indicators: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Temperature Reading-&gt;Python / NumPy Condition-&gt;High or Normal</a:t>
            </a:r>
          </a:p>
        </p:txBody>
      </p:sp>
    </p:spTree>
    <p:extLst>
      <p:ext uri="{BB962C8B-B14F-4D97-AF65-F5344CB8AC3E}">
        <p14:creationId xmlns:p14="http://schemas.microsoft.com/office/powerpoint/2010/main" val="6837605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Output:</a:t>
            </a:r>
          </a:p>
        </p:txBody>
      </p:sp>
      <p:pic>
        <p:nvPicPr>
          <p:cNvPr id="5" name="Picture 4">
            <a:extLst>
              <a:ext uri="{FF2B5EF4-FFF2-40B4-BE49-F238E27FC236}">
                <a16:creationId xmlns:a16="http://schemas.microsoft.com/office/drawing/2014/main" id="{C9244ACB-4EEA-43E5-A962-EFB9B17D8C66}"/>
              </a:ext>
            </a:extLst>
          </p:cNvPr>
          <p:cNvPicPr>
            <a:picLocks noChangeAspect="1"/>
          </p:cNvPicPr>
          <p:nvPr/>
        </p:nvPicPr>
        <p:blipFill>
          <a:blip r:embed="rId3"/>
          <a:stretch>
            <a:fillRect/>
          </a:stretch>
        </p:blipFill>
        <p:spPr>
          <a:xfrm>
            <a:off x="2237836" y="1709497"/>
            <a:ext cx="7716327" cy="3439005"/>
          </a:xfrm>
          <a:prstGeom prst="rect">
            <a:avLst/>
          </a:prstGeom>
          <a:ln>
            <a:solidFill>
              <a:schemeClr val="accent1"/>
            </a:solidFill>
          </a:ln>
        </p:spPr>
      </p:pic>
    </p:spTree>
    <p:extLst>
      <p:ext uri="{BB962C8B-B14F-4D97-AF65-F5344CB8AC3E}">
        <p14:creationId xmlns:p14="http://schemas.microsoft.com/office/powerpoint/2010/main" val="26811735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452431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7 — Produce a Machine-Level Summary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Create a compact analytical summary for each industrial machine.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Now calculate maintenance events per machine: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This helps participants answer engineering questions such as: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Which machine operates at the highest average temperature?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Which machine has higher vibration?</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Which machine shows more maintenance events?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Does higher vibration appear alongside lower quality or fault events?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These are useful questions before building machine-learning models.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CA6A60C5-85FC-4D88-8C47-32E2EF7155A6}"/>
              </a:ext>
            </a:extLst>
          </p:cNvPr>
          <p:cNvPicPr>
            <a:picLocks noChangeAspect="1"/>
          </p:cNvPicPr>
          <p:nvPr/>
        </p:nvPicPr>
        <p:blipFill>
          <a:blip r:embed="rId3"/>
          <a:stretch>
            <a:fillRect/>
          </a:stretch>
        </p:blipFill>
        <p:spPr>
          <a:xfrm>
            <a:off x="8370503" y="2161392"/>
            <a:ext cx="3488674" cy="3104991"/>
          </a:xfrm>
          <a:prstGeom prst="rect">
            <a:avLst/>
          </a:prstGeom>
        </p:spPr>
      </p:pic>
      <p:cxnSp>
        <p:nvCxnSpPr>
          <p:cNvPr id="6" name="Straight Arrow Connector 5">
            <a:extLst>
              <a:ext uri="{FF2B5EF4-FFF2-40B4-BE49-F238E27FC236}">
                <a16:creationId xmlns:a16="http://schemas.microsoft.com/office/drawing/2014/main" id="{6F32EF38-95F9-426C-A480-24E5341976EE}"/>
              </a:ext>
            </a:extLst>
          </p:cNvPr>
          <p:cNvCxnSpPr/>
          <p:nvPr/>
        </p:nvCxnSpPr>
        <p:spPr>
          <a:xfrm>
            <a:off x="1886857" y="2888343"/>
            <a:ext cx="64153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569CC45-02AA-487A-99C8-BA3714E8EAB6}"/>
              </a:ext>
            </a:extLst>
          </p:cNvPr>
          <p:cNvCxnSpPr>
            <a:cxnSpLocks/>
          </p:cNvCxnSpPr>
          <p:nvPr/>
        </p:nvCxnSpPr>
        <p:spPr>
          <a:xfrm>
            <a:off x="5965372" y="3458119"/>
            <a:ext cx="2336799" cy="511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5191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64633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Output:</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D23A56C1-E6B4-4489-BE8D-106A264D6B73}"/>
              </a:ext>
            </a:extLst>
          </p:cNvPr>
          <p:cNvPicPr>
            <a:picLocks noChangeAspect="1"/>
          </p:cNvPicPr>
          <p:nvPr/>
        </p:nvPicPr>
        <p:blipFill>
          <a:blip r:embed="rId3"/>
          <a:stretch>
            <a:fillRect/>
          </a:stretch>
        </p:blipFill>
        <p:spPr>
          <a:xfrm>
            <a:off x="1405579" y="2237948"/>
            <a:ext cx="9459645" cy="3191320"/>
          </a:xfrm>
          <a:prstGeom prst="rect">
            <a:avLst/>
          </a:prstGeom>
          <a:ln>
            <a:solidFill>
              <a:schemeClr val="accent1"/>
            </a:solidFill>
          </a:ln>
        </p:spPr>
      </p:pic>
    </p:spTree>
    <p:extLst>
      <p:ext uri="{BB962C8B-B14F-4D97-AF65-F5344CB8AC3E}">
        <p14:creationId xmlns:p14="http://schemas.microsoft.com/office/powerpoint/2010/main" val="7651922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535531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8 — Export the Processed Module 4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Save the processed dataset so it can be used as the starting point for Module 5.</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First create an output folder inside Module_4: output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 this code at the bottom of the Python file: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0E2E932F-3D50-4144-8D14-0D499DF5579D}"/>
              </a:ext>
            </a:extLst>
          </p:cNvPr>
          <p:cNvPicPr>
            <a:picLocks noChangeAspect="1"/>
          </p:cNvPicPr>
          <p:nvPr/>
        </p:nvPicPr>
        <p:blipFill>
          <a:blip r:embed="rId3"/>
          <a:stretch>
            <a:fillRect/>
          </a:stretch>
        </p:blipFill>
        <p:spPr>
          <a:xfrm>
            <a:off x="5700258" y="3236686"/>
            <a:ext cx="5933060" cy="2666158"/>
          </a:xfrm>
          <a:prstGeom prst="rect">
            <a:avLst/>
          </a:prstGeom>
        </p:spPr>
      </p:pic>
      <p:sp>
        <p:nvSpPr>
          <p:cNvPr id="5" name="Rectangle 4">
            <a:extLst>
              <a:ext uri="{FF2B5EF4-FFF2-40B4-BE49-F238E27FC236}">
                <a16:creationId xmlns:a16="http://schemas.microsoft.com/office/drawing/2014/main" id="{963A1618-6C1B-4903-BDD0-D77EFD1B154E}"/>
              </a:ext>
            </a:extLst>
          </p:cNvPr>
          <p:cNvSpPr/>
          <p:nvPr/>
        </p:nvSpPr>
        <p:spPr>
          <a:xfrm>
            <a:off x="434404" y="3236686"/>
            <a:ext cx="5062772" cy="2862322"/>
          </a:xfrm>
          <a:prstGeom prst="rect">
            <a:avLst/>
          </a:prstGeom>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The structure becomes: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Predictive_Analytics_HandsOn</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Module_4</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Industrial_Sensor_Predictive_Analytics_Dataset.xlsx</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module4_industrial_analysis.py</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output</a:t>
            </a:r>
          </a:p>
        </p:txBody>
      </p:sp>
      <p:cxnSp>
        <p:nvCxnSpPr>
          <p:cNvPr id="7" name="Straight Arrow Connector 6">
            <a:extLst>
              <a:ext uri="{FF2B5EF4-FFF2-40B4-BE49-F238E27FC236}">
                <a16:creationId xmlns:a16="http://schemas.microsoft.com/office/drawing/2014/main" id="{E58CBA2C-74C5-4993-9F6E-5971EB02F644}"/>
              </a:ext>
            </a:extLst>
          </p:cNvPr>
          <p:cNvCxnSpPr/>
          <p:nvPr/>
        </p:nvCxnSpPr>
        <p:spPr>
          <a:xfrm flipV="1">
            <a:off x="5370286" y="5210629"/>
            <a:ext cx="2801257" cy="888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06216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4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1477328"/>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Run the complete script: python Module_4/module4_industrial_analysis.py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After execution, you should have: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933DC112-8AFE-4434-9586-44D37C542A2E}"/>
              </a:ext>
            </a:extLst>
          </p:cNvPr>
          <p:cNvPicPr>
            <a:picLocks noChangeAspect="1"/>
          </p:cNvPicPr>
          <p:nvPr/>
        </p:nvPicPr>
        <p:blipFill>
          <a:blip r:embed="rId3"/>
          <a:stretch>
            <a:fillRect/>
          </a:stretch>
        </p:blipFill>
        <p:spPr>
          <a:xfrm>
            <a:off x="4061732" y="2054605"/>
            <a:ext cx="7883525" cy="3815289"/>
          </a:xfrm>
          <a:prstGeom prst="rect">
            <a:avLst/>
          </a:prstGeom>
          <a:ln>
            <a:solidFill>
              <a:schemeClr val="accent1"/>
            </a:solidFill>
          </a:ln>
        </p:spPr>
      </p:pic>
    </p:spTree>
    <p:extLst>
      <p:ext uri="{BB962C8B-B14F-4D97-AF65-F5344CB8AC3E}">
        <p14:creationId xmlns:p14="http://schemas.microsoft.com/office/powerpoint/2010/main" val="31113466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7129139"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32389" y="2576261"/>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Manually calculate every measurement individually</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Use Pandas grouping and aggregation operations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Convert all numerical values into text</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Remove the machine identifiers before analysis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1077218"/>
            </a:xfrm>
            <a:prstGeom prst="rect">
              <a:avLst/>
            </a:prstGeom>
            <a:noFill/>
          </p:spPr>
          <p:txBody>
            <a:bodyPr wrap="square" rtlCol="0">
              <a:spAutoFit/>
            </a:bodyPr>
            <a:lstStyle/>
            <a:p>
              <a:pPr lvl="0">
                <a:defRPr/>
              </a:pPr>
              <a:r>
                <a:rPr lang="en-US" sz="1600" b="1" dirty="0">
                  <a:solidFill>
                    <a:prstClr val="black"/>
                  </a:solidFill>
                </a:rPr>
                <a:t>A manufacturing engineer needs to calculate average temperature and maximum vibration for each machine in a large production dataset. Which approach is most appropriate?</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1463822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7129139"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7" y="2385154"/>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It automatically predicts every equipment failure</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replaces industrial sensors and PLCs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provides efficient array-based numerical computation</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eliminates the need to prepare manufacturing data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What is the primary advantage of NumPy when </a:t>
              </a:r>
              <a:r>
                <a:rPr lang="en-US" sz="1600" b="1" dirty="0" err="1">
                  <a:solidFill>
                    <a:prstClr val="black"/>
                  </a:solidFill>
                </a:rPr>
                <a:t>analysing</a:t>
              </a:r>
              <a:r>
                <a:rPr lang="en-US" sz="1600" b="1" dirty="0">
                  <a:solidFill>
                    <a:prstClr val="black"/>
                  </a:solidFill>
                </a:rPr>
                <a:t> large collections of industrial numerical measurements?</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2187805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2" y="309551"/>
            <a:ext cx="12797028" cy="707886"/>
          </a:xfrm>
          <a:prstGeom prst="rect">
            <a:avLst/>
          </a:prstGeom>
          <a:noFill/>
        </p:spPr>
        <p:txBody>
          <a:bodyPr wrap="square" rtlCol="0">
            <a:spAutoFit/>
          </a:bodyPr>
          <a:lstStyle/>
          <a:p>
            <a:pPr lvl="0">
              <a:defRPr/>
            </a:pPr>
            <a:r>
              <a:rPr lang="en-US" sz="40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5: Data Preparation and Feature Engineering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366206" y="2301620"/>
            <a:ext cx="6825169" cy="2554545"/>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Data Cleaning for Industrial Machine Learning</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Feature Engineering for Manufacturing Data</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Rolling Windows, Lag Features, and Aggregated Features</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Feature Engineering Using Industrial Sensor Data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EB3E6C7D-E343-47E9-B811-9C453AC6D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5047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Cleaning for Industrial Machine Learning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Preparing Reliable Data for Machine Learning</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machine learning depends heavily on the quality of the data used to train predictive models. Manufacturing datasets may contain missing measurements, duplicate records, incorrect data types, inconsistent units, abnormal values, or information collected from different operating conditions.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If these issues remain unresolved, machine learning algorithms may learn misleading relationships and produce unreliable predictions. Data cleaning establishes a consistent and trustworthy analytical foundation before model development begins.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should examine the completeness, validity, consistency, and relevance of each variable while considering the operational context behind unusual observations.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Cleaning is therefore not simply about deleting imperfect records; it involves distinguishing genuine equipment behaviour from data-quality problems and preparing information that accurately represents manufacturing processes.</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76994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Cleaning for Industrial Machine Learning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Common Data Quality Issues in Manufacturing</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Manufacturing datasets combine information from machines, sensors, production systems, and operational records, creating several potential quality challenges. Missing measurements may result from equipment downtime or communication failures, while duplicate records can distort calculated statistics. Incorrect units or inconsistent naming conventions can make measurements from different equipment difficult to compare.</a:t>
            </a:r>
          </a:p>
          <a:p>
            <a:pPr marL="285750" lvl="0" indent="-285750">
              <a:buFont typeface="Wingdings" panose="05000000000000000000" pitchFamily="2" charset="2"/>
              <a:buChar char="Ø"/>
              <a:defRPr/>
            </a:pPr>
            <a:endPar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GB" dirty="0">
                <a:solidFill>
                  <a:prstClr val="black"/>
                </a:solidFill>
              </a:rPr>
              <a:t>Important quality checks include:</a:t>
            </a:r>
          </a:p>
          <a:p>
            <a:pPr marL="742950" lvl="1" indent="-285750">
              <a:buFont typeface="Arial" panose="020B0604020202020204" pitchFamily="34" charset="0"/>
              <a:buChar char="•"/>
              <a:defRPr/>
            </a:pPr>
            <a:r>
              <a:rPr lang="en-GB" dirty="0">
                <a:solidFill>
                  <a:prstClr val="black"/>
                </a:solidFill>
              </a:rPr>
              <a:t>Identify missing or incomplete values.</a:t>
            </a:r>
          </a:p>
          <a:p>
            <a:pPr marL="742950" lvl="1" indent="-285750">
              <a:buFont typeface="Arial" panose="020B0604020202020204" pitchFamily="34" charset="0"/>
              <a:buChar char="•"/>
              <a:defRPr/>
            </a:pPr>
            <a:r>
              <a:rPr lang="en-GB" dirty="0">
                <a:solidFill>
                  <a:prstClr val="black"/>
                </a:solidFill>
              </a:rPr>
              <a:t>Detect duplicated observations.</a:t>
            </a:r>
          </a:p>
          <a:p>
            <a:pPr marL="742950" lvl="1" indent="-285750">
              <a:buFont typeface="Arial" panose="020B0604020202020204" pitchFamily="34" charset="0"/>
              <a:buChar char="•"/>
              <a:defRPr/>
            </a:pPr>
            <a:r>
              <a:rPr lang="en-GB" dirty="0">
                <a:solidFill>
                  <a:prstClr val="black"/>
                </a:solidFill>
              </a:rPr>
              <a:t>Verify numerical and categorical data types.</a:t>
            </a:r>
          </a:p>
          <a:p>
            <a:pPr marL="742950" lvl="1" indent="-285750">
              <a:buFont typeface="Arial" panose="020B0604020202020204" pitchFamily="34" charset="0"/>
              <a:buChar char="•"/>
              <a:defRPr/>
            </a:pPr>
            <a:r>
              <a:rPr lang="en-GB" dirty="0">
                <a:solidFill>
                  <a:prstClr val="black"/>
                </a:solidFill>
              </a:rPr>
              <a:t>Standardise measurement units.</a:t>
            </a:r>
          </a:p>
          <a:p>
            <a:pPr marL="742950" lvl="1" indent="-285750">
              <a:buFont typeface="Arial" panose="020B0604020202020204" pitchFamily="34" charset="0"/>
              <a:buChar char="•"/>
              <a:defRPr/>
            </a:pPr>
            <a:r>
              <a:rPr lang="en-GB" dirty="0">
                <a:solidFill>
                  <a:prstClr val="black"/>
                </a:solidFill>
              </a:rPr>
              <a:t>Validate machine and production identifiers.</a:t>
            </a:r>
          </a:p>
          <a:p>
            <a:pPr marL="742950" lvl="1" indent="-285750">
              <a:buFont typeface="Arial" panose="020B0604020202020204" pitchFamily="34" charset="0"/>
              <a:buChar char="•"/>
              <a:defRPr/>
            </a:pPr>
            <a:r>
              <a:rPr lang="en-GB" dirty="0">
                <a:solidFill>
                  <a:prstClr val="black"/>
                </a:solidFill>
              </a:rPr>
              <a:t>Check measurements against realistic operating ranges.</a:t>
            </a:r>
          </a:p>
          <a:p>
            <a:pPr marL="742950" lvl="1" indent="-285750">
              <a:buFont typeface="Arial" panose="020B0604020202020204" pitchFamily="34" charset="0"/>
              <a:buChar char="•"/>
              <a:defRPr/>
            </a:pPr>
            <a:r>
              <a:rPr lang="en-GB" dirty="0">
                <a:solidFill>
                  <a:prstClr val="black"/>
                </a:solidFill>
              </a:rPr>
              <a:t>Review inconsistent category labels.</a:t>
            </a:r>
          </a:p>
          <a:p>
            <a:pPr marL="742950" lvl="1" indent="-285750">
              <a:buFont typeface="Arial" panose="020B0604020202020204" pitchFamily="34" charset="0"/>
              <a:buChar char="•"/>
              <a:defRPr/>
            </a:pPr>
            <a:r>
              <a:rPr lang="en-GB" dirty="0">
                <a:solidFill>
                  <a:prstClr val="black"/>
                </a:solidFill>
              </a:rPr>
              <a:t>Investigate extreme or unusual observations.</a:t>
            </a:r>
          </a:p>
          <a:p>
            <a:pPr marL="742950" lvl="1" indent="-285750">
              <a:buFont typeface="Arial" panose="020B0604020202020204" pitchFamily="34" charset="0"/>
              <a:buChar char="•"/>
              <a:defRPr/>
            </a:pPr>
            <a:r>
              <a:rPr lang="en-GB" dirty="0">
                <a:solidFill>
                  <a:prstClr val="black"/>
                </a:solidFill>
              </a:rPr>
              <a:t>Confirm timestamps and chronological order.</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46032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Cleaning for Industrial Machine Learning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Industrial Data Cleaning Workflow</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E9BDA93-E694-4CDA-B401-4E2018BF7AAE}"/>
              </a:ext>
            </a:extLst>
          </p:cNvPr>
          <p:cNvPicPr>
            <a:picLocks noChangeAspect="1"/>
          </p:cNvPicPr>
          <p:nvPr/>
        </p:nvPicPr>
        <p:blipFill rotWithShape="1">
          <a:blip r:embed="rId3"/>
          <a:srcRect l="7551" t="7638" r="5490" b="8195"/>
          <a:stretch/>
        </p:blipFill>
        <p:spPr>
          <a:xfrm>
            <a:off x="3322378" y="1960950"/>
            <a:ext cx="5547243" cy="4043326"/>
          </a:xfrm>
          <a:prstGeom prst="rect">
            <a:avLst/>
          </a:prstGeom>
        </p:spPr>
      </p:pic>
    </p:spTree>
    <p:extLst>
      <p:ext uri="{BB962C8B-B14F-4D97-AF65-F5344CB8AC3E}">
        <p14:creationId xmlns:p14="http://schemas.microsoft.com/office/powerpoint/2010/main" val="5470061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Cleaning for Industrial Machine Learning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Cleaning Data Without Losing Engineering Meaning</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data cleaning requires engineering context because unusual observations are not necessarily errors. A sudden rise in vibration, temperature, or pressure may represent an actual machine condition that is highly valuable for predictive maintenance.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Removing such records simply because they are statistically unusual could eliminate important failure indicators. Similarly, periods containing missing measurements may correspond to planned shutdowns, maintenance events, or communication failures.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should therefore investigate why unusual data exists before applying transformations. Cleaning decisions should preserve relevant operational information while correcting genuine quality problems.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Maintaining traceability of changes is also important so that analysts can understand which records were modified or removed and why. This helps ensure that prepared datasets remain meaningful representations of real manufacturing behaviour.</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42572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Feature Engineering for Manufacturing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Understanding Feature Engineering</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Features are the input variables that machine learning models use to identify patterns and generate predictions. Raw industrial measurements may not always describe equipment behaviour in the most useful form.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Feature engineering transforms existing data or combines multiple variables to create new information that better represents the underlying manufacturing process.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b="1" i="1" dirty="0">
                <a:solidFill>
                  <a:prstClr val="black"/>
                </a:solidFill>
              </a:rPr>
              <a:t>For example, raw temperature readings can be supplemented with temperature change, average temperature over a recent period, or deviation from a normal operating range. </a:t>
            </a:r>
            <a:r>
              <a:rPr lang="en-US" dirty="0">
                <a:solidFill>
                  <a:prstClr val="black"/>
                </a:solidFill>
              </a:rPr>
              <a:t>Effective features incorporate both statistical information and engineering knowledge.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 manufacturing applications, feature engineering can help models </a:t>
            </a:r>
            <a:r>
              <a:rPr lang="en-US" dirty="0" err="1">
                <a:solidFill>
                  <a:prstClr val="black"/>
                </a:solidFill>
              </a:rPr>
              <a:t>recognise</a:t>
            </a:r>
            <a:r>
              <a:rPr lang="en-US" dirty="0">
                <a:solidFill>
                  <a:prstClr val="black"/>
                </a:solidFill>
              </a:rPr>
              <a:t> equipment deterioration, abnormal process behaviour, or quality-related conditions that may be difficult to identify from individual raw measurements alone.</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40962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Feature Engineering for Manufacturing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Creating Meaningful Manufacturing Features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Feature engineering should be guided by the operational problem being solved rather than creating large numbers of variables without purpose. For predictive maintenance, features may describe machine usage, recent sensor behaviour, operating load, or changes in equipment condition. Quality prediction may require process parameters, cycle characteristics, environmental measurements, or production information.</a:t>
            </a:r>
          </a:p>
          <a:p>
            <a:pPr marL="285750" lvl="0" indent="-285750">
              <a:buFont typeface="Wingdings" panose="05000000000000000000" pitchFamily="2" charset="2"/>
              <a:buChar char="Ø"/>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GB" dirty="0">
                <a:solidFill>
                  <a:prstClr val="black"/>
                </a:solidFill>
              </a:rPr>
              <a:t>Examples include:</a:t>
            </a:r>
          </a:p>
          <a:p>
            <a:pPr marL="742950" lvl="1" indent="-285750">
              <a:buFont typeface="Arial" panose="020B0604020202020204" pitchFamily="34" charset="0"/>
              <a:buChar char="•"/>
              <a:defRPr/>
            </a:pPr>
            <a:r>
              <a:rPr lang="en-GB" dirty="0">
                <a:solidFill>
                  <a:prstClr val="black"/>
                </a:solidFill>
              </a:rPr>
              <a:t>Temperature change between observations.</a:t>
            </a:r>
          </a:p>
          <a:p>
            <a:pPr marL="742950" lvl="1" indent="-285750">
              <a:buFont typeface="Arial" panose="020B0604020202020204" pitchFamily="34" charset="0"/>
              <a:buChar char="•"/>
              <a:defRPr/>
            </a:pPr>
            <a:r>
              <a:rPr lang="en-GB" dirty="0">
                <a:solidFill>
                  <a:prstClr val="black"/>
                </a:solidFill>
              </a:rPr>
              <a:t>Vibration variability over a defined period.</a:t>
            </a:r>
          </a:p>
          <a:p>
            <a:pPr marL="742950" lvl="1" indent="-285750">
              <a:buFont typeface="Arial" panose="020B0604020202020204" pitchFamily="34" charset="0"/>
              <a:buChar char="•"/>
              <a:defRPr/>
            </a:pPr>
            <a:r>
              <a:rPr lang="en-GB" dirty="0">
                <a:solidFill>
                  <a:prstClr val="black"/>
                </a:solidFill>
              </a:rPr>
              <a:t>Machine operating hours.</a:t>
            </a:r>
          </a:p>
          <a:p>
            <a:pPr marL="742950" lvl="1" indent="-285750">
              <a:buFont typeface="Arial" panose="020B0604020202020204" pitchFamily="34" charset="0"/>
              <a:buChar char="•"/>
              <a:defRPr/>
            </a:pPr>
            <a:r>
              <a:rPr lang="en-GB" dirty="0">
                <a:solidFill>
                  <a:prstClr val="black"/>
                </a:solidFill>
              </a:rPr>
              <a:t>Average production cycle time.</a:t>
            </a:r>
          </a:p>
          <a:p>
            <a:pPr marL="742950" lvl="1" indent="-285750">
              <a:buFont typeface="Arial" panose="020B0604020202020204" pitchFamily="34" charset="0"/>
              <a:buChar char="•"/>
              <a:defRPr/>
            </a:pPr>
            <a:r>
              <a:rPr lang="en-GB" dirty="0">
                <a:solidFill>
                  <a:prstClr val="black"/>
                </a:solidFill>
              </a:rPr>
              <a:t>Defect rate by production batch.</a:t>
            </a:r>
          </a:p>
          <a:p>
            <a:pPr marL="742950" lvl="1" indent="-285750">
              <a:buFont typeface="Arial" panose="020B0604020202020204" pitchFamily="34" charset="0"/>
              <a:buChar char="•"/>
              <a:defRPr/>
            </a:pPr>
            <a:r>
              <a:rPr lang="en-GB" dirty="0">
                <a:solidFill>
                  <a:prstClr val="black"/>
                </a:solidFill>
              </a:rPr>
              <a:t>Energy consumed per unit produced.</a:t>
            </a:r>
          </a:p>
          <a:p>
            <a:pPr marL="742950" lvl="1" indent="-285750">
              <a:buFont typeface="Arial" panose="020B0604020202020204" pitchFamily="34" charset="0"/>
              <a:buChar char="•"/>
              <a:defRPr/>
            </a:pPr>
            <a:r>
              <a:rPr lang="en-GB" dirty="0">
                <a:solidFill>
                  <a:prstClr val="black"/>
                </a:solidFill>
              </a:rPr>
              <a:t>Difference between actual and target pressure.</a:t>
            </a:r>
          </a:p>
          <a:p>
            <a:pPr marL="742950" lvl="1" indent="-285750">
              <a:buFont typeface="Arial" panose="020B0604020202020204" pitchFamily="34" charset="0"/>
              <a:buChar char="•"/>
              <a:defRPr/>
            </a:pPr>
            <a:r>
              <a:rPr lang="en-GB" dirty="0">
                <a:solidFill>
                  <a:prstClr val="black"/>
                </a:solidFill>
              </a:rPr>
              <a:t>Equipment utilisation indicators.</a:t>
            </a:r>
          </a:p>
          <a:p>
            <a:pPr marL="742950" lvl="1" indent="-285750">
              <a:buFont typeface="Arial" panose="020B0604020202020204" pitchFamily="34" charset="0"/>
              <a:buChar char="•"/>
              <a:defRPr/>
            </a:pPr>
            <a:r>
              <a:rPr lang="en-GB" dirty="0">
                <a:solidFill>
                  <a:prstClr val="black"/>
                </a:solidFill>
              </a:rPr>
              <a:t>Count of recent alarm events.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8008869-1479-4575-9DC2-8B802B9A91EC}"/>
              </a:ext>
            </a:extLst>
          </p:cNvPr>
          <p:cNvPicPr>
            <a:picLocks noChangeAspect="1"/>
          </p:cNvPicPr>
          <p:nvPr/>
        </p:nvPicPr>
        <p:blipFill>
          <a:blip r:embed="rId3"/>
          <a:stretch>
            <a:fillRect/>
          </a:stretch>
        </p:blipFill>
        <p:spPr>
          <a:xfrm>
            <a:off x="8429260" y="3085525"/>
            <a:ext cx="3038839" cy="3099837"/>
          </a:xfrm>
          <a:prstGeom prst="rect">
            <a:avLst/>
          </a:prstGeom>
        </p:spPr>
      </p:pic>
    </p:spTree>
    <p:extLst>
      <p:ext uri="{BB962C8B-B14F-4D97-AF65-F5344CB8AC3E}">
        <p14:creationId xmlns:p14="http://schemas.microsoft.com/office/powerpoint/2010/main" val="35175701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Feature Engineering for Manufacturing Data</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Engineering Knowledge in Feature Creation</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Domain knowledge plays an important role in industrial feature engineering because statistical relationships alone may not explain how equipment or processes behave.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understand operating limits, failure mechanisms, process dependencies, and interactions between variables.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knowledge can guide the creation of features that represent meaningful physical conditions. For example, the relationship between machine load and temperature may provide more useful information than either measurement considered independently.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Similarly, the rate at which vibration increases could indicate deterioration more effectively than a single vibration reading. Combining engineering knowledge with analytical techniques helps create features that are interpretable and relevant to real manufacturing conditions. </a:t>
            </a:r>
          </a:p>
        </p:txBody>
      </p:sp>
    </p:spTree>
    <p:extLst>
      <p:ext uri="{BB962C8B-B14F-4D97-AF65-F5344CB8AC3E}">
        <p14:creationId xmlns:p14="http://schemas.microsoft.com/office/powerpoint/2010/main" val="38791348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Rolling Windows, Lag Features, and Aggregated Features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7376095" cy="4801314"/>
          </a:xfrm>
          <a:prstGeom prst="rect">
            <a:avLst/>
          </a:prstGeom>
          <a:noFill/>
        </p:spPr>
        <p:txBody>
          <a:bodyPr wrap="square" rtlCol="0">
            <a:spAutoFit/>
          </a:bodyPr>
          <a:lstStyle/>
          <a:p>
            <a:pPr lvl="0">
              <a:defRPr/>
            </a:pPr>
            <a:r>
              <a:rPr lang="en-US" b="1" dirty="0">
                <a:solidFill>
                  <a:prstClr val="black"/>
                </a:solidFill>
              </a:rPr>
              <a:t>Rolling Windows for Recent Equipment Behaviour</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A rolling window calculates statistics across a continuously moving group of recent observations. This is particularly valuable for industrial time-series data because equipment condition is often better represented by recent behaviour than by an isolated measurement.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rather than using only the current vibration reading, engineers could calculate the average vibration across the previous ten measurements. Rolling windows can calculate averages, minimums, maximums, standard deviations, and other statistics.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features help smooth short-term fluctuations and reveal recent trends or changes in equipment behaviour. The appropriate window size depends on sensor frequency and the engineering process being analysed. A window that is too large may hide short-duration changes, while one that is too small may remain sensitive to noise.</a:t>
            </a:r>
          </a:p>
        </p:txBody>
      </p:sp>
      <p:pic>
        <p:nvPicPr>
          <p:cNvPr id="4" name="Picture 3">
            <a:extLst>
              <a:ext uri="{FF2B5EF4-FFF2-40B4-BE49-F238E27FC236}">
                <a16:creationId xmlns:a16="http://schemas.microsoft.com/office/drawing/2014/main" id="{ECA9EB7C-565C-44E2-9F52-E6A5BF00D518}"/>
              </a:ext>
            </a:extLst>
          </p:cNvPr>
          <p:cNvPicPr>
            <a:picLocks noChangeAspect="1"/>
          </p:cNvPicPr>
          <p:nvPr/>
        </p:nvPicPr>
        <p:blipFill>
          <a:blip r:embed="rId3"/>
          <a:stretch>
            <a:fillRect/>
          </a:stretch>
        </p:blipFill>
        <p:spPr>
          <a:xfrm>
            <a:off x="7942497" y="2174328"/>
            <a:ext cx="3551501" cy="3635893"/>
          </a:xfrm>
          <a:prstGeom prst="rect">
            <a:avLst/>
          </a:prstGeom>
        </p:spPr>
      </p:pic>
    </p:spTree>
    <p:extLst>
      <p:ext uri="{BB962C8B-B14F-4D97-AF65-F5344CB8AC3E}">
        <p14:creationId xmlns:p14="http://schemas.microsoft.com/office/powerpoint/2010/main" val="28791719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Rolling Windows, Lag Features, and Aggregated Features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Lag Features and Historical Context</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Lag features represent previous observations of a variable and allow predictive models to incorporate information about what happened before the current measurement.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if a machine's current temperature is 85°C, a one-period lag feature might contain its previous temperature reading.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Multiple lag values can describe how measurements have evolved over several observations. This historical context is valuable because industrial conditions often develop progressively rather than appearing instantly.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Increasing vibration across several consecutive measurements, for example, may indicate equipment deterioration more effectively than one isolated value.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Lag features therefore allow machine learning models to consider temporal relationships within industrial data. Careful chronological ordering is essential when creating them to ensure previous observations are correctly associated with current records.</a:t>
            </a:r>
          </a:p>
        </p:txBody>
      </p:sp>
    </p:spTree>
    <p:extLst>
      <p:ext uri="{BB962C8B-B14F-4D97-AF65-F5344CB8AC3E}">
        <p14:creationId xmlns:p14="http://schemas.microsoft.com/office/powerpoint/2010/main" val="164698270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Rolling Windows, Lag Features, and Aggregated Features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Aggregated Features for Manufacturing Analysis</a:t>
            </a:r>
          </a:p>
          <a:p>
            <a:pPr lvl="0">
              <a:defRPr/>
            </a:pPr>
            <a:endParaRPr lang="en-US" b="1" dirty="0">
              <a:solidFill>
                <a:prstClr val="black"/>
              </a:solidFill>
            </a:endParaRPr>
          </a:p>
          <a:p>
            <a:pPr marL="285750" lvl="0" indent="-285750">
              <a:buFont typeface="Wingdings" panose="05000000000000000000" pitchFamily="2" charset="2"/>
              <a:buChar char="Ø"/>
              <a:defRPr/>
            </a:pPr>
            <a:r>
              <a:rPr lang="en-US" dirty="0">
                <a:solidFill>
                  <a:prstClr val="black"/>
                </a:solidFill>
              </a:rPr>
              <a:t>Aggregated features summarise multiple observations into higher-level measurements that describe equipment, production, or process behaviour. Instead of </a:t>
            </a:r>
            <a:r>
              <a:rPr lang="en-US" dirty="0" err="1">
                <a:solidFill>
                  <a:prstClr val="black"/>
                </a:solidFill>
              </a:rPr>
              <a:t>analysing</a:t>
            </a:r>
            <a:r>
              <a:rPr lang="en-US" dirty="0">
                <a:solidFill>
                  <a:prstClr val="black"/>
                </a:solidFill>
              </a:rPr>
              <a:t> every individual record independently, engineers can calculate statistics across meaningful groups such as machines, production shifts, batches, or time periods.</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Examples include average machine temperature per shift, maximum vibration during a production cycle, total downtime per day, or defect rate for a batch. Aggregation can reduce data complexity while capturing important operational characteristics.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However, the selected grouping and aggregation method must align with the predictive objective. Excessive aggregation may remove important short-term behaviour, whereas insufficient aggregation may retain unnecessary variability.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Effective aggregated features therefore balance information reduction with preservation of relevant manufacturing patterns.</a:t>
            </a:r>
          </a:p>
        </p:txBody>
      </p:sp>
    </p:spTree>
    <p:extLst>
      <p:ext uri="{BB962C8B-B14F-4D97-AF65-F5344CB8AC3E}">
        <p14:creationId xmlns:p14="http://schemas.microsoft.com/office/powerpoint/2010/main" val="27780619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452431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Hands-On Title: Cleaning and Engineering Features from Industrial Sensor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Objective:</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Prepare the industrial sensor dataset for machine learning by cleaning missing values and creating useful manufacturing features such as rolling averages, lag values and machine-level aggregated features.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Input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Use the output generated from Module 4:</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Module_4/output/Module4_Processed_Sensor_Data.csv</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Output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Module_5/output/Module5_Feature_Engineered_Data.csv</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7F004C8E-FE63-4B99-8E75-0DD3A9603A19}"/>
              </a:ext>
            </a:extLst>
          </p:cNvPr>
          <p:cNvPicPr>
            <a:picLocks noChangeAspect="1"/>
          </p:cNvPicPr>
          <p:nvPr/>
        </p:nvPicPr>
        <p:blipFill>
          <a:blip r:embed="rId3"/>
          <a:stretch>
            <a:fillRect/>
          </a:stretch>
        </p:blipFill>
        <p:spPr>
          <a:xfrm>
            <a:off x="7444468" y="3244850"/>
            <a:ext cx="3486150" cy="2400300"/>
          </a:xfrm>
          <a:prstGeom prst="rect">
            <a:avLst/>
          </a:prstGeom>
          <a:ln>
            <a:solidFill>
              <a:schemeClr val="accent1"/>
            </a:solidFill>
          </a:ln>
        </p:spPr>
      </p:pic>
    </p:spTree>
    <p:extLst>
      <p:ext uri="{BB962C8B-B14F-4D97-AF65-F5344CB8AC3E}">
        <p14:creationId xmlns:p14="http://schemas.microsoft.com/office/powerpoint/2010/main" val="18993274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5078313"/>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1 — Create the Module 5 Project File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the following folder:</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Predictive_Analytics_HandsOn</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Module_4</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Module_5</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module5_feature_engineering.py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Inside Module_5, also create: output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Final structure: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Module_5</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module5_feature_engineering.py</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output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Open: module5_feature_engineering.py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AFB36CA5-F040-404C-86ED-3104EAD561EE}"/>
              </a:ext>
            </a:extLst>
          </p:cNvPr>
          <p:cNvPicPr>
            <a:picLocks noChangeAspect="1"/>
          </p:cNvPicPr>
          <p:nvPr/>
        </p:nvPicPr>
        <p:blipFill>
          <a:blip r:embed="rId3"/>
          <a:stretch>
            <a:fillRect/>
          </a:stretch>
        </p:blipFill>
        <p:spPr>
          <a:xfrm>
            <a:off x="5390469" y="2815771"/>
            <a:ext cx="6689784" cy="1648830"/>
          </a:xfrm>
          <a:prstGeom prst="rect">
            <a:avLst/>
          </a:prstGeom>
        </p:spPr>
      </p:pic>
    </p:spTree>
    <p:extLst>
      <p:ext uri="{BB962C8B-B14F-4D97-AF65-F5344CB8AC3E}">
        <p14:creationId xmlns:p14="http://schemas.microsoft.com/office/powerpoint/2010/main" val="218109402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1401996" cy="92333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5" name="Picture 4">
            <a:extLst>
              <a:ext uri="{FF2B5EF4-FFF2-40B4-BE49-F238E27FC236}">
                <a16:creationId xmlns:a16="http://schemas.microsoft.com/office/drawing/2014/main" id="{E9AB577F-F082-438D-84A9-27883D04BFA0}"/>
              </a:ext>
            </a:extLst>
          </p:cNvPr>
          <p:cNvPicPr>
            <a:picLocks noChangeAspect="1"/>
          </p:cNvPicPr>
          <p:nvPr/>
        </p:nvPicPr>
        <p:blipFill rotWithShape="1">
          <a:blip r:embed="rId3"/>
          <a:srcRect r="5966"/>
          <a:stretch/>
        </p:blipFill>
        <p:spPr>
          <a:xfrm>
            <a:off x="434404" y="2076486"/>
            <a:ext cx="3839029" cy="2581652"/>
          </a:xfrm>
          <a:prstGeom prst="rect">
            <a:avLst/>
          </a:prstGeom>
          <a:ln>
            <a:solidFill>
              <a:schemeClr val="accent1"/>
            </a:solidFill>
          </a:ln>
        </p:spPr>
      </p:pic>
      <p:pic>
        <p:nvPicPr>
          <p:cNvPr id="6" name="Picture 5">
            <a:extLst>
              <a:ext uri="{FF2B5EF4-FFF2-40B4-BE49-F238E27FC236}">
                <a16:creationId xmlns:a16="http://schemas.microsoft.com/office/drawing/2014/main" id="{1C1F3691-3C5E-4C56-ADFD-1B2EF86197BA}"/>
              </a:ext>
            </a:extLst>
          </p:cNvPr>
          <p:cNvPicPr>
            <a:picLocks noChangeAspect="1"/>
          </p:cNvPicPr>
          <p:nvPr/>
        </p:nvPicPr>
        <p:blipFill>
          <a:blip r:embed="rId4"/>
          <a:stretch>
            <a:fillRect/>
          </a:stretch>
        </p:blipFill>
        <p:spPr>
          <a:xfrm>
            <a:off x="4583375" y="3094740"/>
            <a:ext cx="7253025" cy="2496628"/>
          </a:xfrm>
          <a:prstGeom prst="rect">
            <a:avLst/>
          </a:prstGeom>
          <a:ln>
            <a:solidFill>
              <a:schemeClr val="accent1"/>
            </a:solidFill>
          </a:ln>
        </p:spPr>
      </p:pic>
      <p:sp>
        <p:nvSpPr>
          <p:cNvPr id="7" name="Rectangle 6">
            <a:extLst>
              <a:ext uri="{FF2B5EF4-FFF2-40B4-BE49-F238E27FC236}">
                <a16:creationId xmlns:a16="http://schemas.microsoft.com/office/drawing/2014/main" id="{C96CA7BE-6DD4-4CCB-838B-6B75A62448E1}"/>
              </a:ext>
            </a:extLst>
          </p:cNvPr>
          <p:cNvSpPr/>
          <p:nvPr/>
        </p:nvSpPr>
        <p:spPr>
          <a:xfrm>
            <a:off x="6342741" y="2157677"/>
            <a:ext cx="3962400" cy="595086"/>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Output: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56929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5385825" cy="341632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2 — Clean the Industrial Sensor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Handle missing sensor values and prepare the timestamp field for time-series analysis.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Add below Step 1:</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Now fill missing numerical sensor values using the median: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6BE21217-5D2B-4934-B682-28044CBD8492}"/>
              </a:ext>
            </a:extLst>
          </p:cNvPr>
          <p:cNvPicPr>
            <a:picLocks noChangeAspect="1"/>
          </p:cNvPicPr>
          <p:nvPr/>
        </p:nvPicPr>
        <p:blipFill>
          <a:blip r:embed="rId3"/>
          <a:stretch>
            <a:fillRect/>
          </a:stretch>
        </p:blipFill>
        <p:spPr>
          <a:xfrm>
            <a:off x="6371773" y="1591617"/>
            <a:ext cx="5133975" cy="4457700"/>
          </a:xfrm>
          <a:prstGeom prst="rect">
            <a:avLst/>
          </a:prstGeom>
          <a:ln>
            <a:solidFill>
              <a:schemeClr val="accent1"/>
            </a:solidFill>
          </a:ln>
        </p:spPr>
      </p:pic>
      <p:cxnSp>
        <p:nvCxnSpPr>
          <p:cNvPr id="8" name="Straight Arrow Connector 7">
            <a:extLst>
              <a:ext uri="{FF2B5EF4-FFF2-40B4-BE49-F238E27FC236}">
                <a16:creationId xmlns:a16="http://schemas.microsoft.com/office/drawing/2014/main" id="{C68A94BB-B555-458D-B08D-BDBCB5BA59D8}"/>
              </a:ext>
            </a:extLst>
          </p:cNvPr>
          <p:cNvCxnSpPr/>
          <p:nvPr/>
        </p:nvCxnSpPr>
        <p:spPr>
          <a:xfrm flipV="1">
            <a:off x="3127316" y="2801257"/>
            <a:ext cx="3099313" cy="627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AC06102-CD9E-4D39-8183-1CCADF7861DB}"/>
              </a:ext>
            </a:extLst>
          </p:cNvPr>
          <p:cNvCxnSpPr/>
          <p:nvPr/>
        </p:nvCxnSpPr>
        <p:spPr>
          <a:xfrm>
            <a:off x="2627086" y="4281714"/>
            <a:ext cx="3643085" cy="580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58159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5385825" cy="64633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Output:</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7A1862E2-A69D-43DF-8508-FD27A53013C8}"/>
              </a:ext>
            </a:extLst>
          </p:cNvPr>
          <p:cNvPicPr>
            <a:picLocks noChangeAspect="1"/>
          </p:cNvPicPr>
          <p:nvPr/>
        </p:nvPicPr>
        <p:blipFill>
          <a:blip r:embed="rId3"/>
          <a:stretch>
            <a:fillRect/>
          </a:stretch>
        </p:blipFill>
        <p:spPr>
          <a:xfrm>
            <a:off x="1933349" y="1422399"/>
            <a:ext cx="3557336" cy="4894490"/>
          </a:xfrm>
          <a:prstGeom prst="rect">
            <a:avLst/>
          </a:prstGeom>
        </p:spPr>
      </p:pic>
      <p:sp>
        <p:nvSpPr>
          <p:cNvPr id="5" name="Rectangle 4">
            <a:extLst>
              <a:ext uri="{FF2B5EF4-FFF2-40B4-BE49-F238E27FC236}">
                <a16:creationId xmlns:a16="http://schemas.microsoft.com/office/drawing/2014/main" id="{CBB27788-B3F1-4E93-BF4D-52A5093FDC36}"/>
              </a:ext>
            </a:extLst>
          </p:cNvPr>
          <p:cNvSpPr/>
          <p:nvPr/>
        </p:nvSpPr>
        <p:spPr>
          <a:xfrm>
            <a:off x="5820229" y="2653437"/>
            <a:ext cx="6096000" cy="1754326"/>
          </a:xfrm>
          <a:prstGeom prst="rect">
            <a:avLst/>
          </a:prstGeom>
        </p:spPr>
        <p:txBody>
          <a:bodyPr>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Why Median?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Sensor datasets can contain unusually high or low readings. Median filling is less affected by extreme values than the mean.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391202236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5496915" cy="4247317"/>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3 — Create Manufacturing Features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Transform raw sensor readings into features that may be more useful for predictive modelling.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First sort the dataset correctly: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vibration-to-RPM ratio: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production-quality interaction: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Display the new features: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6" name="Picture 5">
            <a:extLst>
              <a:ext uri="{FF2B5EF4-FFF2-40B4-BE49-F238E27FC236}">
                <a16:creationId xmlns:a16="http://schemas.microsoft.com/office/drawing/2014/main" id="{A007A430-AE49-48C5-97B0-11F4028E74A1}"/>
              </a:ext>
            </a:extLst>
          </p:cNvPr>
          <p:cNvPicPr>
            <a:picLocks noChangeAspect="1"/>
          </p:cNvPicPr>
          <p:nvPr/>
        </p:nvPicPr>
        <p:blipFill>
          <a:blip r:embed="rId3"/>
          <a:stretch>
            <a:fillRect/>
          </a:stretch>
        </p:blipFill>
        <p:spPr>
          <a:xfrm>
            <a:off x="6260682" y="1866900"/>
            <a:ext cx="5449537" cy="4079368"/>
          </a:xfrm>
          <a:prstGeom prst="rect">
            <a:avLst/>
          </a:prstGeom>
        </p:spPr>
      </p:pic>
    </p:spTree>
    <p:extLst>
      <p:ext uri="{BB962C8B-B14F-4D97-AF65-F5344CB8AC3E}">
        <p14:creationId xmlns:p14="http://schemas.microsoft.com/office/powerpoint/2010/main" val="323531963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5496915" cy="92333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Output: </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A5D94140-5EE4-43DD-866D-FBC8C55B4518}"/>
              </a:ext>
            </a:extLst>
          </p:cNvPr>
          <p:cNvPicPr>
            <a:picLocks noChangeAspect="1"/>
          </p:cNvPicPr>
          <p:nvPr/>
        </p:nvPicPr>
        <p:blipFill>
          <a:blip r:embed="rId3"/>
          <a:stretch>
            <a:fillRect/>
          </a:stretch>
        </p:blipFill>
        <p:spPr>
          <a:xfrm>
            <a:off x="766880" y="2200170"/>
            <a:ext cx="10658240" cy="1838430"/>
          </a:xfrm>
          <a:prstGeom prst="rect">
            <a:avLst/>
          </a:prstGeom>
          <a:ln>
            <a:solidFill>
              <a:schemeClr val="accent1"/>
            </a:solidFill>
          </a:ln>
        </p:spPr>
      </p:pic>
    </p:spTree>
    <p:extLst>
      <p:ext uri="{BB962C8B-B14F-4D97-AF65-F5344CB8AC3E}">
        <p14:creationId xmlns:p14="http://schemas.microsoft.com/office/powerpoint/2010/main" val="60125801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0690796" cy="286232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4 — Create Rolling Window and Lag Features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Capture recent machine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behaviour</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using time-series features.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A. Rolling Average Temperature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a rolling average using the previous 3 sensor observations for each machine: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5" name="Picture 4">
            <a:extLst>
              <a:ext uri="{FF2B5EF4-FFF2-40B4-BE49-F238E27FC236}">
                <a16:creationId xmlns:a16="http://schemas.microsoft.com/office/drawing/2014/main" id="{FBBACA6A-EDDA-4D98-8ED6-E2993A31E3B1}"/>
              </a:ext>
            </a:extLst>
          </p:cNvPr>
          <p:cNvPicPr>
            <a:picLocks noChangeAspect="1"/>
          </p:cNvPicPr>
          <p:nvPr/>
        </p:nvPicPr>
        <p:blipFill>
          <a:blip r:embed="rId3"/>
          <a:stretch>
            <a:fillRect/>
          </a:stretch>
        </p:blipFill>
        <p:spPr>
          <a:xfrm>
            <a:off x="3590575" y="3895577"/>
            <a:ext cx="5010849" cy="2114845"/>
          </a:xfrm>
          <a:prstGeom prst="rect">
            <a:avLst/>
          </a:prstGeom>
          <a:ln>
            <a:solidFill>
              <a:schemeClr val="accent1"/>
            </a:solidFill>
          </a:ln>
        </p:spPr>
      </p:pic>
    </p:spTree>
    <p:extLst>
      <p:ext uri="{BB962C8B-B14F-4D97-AF65-F5344CB8AC3E}">
        <p14:creationId xmlns:p14="http://schemas.microsoft.com/office/powerpoint/2010/main" val="14788468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06907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B. Rolling Average Vibration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C1AFB8AE-7FF8-4943-A21D-76BBAEDB21D8}"/>
              </a:ext>
            </a:extLst>
          </p:cNvPr>
          <p:cNvPicPr>
            <a:picLocks noChangeAspect="1"/>
          </p:cNvPicPr>
          <p:nvPr/>
        </p:nvPicPr>
        <p:blipFill>
          <a:blip r:embed="rId3"/>
          <a:stretch>
            <a:fillRect/>
          </a:stretch>
        </p:blipFill>
        <p:spPr>
          <a:xfrm>
            <a:off x="2831685" y="2255879"/>
            <a:ext cx="6528629" cy="2866227"/>
          </a:xfrm>
          <a:prstGeom prst="rect">
            <a:avLst/>
          </a:prstGeom>
        </p:spPr>
      </p:pic>
    </p:spTree>
    <p:extLst>
      <p:ext uri="{BB962C8B-B14F-4D97-AF65-F5344CB8AC3E}">
        <p14:creationId xmlns:p14="http://schemas.microsoft.com/office/powerpoint/2010/main" val="4376696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0690796"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 Temperature Lag Feature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the previous temperature reading: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D. Vibration Lag Feature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Fill the first lag value for each machine: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DFD40882-B007-48AD-ABA5-11E193D0B4B6}"/>
              </a:ext>
            </a:extLst>
          </p:cNvPr>
          <p:cNvPicPr>
            <a:picLocks noChangeAspect="1"/>
          </p:cNvPicPr>
          <p:nvPr/>
        </p:nvPicPr>
        <p:blipFill>
          <a:blip r:embed="rId3"/>
          <a:stretch>
            <a:fillRect/>
          </a:stretch>
        </p:blipFill>
        <p:spPr>
          <a:xfrm>
            <a:off x="5779802" y="1681558"/>
            <a:ext cx="4829849" cy="2724530"/>
          </a:xfrm>
          <a:prstGeom prst="rect">
            <a:avLst/>
          </a:prstGeom>
        </p:spPr>
      </p:pic>
    </p:spTree>
    <p:extLst>
      <p:ext uri="{BB962C8B-B14F-4D97-AF65-F5344CB8AC3E}">
        <p14:creationId xmlns:p14="http://schemas.microsoft.com/office/powerpoint/2010/main" val="151120241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06907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Display the features:</a:t>
            </a:r>
          </a:p>
        </p:txBody>
      </p:sp>
      <p:pic>
        <p:nvPicPr>
          <p:cNvPr id="6" name="Picture 5">
            <a:extLst>
              <a:ext uri="{FF2B5EF4-FFF2-40B4-BE49-F238E27FC236}">
                <a16:creationId xmlns:a16="http://schemas.microsoft.com/office/drawing/2014/main" id="{C50F1A57-0BCF-4734-990E-680F7692A91A}"/>
              </a:ext>
            </a:extLst>
          </p:cNvPr>
          <p:cNvPicPr>
            <a:picLocks noChangeAspect="1"/>
          </p:cNvPicPr>
          <p:nvPr/>
        </p:nvPicPr>
        <p:blipFill>
          <a:blip r:embed="rId3"/>
          <a:stretch>
            <a:fillRect/>
          </a:stretch>
        </p:blipFill>
        <p:spPr>
          <a:xfrm>
            <a:off x="3147662" y="1591617"/>
            <a:ext cx="6682138" cy="3968708"/>
          </a:xfrm>
          <a:prstGeom prst="rect">
            <a:avLst/>
          </a:prstGeom>
          <a:ln>
            <a:solidFill>
              <a:schemeClr val="accent1"/>
            </a:solidFill>
          </a:ln>
        </p:spPr>
      </p:pic>
    </p:spTree>
    <p:extLst>
      <p:ext uri="{BB962C8B-B14F-4D97-AF65-F5344CB8AC3E}">
        <p14:creationId xmlns:p14="http://schemas.microsoft.com/office/powerpoint/2010/main" val="28254234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graphicFrame>
        <p:nvGraphicFramePr>
          <p:cNvPr id="4" name="Diagram 3">
            <a:extLst>
              <a:ext uri="{FF2B5EF4-FFF2-40B4-BE49-F238E27FC236}">
                <a16:creationId xmlns:a16="http://schemas.microsoft.com/office/drawing/2014/main" id="{0FADB114-F10A-4B23-92FC-EEDA86DB565E}"/>
              </a:ext>
            </a:extLst>
          </p:cNvPr>
          <p:cNvGraphicFramePr/>
          <p:nvPr>
            <p:extLst/>
          </p:nvPr>
        </p:nvGraphicFramePr>
        <p:xfrm>
          <a:off x="1771650" y="2224565"/>
          <a:ext cx="8648700" cy="25412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7" name="Group 6">
            <a:extLst>
              <a:ext uri="{FF2B5EF4-FFF2-40B4-BE49-F238E27FC236}">
                <a16:creationId xmlns:a16="http://schemas.microsoft.com/office/drawing/2014/main" id="{C3E55987-F3CC-4EE3-A3DA-52C38D7C6B5D}"/>
              </a:ext>
            </a:extLst>
          </p:cNvPr>
          <p:cNvGrpSpPr/>
          <p:nvPr/>
        </p:nvGrpSpPr>
        <p:grpSpPr>
          <a:xfrm>
            <a:off x="434404" y="1591617"/>
            <a:ext cx="10690796" cy="3693319"/>
            <a:chOff x="434404" y="1591617"/>
            <a:chExt cx="10690796" cy="3693319"/>
          </a:xfrm>
        </p:grpSpPr>
        <p:sp>
          <p:nvSpPr>
            <p:cNvPr id="11" name="TextBox 10">
              <a:extLst>
                <a:ext uri="{FF2B5EF4-FFF2-40B4-BE49-F238E27FC236}">
                  <a16:creationId xmlns:a16="http://schemas.microsoft.com/office/drawing/2014/main" id="{845D7445-B28F-4899-BE84-D5C4420C8CB9}"/>
                </a:ext>
              </a:extLst>
            </p:cNvPr>
            <p:cNvSpPr txBox="1"/>
            <p:nvPr/>
          </p:nvSpPr>
          <p:spPr>
            <a:xfrm>
              <a:off x="434404" y="1591617"/>
              <a:ext cx="10690796" cy="369331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Learning Point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The model can now understand both:</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This is particularly important in predictive maintenance because faults often develop gradually rather than from one isolated reading.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sp>
          <p:nvSpPr>
            <p:cNvPr id="5" name="Rectangle: Rounded Corners 4">
              <a:extLst>
                <a:ext uri="{FF2B5EF4-FFF2-40B4-BE49-F238E27FC236}">
                  <a16:creationId xmlns:a16="http://schemas.microsoft.com/office/drawing/2014/main" id="{5278306A-DE4D-4B52-A978-29E253EF5D3F}"/>
                </a:ext>
              </a:extLst>
            </p:cNvPr>
            <p:cNvSpPr/>
            <p:nvPr/>
          </p:nvSpPr>
          <p:spPr>
            <a:xfrm>
              <a:off x="7981950" y="2628900"/>
              <a:ext cx="2705100" cy="169545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01628695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5661596" cy="452431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Step 5 — Create Aggregated Machine Features and Export the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Purpose: Add information about the overall operating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Calibri" panose="020F0502020204030204"/>
                <a:cs typeface="Calibri" panose="020F0502020204030204"/>
              </a:rPr>
              <a:t>behaviour</a:t>
            </a: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 of each machine.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machine-level average temperature: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average vibration: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Create average production rate: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Display the final features: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rPr>
              <a:t>Now save the feature-engineered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 name="Picture 2">
            <a:extLst>
              <a:ext uri="{FF2B5EF4-FFF2-40B4-BE49-F238E27FC236}">
                <a16:creationId xmlns:a16="http://schemas.microsoft.com/office/drawing/2014/main" id="{A9956F0D-C5FB-46B9-911C-E990632490DE}"/>
              </a:ext>
            </a:extLst>
          </p:cNvPr>
          <p:cNvPicPr>
            <a:picLocks noChangeAspect="1"/>
          </p:cNvPicPr>
          <p:nvPr/>
        </p:nvPicPr>
        <p:blipFill>
          <a:blip r:embed="rId3"/>
          <a:stretch>
            <a:fillRect/>
          </a:stretch>
        </p:blipFill>
        <p:spPr>
          <a:xfrm>
            <a:off x="6406690" y="1689006"/>
            <a:ext cx="4703358" cy="4329536"/>
          </a:xfrm>
          <a:prstGeom prst="rect">
            <a:avLst/>
          </a:prstGeom>
        </p:spPr>
      </p:pic>
    </p:spTree>
    <p:extLst>
      <p:ext uri="{BB962C8B-B14F-4D97-AF65-F5344CB8AC3E}">
        <p14:creationId xmlns:p14="http://schemas.microsoft.com/office/powerpoint/2010/main" val="14040382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5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56615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Run the complete file:</a:t>
            </a:r>
            <a:endParaRPr kumimoji="0" lang="en-US" sz="18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Calibri" panose="020F0502020204030204"/>
            </a:endParaRPr>
          </a:p>
        </p:txBody>
      </p:sp>
      <p:pic>
        <p:nvPicPr>
          <p:cNvPr id="4" name="Picture 3">
            <a:extLst>
              <a:ext uri="{FF2B5EF4-FFF2-40B4-BE49-F238E27FC236}">
                <a16:creationId xmlns:a16="http://schemas.microsoft.com/office/drawing/2014/main" id="{FB80E16D-A94D-4126-AEDF-0033A5E2C4BB}"/>
              </a:ext>
            </a:extLst>
          </p:cNvPr>
          <p:cNvPicPr>
            <a:picLocks noChangeAspect="1"/>
          </p:cNvPicPr>
          <p:nvPr/>
        </p:nvPicPr>
        <p:blipFill>
          <a:blip r:embed="rId3"/>
          <a:stretch>
            <a:fillRect/>
          </a:stretch>
        </p:blipFill>
        <p:spPr>
          <a:xfrm>
            <a:off x="3454861" y="1428423"/>
            <a:ext cx="6992326" cy="4686954"/>
          </a:xfrm>
          <a:prstGeom prst="rect">
            <a:avLst/>
          </a:prstGeom>
        </p:spPr>
      </p:pic>
    </p:spTree>
    <p:extLst>
      <p:ext uri="{BB962C8B-B14F-4D97-AF65-F5344CB8AC3E}">
        <p14:creationId xmlns:p14="http://schemas.microsoft.com/office/powerpoint/2010/main" val="9313465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6849120"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81015" y="2509028"/>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Aggregated production count</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Lag feature</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Machine identifier</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Random variable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An engineer wants a predictive model to consider the vibration reading immediately before the current reading. Which feature is most appropriate?</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21042176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6849120"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02784" y="2444663"/>
              <a:ext cx="4735956" cy="1815882"/>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They permanently remove every abnormal measurement</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They replace the need for sensor measurements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They summarise recent behaviour and help capture changing equipment conditions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They convert all numerical data into categorical data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Why are rolling-window features particularly useful for industrial time-series data?</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2516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2" y="309551"/>
            <a:ext cx="11835003" cy="769441"/>
          </a:xfrm>
          <a:prstGeom prst="rect">
            <a:avLst/>
          </a:prstGeom>
          <a:noFill/>
        </p:spPr>
        <p:txBody>
          <a:bodyPr wrap="square" rtlCol="0">
            <a:spAutoFit/>
          </a:bodyPr>
          <a:lstStyle/>
          <a:p>
            <a:pPr lvl="0">
              <a:defRPr/>
            </a:pPr>
            <a:r>
              <a:rPr lang="en-US" sz="44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6: End-to-End Data Engineering Workflow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309001" y="2310300"/>
            <a:ext cx="7749094" cy="2246769"/>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Building Industrial ETL Pipelines</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Data Validation and Quality Assurance</a:t>
            </a:r>
          </a:p>
          <a:p>
            <a:pPr lvl="0">
              <a:defRPr/>
            </a:pPr>
            <a:r>
              <a:rPr lang="en-US" sz="2000" b="1" i="1" dirty="0">
                <a:solidFill>
                  <a:prstClr val="white"/>
                </a:solidFill>
                <a:latin typeface="Calibri" panose="020F0502020204030204"/>
              </a:rPr>
              <a:t> </a:t>
            </a:r>
          </a:p>
          <a:p>
            <a:pPr marL="342900" lvl="0" indent="-342900">
              <a:buFont typeface="Wingdings" panose="05000000000000000000" pitchFamily="2" charset="2"/>
              <a:buChar char="Ø"/>
              <a:defRPr/>
            </a:pPr>
            <a:r>
              <a:rPr lang="en-US" sz="2000" b="1" i="1" dirty="0">
                <a:solidFill>
                  <a:prstClr val="white"/>
                </a:solidFill>
                <a:latin typeface="Calibri" panose="020F0502020204030204"/>
              </a:rPr>
              <a:t>Automating Industrial Data Processing Workflows</a:t>
            </a:r>
          </a:p>
          <a:p>
            <a:pPr lvl="0">
              <a:defRPr/>
            </a:pPr>
            <a:r>
              <a:rPr lang="en-US" sz="2000" b="1" i="1" dirty="0">
                <a:solidFill>
                  <a:prstClr val="white"/>
                </a:solidFill>
                <a:latin typeface="Calibri" panose="020F0502020204030204"/>
              </a:rPr>
              <a:t> </a:t>
            </a: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Creating an End-to-End Industrial Data Pipeline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8F597C0E-6D40-4121-A175-0B12F5129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870770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GB" sz="3600" b="1" spc="-100" dirty="0">
                <a:solidFill>
                  <a:srgbClr val="000000"/>
                </a:solidFill>
                <a:cs typeface="Calibri" panose="020F0502020204030204" pitchFamily="34" charset="0"/>
              </a:rPr>
              <a:t>Building Industrial ETL Pipelines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From Industrial Data Sources to Analytics-Ready Data</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An industrial ETL pipeline provides a structured workflow for collecting raw operational data and transforming it into information suitable for analytics and machine learning.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Manufacturing data may originate from sensors, machines, production systems, quality records, or equipment logs and often arrives in different formats and structures.</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pipeline first extracts relevant information from these sources, transforms it by applying cleaning, standardisation, validation, and integration rules, and then loads the processed information into an appropriate destination.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Unlike one-time manual processing, an ETL pipeline creates a repeatable flow that can process new industrial records consistently.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repeatability is essential when predictive analytics depends on regularly updated manufacturing data and consistent transformation logic.</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054242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GB" sz="3600" b="1" spc="-100" dirty="0">
                <a:solidFill>
                  <a:srgbClr val="000000"/>
                </a:solidFill>
                <a:cs typeface="Calibri" panose="020F0502020204030204" pitchFamily="34" charset="0"/>
              </a:rPr>
              <a:t>Building Industrial ETL Pipelines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Designing the Extract Stage</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Extraction is responsible for obtaining data from industrial sources while preserving the information required for subsequent processing. Different manufacturing systems may generate sensor measurements, equipment events, production records, maintenance information, or quality results at different frequencies. An effective extraction process identifies which fields are required, where they originate, and how frequently they should be collected.</a:t>
            </a:r>
          </a:p>
          <a:p>
            <a:pPr marL="285750" lvl="0" indent="-285750">
              <a:buFont typeface="Wingdings" panose="05000000000000000000" pitchFamily="2" charset="2"/>
              <a:buChar char="Ø"/>
              <a:defRPr/>
            </a:pPr>
            <a:endPar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Key considerations include:</a:t>
            </a:r>
          </a:p>
          <a:p>
            <a:pPr marL="742950" lvl="1" indent="-285750">
              <a:buFont typeface="Arial" panose="020B0604020202020204" pitchFamily="34" charset="0"/>
              <a:buChar char="•"/>
              <a:defRPr/>
            </a:pPr>
            <a:r>
              <a:rPr lang="en-US" dirty="0">
                <a:solidFill>
                  <a:prstClr val="black"/>
                </a:solidFill>
              </a:rPr>
              <a:t>Identify relevant industrial data sources.</a:t>
            </a:r>
          </a:p>
          <a:p>
            <a:pPr marL="742950" lvl="1" indent="-285750">
              <a:buFont typeface="Arial" panose="020B0604020202020204" pitchFamily="34" charset="0"/>
              <a:buChar char="•"/>
              <a:defRPr/>
            </a:pPr>
            <a:r>
              <a:rPr lang="en-US" dirty="0">
                <a:solidFill>
                  <a:prstClr val="black"/>
                </a:solidFill>
              </a:rPr>
              <a:t>Preserve timestamps and machine identifiers.</a:t>
            </a:r>
          </a:p>
          <a:p>
            <a:pPr marL="742950" lvl="1" indent="-285750">
              <a:buFont typeface="Arial" panose="020B0604020202020204" pitchFamily="34" charset="0"/>
              <a:buChar char="•"/>
              <a:defRPr/>
            </a:pPr>
            <a:r>
              <a:rPr lang="en-US" dirty="0">
                <a:solidFill>
                  <a:prstClr val="black"/>
                </a:solidFill>
              </a:rPr>
              <a:t>Maintain original measurement values.</a:t>
            </a:r>
          </a:p>
          <a:p>
            <a:pPr marL="742950" lvl="1" indent="-285750">
              <a:buFont typeface="Arial" panose="020B0604020202020204" pitchFamily="34" charset="0"/>
              <a:buChar char="•"/>
              <a:defRPr/>
            </a:pPr>
            <a:r>
              <a:rPr lang="en-US" dirty="0">
                <a:solidFill>
                  <a:prstClr val="black"/>
                </a:solidFill>
              </a:rPr>
              <a:t>Capture required production and process variables.</a:t>
            </a:r>
          </a:p>
          <a:p>
            <a:pPr marL="742950" lvl="1" indent="-285750">
              <a:buFont typeface="Arial" panose="020B0604020202020204" pitchFamily="34" charset="0"/>
              <a:buChar char="•"/>
              <a:defRPr/>
            </a:pPr>
            <a:r>
              <a:rPr lang="en-US" dirty="0">
                <a:solidFill>
                  <a:prstClr val="black"/>
                </a:solidFill>
              </a:rPr>
              <a:t>Consider differences in source formats.</a:t>
            </a:r>
          </a:p>
          <a:p>
            <a:pPr marL="742950" lvl="1" indent="-285750">
              <a:buFont typeface="Arial" panose="020B0604020202020204" pitchFamily="34" charset="0"/>
              <a:buChar char="•"/>
              <a:defRPr/>
            </a:pPr>
            <a:r>
              <a:rPr lang="en-US" dirty="0">
                <a:solidFill>
                  <a:prstClr val="black"/>
                </a:solidFill>
              </a:rPr>
              <a:t>Track where extracted information originated.</a:t>
            </a:r>
          </a:p>
          <a:p>
            <a:pPr marL="742950" lvl="1" indent="-285750">
              <a:buFont typeface="Arial" panose="020B0604020202020204" pitchFamily="34" charset="0"/>
              <a:buChar char="•"/>
              <a:defRPr/>
            </a:pPr>
            <a:r>
              <a:rPr lang="en-US" dirty="0">
                <a:solidFill>
                  <a:prstClr val="black"/>
                </a:solidFill>
              </a:rPr>
              <a:t>Avoid unnecessary modification during extraction.</a:t>
            </a:r>
          </a:p>
          <a:p>
            <a:pPr marL="742950" lvl="1" indent="-285750">
              <a:buFont typeface="Arial" panose="020B0604020202020204" pitchFamily="34" charset="0"/>
              <a:buChar char="•"/>
              <a:defRPr/>
            </a:pPr>
            <a:r>
              <a:rPr lang="en-US" dirty="0">
                <a:solidFill>
                  <a:prstClr val="black"/>
                </a:solidFill>
              </a:rPr>
              <a:t>Confirm that expected records have been successfully acquired.</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985081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GB" sz="3600" b="1" spc="-100" dirty="0">
                <a:solidFill>
                  <a:srgbClr val="000000"/>
                </a:solidFill>
                <a:cs typeface="Calibri" panose="020F0502020204030204" pitchFamily="34" charset="0"/>
              </a:rPr>
              <a:t>Building Industrial ETL Pipelines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End-to-End Industrial ETL Pipeline</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4A3A911-D200-4B1E-B568-06C7EDCD6C90}"/>
              </a:ext>
            </a:extLst>
          </p:cNvPr>
          <p:cNvPicPr>
            <a:picLocks noChangeAspect="1"/>
          </p:cNvPicPr>
          <p:nvPr/>
        </p:nvPicPr>
        <p:blipFill>
          <a:blip r:embed="rId3"/>
          <a:stretch>
            <a:fillRect/>
          </a:stretch>
        </p:blipFill>
        <p:spPr>
          <a:xfrm>
            <a:off x="2939279" y="1960950"/>
            <a:ext cx="6183101" cy="4024551"/>
          </a:xfrm>
          <a:prstGeom prst="rect">
            <a:avLst/>
          </a:prstGeom>
        </p:spPr>
      </p:pic>
    </p:spTree>
    <p:extLst>
      <p:ext uri="{BB962C8B-B14F-4D97-AF65-F5344CB8AC3E}">
        <p14:creationId xmlns:p14="http://schemas.microsoft.com/office/powerpoint/2010/main" val="3753472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GB" sz="3600" b="1" spc="-100" dirty="0">
                <a:solidFill>
                  <a:srgbClr val="000000"/>
                </a:solidFill>
                <a:cs typeface="Calibri" panose="020F0502020204030204" pitchFamily="34" charset="0"/>
              </a:rPr>
              <a:t>Building Industrial ETL Pipelines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Transforming and Loading Industrial Data</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The transformation stage converts extracted manufacturing data into a consistent structure. Typical operations include converting data types, </a:t>
            </a:r>
            <a:r>
              <a:rPr lang="en-US" dirty="0" err="1">
                <a:solidFill>
                  <a:prstClr val="black"/>
                </a:solidFill>
              </a:rPr>
              <a:t>standardising</a:t>
            </a:r>
            <a:r>
              <a:rPr lang="en-US" dirty="0">
                <a:solidFill>
                  <a:prstClr val="black"/>
                </a:solidFill>
              </a:rPr>
              <a:t> measurement units, handling missing information, removing duplicate records, aligning timestamps, and combining information from related sources.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Transformation rules should be defined consistently so that newly received records are processed in the same way as historical data.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After transformation, validated information is loaded into a destination where downstream analytical processes can access it. Depending on the workflow, processed data may be stored as structured files or within an industrial data platform.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Maintaining separation between raw and transformed information is useful because original records remain available for traceability while analytical systems work with prepared and validated datasets.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847602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Validation and Quality Assurance</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Why Data Validation Matters in Industrial Pipelines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Data validation verifies that information moving through an industrial pipeline satisfies expected structural and quality requirements.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Without validation, missing measurements, invalid values, duplicated records, incorrect timestamps, or unexpected data types may reach analytical systems and influence predictive results.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Validation should therefore occur before processed information is accepted for downstream use. Rules can verify whether required columns exist, identifiers are populated, numerical measurements remain within expected ranges, and timestamps use appropriate formats.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Validation does not guarantee that every measurement represents perfect equipment behaviour; instead, it identifies records that violate predefined expectations and require investigation.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Effective validation creates an important control point between raw industrial information and the datasets used for engineering analytics and machine learning.</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64139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Validation and Quality Assurance</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Industrial Data Quality Dimensions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Data quality assurance evaluates whether industrial information is sufficiently reliable for its intended analytical purpose. Quality should be assessed across multiple dimensions rather than using a single measure.</a:t>
            </a:r>
          </a:p>
          <a:p>
            <a:pPr marL="285750" lvl="0" indent="-285750">
              <a:buFont typeface="Wingdings" panose="05000000000000000000" pitchFamily="2" charset="2"/>
              <a:buChar char="Ø"/>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Arial" panose="020B0604020202020204" pitchFamily="34" charset="0"/>
              <a:buChar char="•"/>
              <a:defRPr/>
            </a:pPr>
            <a:r>
              <a:rPr lang="en-US" b="1" dirty="0">
                <a:solidFill>
                  <a:prstClr val="black"/>
                </a:solidFill>
              </a:rPr>
              <a:t>Completeness: </a:t>
            </a:r>
            <a:r>
              <a:rPr lang="en-US" dirty="0">
                <a:solidFill>
                  <a:prstClr val="black"/>
                </a:solidFill>
              </a:rPr>
              <a:t>Are required measurements and fields available?</a:t>
            </a:r>
          </a:p>
          <a:p>
            <a:pPr marL="285750" indent="-285750">
              <a:buFont typeface="Arial" panose="020B0604020202020204" pitchFamily="34" charset="0"/>
              <a:buChar char="•"/>
              <a:defRPr/>
            </a:pPr>
            <a:r>
              <a:rPr lang="en-US" b="1" dirty="0">
                <a:solidFill>
                  <a:prstClr val="black"/>
                </a:solidFill>
              </a:rPr>
              <a:t>Validity: </a:t>
            </a:r>
            <a:r>
              <a:rPr lang="en-US" dirty="0">
                <a:solidFill>
                  <a:prstClr val="black"/>
                </a:solidFill>
              </a:rPr>
              <a:t>Do values follow defined formats and rules?</a:t>
            </a:r>
          </a:p>
          <a:p>
            <a:pPr marL="285750" indent="-285750">
              <a:buFont typeface="Arial" panose="020B0604020202020204" pitchFamily="34" charset="0"/>
              <a:buChar char="•"/>
              <a:defRPr/>
            </a:pPr>
            <a:r>
              <a:rPr lang="en-US" b="1" dirty="0">
                <a:solidFill>
                  <a:prstClr val="black"/>
                </a:solidFill>
              </a:rPr>
              <a:t>Consistency:</a:t>
            </a:r>
            <a:r>
              <a:rPr lang="en-US" dirty="0">
                <a:solidFill>
                  <a:prstClr val="black"/>
                </a:solidFill>
              </a:rPr>
              <a:t> Are units, categories, and structures </a:t>
            </a:r>
            <a:r>
              <a:rPr lang="en-US" dirty="0" err="1">
                <a:solidFill>
                  <a:prstClr val="black"/>
                </a:solidFill>
              </a:rPr>
              <a:t>standardised</a:t>
            </a:r>
            <a:r>
              <a:rPr lang="en-US" dirty="0">
                <a:solidFill>
                  <a:prstClr val="black"/>
                </a:solidFill>
              </a:rPr>
              <a:t>?</a:t>
            </a:r>
          </a:p>
          <a:p>
            <a:pPr marL="285750" indent="-285750">
              <a:buFont typeface="Arial" panose="020B0604020202020204" pitchFamily="34" charset="0"/>
              <a:buChar char="•"/>
              <a:defRPr/>
            </a:pPr>
            <a:r>
              <a:rPr lang="en-US" b="1" dirty="0">
                <a:solidFill>
                  <a:prstClr val="black"/>
                </a:solidFill>
              </a:rPr>
              <a:t>Accuracy: </a:t>
            </a:r>
            <a:r>
              <a:rPr lang="en-US" dirty="0">
                <a:solidFill>
                  <a:prstClr val="black"/>
                </a:solidFill>
              </a:rPr>
              <a:t>Do measurements reasonably represent actual conditions?</a:t>
            </a:r>
          </a:p>
          <a:p>
            <a:pPr marL="285750" indent="-285750">
              <a:buFont typeface="Arial" panose="020B0604020202020204" pitchFamily="34" charset="0"/>
              <a:buChar char="•"/>
              <a:defRPr/>
            </a:pPr>
            <a:r>
              <a:rPr lang="en-US" b="1" dirty="0">
                <a:solidFill>
                  <a:prstClr val="black"/>
                </a:solidFill>
              </a:rPr>
              <a:t>Timeliness:</a:t>
            </a:r>
            <a:r>
              <a:rPr lang="en-US" dirty="0">
                <a:solidFill>
                  <a:prstClr val="black"/>
                </a:solidFill>
              </a:rPr>
              <a:t> Is information available when required?</a:t>
            </a:r>
          </a:p>
          <a:p>
            <a:pPr marL="285750" indent="-285750">
              <a:buFont typeface="Arial" panose="020B0604020202020204" pitchFamily="34" charset="0"/>
              <a:buChar char="•"/>
              <a:defRPr/>
            </a:pPr>
            <a:r>
              <a:rPr lang="en-US" b="1" dirty="0">
                <a:solidFill>
                  <a:prstClr val="black"/>
                </a:solidFill>
              </a:rPr>
              <a:t>Uniqueness: </a:t>
            </a:r>
            <a:r>
              <a:rPr lang="en-US" dirty="0">
                <a:solidFill>
                  <a:prstClr val="black"/>
                </a:solidFill>
              </a:rPr>
              <a:t>Are unintended duplicate records avoided?</a:t>
            </a:r>
          </a:p>
          <a:p>
            <a:pPr marL="285750" indent="-285750">
              <a:buFont typeface="Arial" panose="020B0604020202020204" pitchFamily="34" charset="0"/>
              <a:buChar char="•"/>
              <a:defRPr/>
            </a:pPr>
            <a:r>
              <a:rPr lang="en-US" b="1" dirty="0">
                <a:solidFill>
                  <a:prstClr val="black"/>
                </a:solidFill>
              </a:rPr>
              <a:t>Integrity: </a:t>
            </a:r>
            <a:r>
              <a:rPr lang="en-US" dirty="0">
                <a:solidFill>
                  <a:prstClr val="black"/>
                </a:solidFill>
              </a:rPr>
              <a:t>Are relationships between machines, timestamps, </a:t>
            </a:r>
            <a:br>
              <a:rPr lang="en-US" dirty="0">
                <a:solidFill>
                  <a:prstClr val="black"/>
                </a:solidFill>
              </a:rPr>
            </a:br>
            <a:r>
              <a:rPr lang="en-US" dirty="0">
                <a:solidFill>
                  <a:prstClr val="black"/>
                </a:solidFill>
              </a:rPr>
              <a:t>and records preserved?</a:t>
            </a:r>
          </a:p>
          <a:p>
            <a:pPr marL="285750" indent="-285750">
              <a:buFont typeface="Arial" panose="020B0604020202020204" pitchFamily="34" charset="0"/>
              <a:buChar char="•"/>
              <a:defRPr/>
            </a:pPr>
            <a:r>
              <a:rPr lang="en-US" b="1" dirty="0">
                <a:solidFill>
                  <a:prstClr val="black"/>
                </a:solidFill>
              </a:rPr>
              <a:t>Traceability:</a:t>
            </a:r>
            <a:r>
              <a:rPr lang="en-US" dirty="0">
                <a:solidFill>
                  <a:prstClr val="black"/>
                </a:solidFill>
              </a:rPr>
              <a:t> Can processed information be linked to its source?</a:t>
            </a:r>
          </a:p>
          <a:p>
            <a:pPr marL="742950" lvl="1" indent="-285750">
              <a:buFont typeface="Arial" panose="020B0604020202020204" pitchFamily="34" charset="0"/>
              <a:buChar char="•"/>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Wingdings" panose="05000000000000000000" pitchFamily="2" charset="2"/>
              <a:buChar char="Ø"/>
              <a:defRPr/>
            </a:pPr>
            <a:r>
              <a:rPr lang="en-US" dirty="0">
                <a:solidFill>
                  <a:prstClr val="black"/>
                </a:solidFill>
              </a:rPr>
              <a:t>Different predictive applications may place different levels of importance on each dimension, depending on operational requirements.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023F70A-77CB-43A5-A53C-BB8A82E8EEFA}"/>
              </a:ext>
            </a:extLst>
          </p:cNvPr>
          <p:cNvPicPr>
            <a:picLocks noChangeAspect="1"/>
          </p:cNvPicPr>
          <p:nvPr/>
        </p:nvPicPr>
        <p:blipFill rotWithShape="1">
          <a:blip r:embed="rId3"/>
          <a:srcRect r="2167"/>
          <a:stretch/>
        </p:blipFill>
        <p:spPr>
          <a:xfrm>
            <a:off x="7967248" y="2734234"/>
            <a:ext cx="3234152" cy="2771564"/>
          </a:xfrm>
          <a:prstGeom prst="rect">
            <a:avLst/>
          </a:prstGeom>
        </p:spPr>
      </p:pic>
    </p:spTree>
    <p:extLst>
      <p:ext uri="{BB962C8B-B14F-4D97-AF65-F5344CB8AC3E}">
        <p14:creationId xmlns:p14="http://schemas.microsoft.com/office/powerpoint/2010/main" val="177413799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Data Validation and Quality Assurance</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Handling Failed Data-Quality Checks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Not every record that fails a quality check should automatically be deleted. In manufacturing environments, unusual data may represent genuine equipment behaviour rather than incorrect information.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 temperature reading beyond the normal operating range, for example, could indicate either a faulty sensor or an overheating machine.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Quality workflows should therefore distinguish between invalid records and valid operational anomalies. Failed records may be flagged for investigation, isolated from normal processing, corrected when reliable information is available, or retained with an appropriate quality indicator.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Recording validation outcomes also improves traceability and allows engineering teams to understand why particular information was accepted or rejected.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controlled approach helps maintain data quality without unintentionally removing important evidence of abnormal industrial conditions.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492868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Automating Industrial Data Processing Workflows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Moving from Manual Processing to Automation</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Manual industrial data preparation can become inefficient when manufacturing information is generated continuously or must be processed repeatedly.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Automation allows predefined extraction, transformation, validation, and loading operations to execute consistently whenever new data becomes available or according to an established schedule.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 Python-based workflow, for example, can load new manufacturing records, apply cleaning rules, calculate required transformations, validate the resulting dataset, and save the processed output without repeating each operation manually.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Automation improves repeatability and reduces the risk of inconsistent processing between datasets. However, automated workflows still require monitoring because changes in source structures, missing files, invalid values, or processing failures can interrupt the pipeline or produce incomplete analytical outputs.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802673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Automating Industrial Data Processing Workflows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Designing Reliable Automated Workflows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 reliable automated data workflow should clearly define the sequence of processing activities and what should happen when a problem occurs.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Each stage should perform a specific responsibility, such as loading input data, validating structure, transforming values, checking output quality, or saving processed results.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Breaking workflows into manageable components makes failures easier to identify and individual stages easier to maintain.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Automated pipelines should also provide useful information about execution status rather than failing silently. Basic logging can record when processing started, which stages completed, how many records were processed, and whether errors occurred.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These controls improve operational visibility and make automated industrial workflows more dependable as datasets and processing requirements evolve.</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29539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Automating Industrial Data Processing Workflows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Automated Industrial Data Processing Cycle</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11BDCA1-8FDE-48BF-9A12-E54558EC4ED1}"/>
              </a:ext>
            </a:extLst>
          </p:cNvPr>
          <p:cNvPicPr>
            <a:picLocks noChangeAspect="1"/>
          </p:cNvPicPr>
          <p:nvPr/>
        </p:nvPicPr>
        <p:blipFill>
          <a:blip r:embed="rId3"/>
          <a:stretch>
            <a:fillRect/>
          </a:stretch>
        </p:blipFill>
        <p:spPr>
          <a:xfrm>
            <a:off x="2989529" y="1914526"/>
            <a:ext cx="6082602" cy="4324350"/>
          </a:xfrm>
          <a:prstGeom prst="rect">
            <a:avLst/>
          </a:prstGeom>
        </p:spPr>
      </p:pic>
    </p:spTree>
    <p:extLst>
      <p:ext uri="{BB962C8B-B14F-4D97-AF65-F5344CB8AC3E}">
        <p14:creationId xmlns:p14="http://schemas.microsoft.com/office/powerpoint/2010/main" val="112372571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11389296" cy="452431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Hands-On Title: Automating an Industrial Data Engineering Pipeline with Python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Objective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Build a reusable Python ETL workflow that imports the cleaned and feature-engineered dataset from Module 5, performs final transformations for machine learning, applies a lightweight quality checkpoint, and exports a model-ready dataset for Module 7.</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Input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Use the output from Module 5: Module_5/output/Module5_Feature_Engineered_Data.csv</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Output Dataset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We will create: Module_6/output/Module6_Model_Ready_Data.csv</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28254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11389296" cy="2585323"/>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1 — Create the Module 6 Folder and Python Script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your existing project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Predictive_Analytics_HandsOn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Module_6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Module_6, create module6_etl_pipeline.py and output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Your project should look like this: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45ABAD5-FDD8-4C0A-A291-F5DD2A79FAE2}"/>
              </a:ext>
            </a:extLst>
          </p:cNvPr>
          <p:cNvPicPr>
            <a:picLocks noChangeAspect="1"/>
          </p:cNvPicPr>
          <p:nvPr/>
        </p:nvPicPr>
        <p:blipFill>
          <a:blip r:embed="rId3"/>
          <a:stretch>
            <a:fillRect/>
          </a:stretch>
        </p:blipFill>
        <p:spPr>
          <a:xfrm>
            <a:off x="4638471" y="3281465"/>
            <a:ext cx="2915057" cy="1790950"/>
          </a:xfrm>
          <a:prstGeom prst="rect">
            <a:avLst/>
          </a:prstGeom>
          <a:ln>
            <a:solidFill>
              <a:schemeClr val="accent1"/>
            </a:solidFill>
          </a:ln>
        </p:spPr>
      </p:pic>
    </p:spTree>
    <p:extLst>
      <p:ext uri="{BB962C8B-B14F-4D97-AF65-F5344CB8AC3E}">
        <p14:creationId xmlns:p14="http://schemas.microsoft.com/office/powerpoint/2010/main" val="41459920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11389296" cy="203132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module6_etl_pipeline.py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 the required imports: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58E4485-54F8-4018-A200-6590E159DD54}"/>
              </a:ext>
            </a:extLst>
          </p:cNvPr>
          <p:cNvPicPr>
            <a:picLocks noChangeAspect="1"/>
          </p:cNvPicPr>
          <p:nvPr/>
        </p:nvPicPr>
        <p:blipFill>
          <a:blip r:embed="rId3"/>
          <a:stretch>
            <a:fillRect/>
          </a:stretch>
        </p:blipFill>
        <p:spPr>
          <a:xfrm>
            <a:off x="2180678" y="3290708"/>
            <a:ext cx="7830643" cy="2562583"/>
          </a:xfrm>
          <a:prstGeom prst="rect">
            <a:avLst/>
          </a:prstGeom>
          <a:ln>
            <a:solidFill>
              <a:schemeClr val="accent1"/>
            </a:solidFill>
          </a:ln>
        </p:spPr>
      </p:pic>
    </p:spTree>
    <p:extLst>
      <p:ext uri="{BB962C8B-B14F-4D97-AF65-F5344CB8AC3E}">
        <p14:creationId xmlns:p14="http://schemas.microsoft.com/office/powerpoint/2010/main" val="356810572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11389296"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2 — Build the Extract Function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 Instead of simply writing: df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pd.read_csv</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we will convert the loading operation into a reusable ETL function.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A3B40ED-3893-4AA3-A779-47084B7E4DF9}"/>
              </a:ext>
            </a:extLst>
          </p:cNvPr>
          <p:cNvPicPr>
            <a:picLocks noChangeAspect="1"/>
          </p:cNvPicPr>
          <p:nvPr/>
        </p:nvPicPr>
        <p:blipFill>
          <a:blip r:embed="rId3"/>
          <a:stretch>
            <a:fillRect/>
          </a:stretch>
        </p:blipFill>
        <p:spPr>
          <a:xfrm>
            <a:off x="2406965" y="2885850"/>
            <a:ext cx="4544059" cy="3219899"/>
          </a:xfrm>
          <a:prstGeom prst="rect">
            <a:avLst/>
          </a:prstGeom>
          <a:ln>
            <a:solidFill>
              <a:schemeClr val="accent1"/>
            </a:solidFill>
          </a:ln>
        </p:spPr>
      </p:pic>
      <p:sp>
        <p:nvSpPr>
          <p:cNvPr id="9" name="Rectangle: Rounded Corners 8">
            <a:extLst>
              <a:ext uri="{FF2B5EF4-FFF2-40B4-BE49-F238E27FC236}">
                <a16:creationId xmlns:a16="http://schemas.microsoft.com/office/drawing/2014/main" id="{B0886E94-113D-43D5-B4EF-84DB92C3E59A}"/>
              </a:ext>
            </a:extLst>
          </p:cNvPr>
          <p:cNvSpPr/>
          <p:nvPr/>
        </p:nvSpPr>
        <p:spPr>
          <a:xfrm>
            <a:off x="7493000" y="3149600"/>
            <a:ext cx="2921000" cy="25527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E196D0EB-EC9D-4D70-88D2-C6C4E4065599}"/>
              </a:ext>
            </a:extLst>
          </p:cNvPr>
          <p:cNvSpPr/>
          <p:nvPr/>
        </p:nvSpPr>
        <p:spPr>
          <a:xfrm>
            <a:off x="7653780" y="3618752"/>
            <a:ext cx="2599439" cy="1754326"/>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This function: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Input CSV</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E7E6E6"/>
                </a:solidFill>
                <a:effectLst/>
                <a:uLnTx/>
                <a:uFillTx/>
                <a:latin typeface="Calibri" panose="020F0502020204030204"/>
                <a:ea typeface="+mn-ea"/>
                <a:cs typeface="+mn-cs"/>
              </a:rPr>
              <a:t>extract_data</a:t>
            </a: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Pandas </a:t>
            </a:r>
            <a:r>
              <a:rPr kumimoji="0" lang="en-US" sz="1800" b="0" i="0" u="none" strike="noStrike" kern="1200" cap="none" spc="0" normalizeH="0" baseline="0" noProof="0" dirty="0" err="1">
                <a:ln>
                  <a:noFill/>
                </a:ln>
                <a:solidFill>
                  <a:srgbClr val="E7E6E6"/>
                </a:solidFill>
                <a:effectLst/>
                <a:uLnTx/>
                <a:uFillTx/>
                <a:latin typeface="Calibri" panose="020F0502020204030204"/>
                <a:ea typeface="+mn-ea"/>
                <a:cs typeface="+mn-cs"/>
              </a:rPr>
              <a:t>DataFrame</a:t>
            </a:r>
            <a:endPar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317690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11389296"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define the input file: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this point, the pipeline can automatically read the output generated from Module 5.</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FDB4674-9C9A-4FEB-A7A9-D88102F762EE}"/>
              </a:ext>
            </a:extLst>
          </p:cNvPr>
          <p:cNvPicPr>
            <a:picLocks noChangeAspect="1"/>
          </p:cNvPicPr>
          <p:nvPr/>
        </p:nvPicPr>
        <p:blipFill>
          <a:blip r:embed="rId3"/>
          <a:stretch>
            <a:fillRect/>
          </a:stretch>
        </p:blipFill>
        <p:spPr>
          <a:xfrm>
            <a:off x="3786187" y="1476375"/>
            <a:ext cx="4619625" cy="3905250"/>
          </a:xfrm>
          <a:prstGeom prst="rect">
            <a:avLst/>
          </a:prstGeom>
          <a:ln>
            <a:solidFill>
              <a:schemeClr val="accent1"/>
            </a:solidFill>
          </a:ln>
        </p:spPr>
      </p:pic>
    </p:spTree>
    <p:extLst>
      <p:ext uri="{BB962C8B-B14F-4D97-AF65-F5344CB8AC3E}">
        <p14:creationId xmlns:p14="http://schemas.microsoft.com/office/powerpoint/2010/main" val="41872857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5229796" cy="3970318"/>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3 — Build the Transformation Function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Prepare the feature-engineered dataset specifically for machine learning.</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do not need to repeat all Module 5 cleaning. Instead, we will perform final model-oriented transformations.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CBE8C3D-5526-499B-9945-30EE6F3873C2}"/>
              </a:ext>
            </a:extLst>
          </p:cNvPr>
          <p:cNvPicPr>
            <a:picLocks noChangeAspect="1"/>
          </p:cNvPicPr>
          <p:nvPr/>
        </p:nvPicPr>
        <p:blipFill>
          <a:blip r:embed="rId3"/>
          <a:stretch>
            <a:fillRect/>
          </a:stretch>
        </p:blipFill>
        <p:spPr>
          <a:xfrm>
            <a:off x="6333775" y="2197284"/>
            <a:ext cx="5010849" cy="3105583"/>
          </a:xfrm>
          <a:prstGeom prst="rect">
            <a:avLst/>
          </a:prstGeom>
          <a:ln>
            <a:solidFill>
              <a:schemeClr val="accent1"/>
            </a:solidFill>
          </a:ln>
        </p:spPr>
      </p:pic>
    </p:spTree>
    <p:extLst>
      <p:ext uri="{BB962C8B-B14F-4D97-AF65-F5344CB8AC3E}">
        <p14:creationId xmlns:p14="http://schemas.microsoft.com/office/powerpoint/2010/main" val="137495334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8" name="TextBox 7">
            <a:extLst>
              <a:ext uri="{FF2B5EF4-FFF2-40B4-BE49-F238E27FC236}">
                <a16:creationId xmlns:a16="http://schemas.microsoft.com/office/drawing/2014/main" id="{D6AFEF4D-2B31-477A-BD31-9B1DFDA477ED}"/>
              </a:ext>
            </a:extLst>
          </p:cNvPr>
          <p:cNvSpPr txBox="1"/>
          <p:nvPr/>
        </p:nvSpPr>
        <p:spPr>
          <a:xfrm>
            <a:off x="434404" y="1591617"/>
            <a:ext cx="11757596" cy="2308324"/>
          </a:xfrm>
          <a:prstGeom prst="rect">
            <a:avLst/>
          </a:prstGeom>
          <a:noFill/>
        </p:spPr>
        <p:txBody>
          <a:bodyPr wrap="square" lIns="91440" tIns="45720" rIns="91440" bIns="45720" rtlCol="0" anchor="t">
            <a:sp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encode the categorical maintenance target: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Encode whether a fault exists: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remove columns that will not be directly useful for model training: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Finally:</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58678B3-8F15-40E1-8302-F89C4EDD5913}"/>
              </a:ext>
            </a:extLst>
          </p:cNvPr>
          <p:cNvPicPr>
            <a:picLocks noChangeAspect="1"/>
          </p:cNvPicPr>
          <p:nvPr/>
        </p:nvPicPr>
        <p:blipFill>
          <a:blip r:embed="rId3"/>
          <a:stretch>
            <a:fillRect/>
          </a:stretch>
        </p:blipFill>
        <p:spPr>
          <a:xfrm>
            <a:off x="689164" y="3730798"/>
            <a:ext cx="7039957" cy="2476846"/>
          </a:xfrm>
          <a:prstGeom prst="rect">
            <a:avLst/>
          </a:prstGeom>
          <a:ln>
            <a:solidFill>
              <a:schemeClr val="accent1"/>
            </a:solidFill>
          </a:ln>
        </p:spPr>
      </p:pic>
      <p:sp>
        <p:nvSpPr>
          <p:cNvPr id="6" name="Rectangle 5">
            <a:extLst>
              <a:ext uri="{FF2B5EF4-FFF2-40B4-BE49-F238E27FC236}">
                <a16:creationId xmlns:a16="http://schemas.microsoft.com/office/drawing/2014/main" id="{A0E93F3E-FB07-406B-973F-B2948A525E94}"/>
              </a:ext>
            </a:extLst>
          </p:cNvPr>
          <p:cNvSpPr/>
          <p:nvPr/>
        </p:nvSpPr>
        <p:spPr>
          <a:xfrm>
            <a:off x="8454836" y="2745779"/>
            <a:ext cx="3302760" cy="3139321"/>
          </a:xfrm>
          <a:prstGeom prst="rect">
            <a:avLst/>
          </a:prstGeom>
          <a:solidFill>
            <a:schemeClr val="accent3"/>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7E6E6"/>
                </a:solidFill>
                <a:effectLst/>
                <a:uLnTx/>
                <a:uFillTx/>
                <a:latin typeface="Calibri" panose="020F0502020204030204"/>
                <a:ea typeface="+mn-ea"/>
                <a:cs typeface="+mn-cs"/>
              </a:rPr>
              <a:t>What happened 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The raw timestamp: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2026-01-01 08:00:00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becomes: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Hour = 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Day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Month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E7E6E6"/>
                </a:solidFill>
                <a:effectLst/>
                <a:uLnTx/>
                <a:uFillTx/>
                <a:latin typeface="Calibri" panose="020F0502020204030204"/>
                <a:ea typeface="+mn-ea"/>
                <a:cs typeface="+mn-cs"/>
              </a:rPr>
              <a:t>Maintenance_Required</a:t>
            </a: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 = Yes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becomes: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E7E6E6"/>
                </a:solidFill>
                <a:effectLst/>
                <a:uLnTx/>
                <a:uFillTx/>
                <a:latin typeface="Calibri" panose="020F0502020204030204"/>
                <a:ea typeface="+mn-ea"/>
                <a:cs typeface="+mn-cs"/>
              </a:rPr>
              <a:t>Maintenance_Target</a:t>
            </a: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 = 1</a:t>
            </a:r>
          </a:p>
        </p:txBody>
      </p:sp>
    </p:spTree>
    <p:extLst>
      <p:ext uri="{BB962C8B-B14F-4D97-AF65-F5344CB8AC3E}">
        <p14:creationId xmlns:p14="http://schemas.microsoft.com/office/powerpoint/2010/main" val="5966885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307433"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4 — Add a Lightweight Quality Check</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just perform a small pipeline quality check before exporting.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C07F3E3-5565-4AE0-A7EF-11BDE7F5CA52}"/>
              </a:ext>
            </a:extLst>
          </p:cNvPr>
          <p:cNvPicPr>
            <a:picLocks noChangeAspect="1"/>
          </p:cNvPicPr>
          <p:nvPr/>
        </p:nvPicPr>
        <p:blipFill>
          <a:blip r:embed="rId3"/>
          <a:stretch>
            <a:fillRect/>
          </a:stretch>
        </p:blipFill>
        <p:spPr>
          <a:xfrm>
            <a:off x="5741837" y="1327096"/>
            <a:ext cx="5410955" cy="4591691"/>
          </a:xfrm>
          <a:prstGeom prst="rect">
            <a:avLst/>
          </a:prstGeom>
          <a:ln>
            <a:solidFill>
              <a:schemeClr val="accent1"/>
            </a:solidFill>
          </a:ln>
        </p:spPr>
      </p:pic>
    </p:spTree>
    <p:extLst>
      <p:ext uri="{BB962C8B-B14F-4D97-AF65-F5344CB8AC3E}">
        <p14:creationId xmlns:p14="http://schemas.microsoft.com/office/powerpoint/2010/main" val="6475063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4514967"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5 — Build the Load Function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 Save the transformed dataset automatically.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7CCE244-9B9C-4EE3-B9D7-1561712CFABB}"/>
              </a:ext>
            </a:extLst>
          </p:cNvPr>
          <p:cNvPicPr>
            <a:picLocks noChangeAspect="1"/>
          </p:cNvPicPr>
          <p:nvPr/>
        </p:nvPicPr>
        <p:blipFill>
          <a:blip r:embed="rId3"/>
          <a:stretch>
            <a:fillRect/>
          </a:stretch>
        </p:blipFill>
        <p:spPr>
          <a:xfrm>
            <a:off x="5307489" y="1720106"/>
            <a:ext cx="6163535" cy="4172532"/>
          </a:xfrm>
          <a:prstGeom prst="rect">
            <a:avLst/>
          </a:prstGeom>
          <a:ln>
            <a:solidFill>
              <a:schemeClr val="accent1"/>
            </a:solidFill>
          </a:ln>
        </p:spPr>
      </p:pic>
    </p:spTree>
    <p:extLst>
      <p:ext uri="{BB962C8B-B14F-4D97-AF65-F5344CB8AC3E}">
        <p14:creationId xmlns:p14="http://schemas.microsoft.com/office/powerpoint/2010/main" val="308193161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9101482" cy="286232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 the output file: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have all three core ETL components: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EXTRACT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TRANSFORM</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LOAD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750319C-C777-40A6-ABAD-C8E95475A392}"/>
              </a:ext>
            </a:extLst>
          </p:cNvPr>
          <p:cNvPicPr>
            <a:picLocks noChangeAspect="1"/>
          </p:cNvPicPr>
          <p:nvPr/>
        </p:nvPicPr>
        <p:blipFill>
          <a:blip r:embed="rId3"/>
          <a:stretch>
            <a:fillRect/>
          </a:stretch>
        </p:blipFill>
        <p:spPr>
          <a:xfrm>
            <a:off x="5841319" y="1591617"/>
            <a:ext cx="5705475" cy="4152900"/>
          </a:xfrm>
          <a:prstGeom prst="rect">
            <a:avLst/>
          </a:prstGeom>
          <a:ln>
            <a:solidFill>
              <a:schemeClr val="accent1"/>
            </a:solidFill>
          </a:ln>
        </p:spPr>
      </p:pic>
    </p:spTree>
    <p:extLst>
      <p:ext uri="{BB962C8B-B14F-4D97-AF65-F5344CB8AC3E}">
        <p14:creationId xmlns:p14="http://schemas.microsoft.com/office/powerpoint/2010/main" val="422269940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081025" cy="4247317"/>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6 — Automate the Complete Workflow</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the most important part of Module 6.</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manually running each operation, create one function that executes the complete industrial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F97FA73-83E3-4E2E-930F-61B28E75FFBC}"/>
              </a:ext>
            </a:extLst>
          </p:cNvPr>
          <p:cNvPicPr>
            <a:picLocks noChangeAspect="1"/>
          </p:cNvPicPr>
          <p:nvPr/>
        </p:nvPicPr>
        <p:blipFill>
          <a:blip r:embed="rId3"/>
          <a:stretch>
            <a:fillRect/>
          </a:stretch>
        </p:blipFill>
        <p:spPr>
          <a:xfrm>
            <a:off x="5721617" y="1296687"/>
            <a:ext cx="5915851" cy="4686954"/>
          </a:xfrm>
          <a:prstGeom prst="rect">
            <a:avLst/>
          </a:prstGeom>
        </p:spPr>
      </p:pic>
    </p:spTree>
    <p:extLst>
      <p:ext uri="{BB962C8B-B14F-4D97-AF65-F5344CB8AC3E}">
        <p14:creationId xmlns:p14="http://schemas.microsoft.com/office/powerpoint/2010/main" val="19221651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369331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Then 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whenever you run the Python file, the entire workflow will execute automatically.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03E8813-2F12-4BFC-9568-C60671C16E27}"/>
              </a:ext>
            </a:extLst>
          </p:cNvPr>
          <p:cNvPicPr>
            <a:picLocks noChangeAspect="1"/>
          </p:cNvPicPr>
          <p:nvPr/>
        </p:nvPicPr>
        <p:blipFill>
          <a:blip r:embed="rId3"/>
          <a:stretch>
            <a:fillRect/>
          </a:stretch>
        </p:blipFill>
        <p:spPr>
          <a:xfrm>
            <a:off x="3585299" y="2547814"/>
            <a:ext cx="5020376" cy="1762371"/>
          </a:xfrm>
          <a:prstGeom prst="rect">
            <a:avLst/>
          </a:prstGeom>
          <a:ln>
            <a:solidFill>
              <a:schemeClr val="accent1"/>
            </a:solidFill>
          </a:ln>
        </p:spPr>
      </p:pic>
    </p:spTree>
    <p:extLst>
      <p:ext uri="{BB962C8B-B14F-4D97-AF65-F5344CB8AC3E}">
        <p14:creationId xmlns:p14="http://schemas.microsoft.com/office/powerpoint/2010/main" val="206657567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313932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the Pipeline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Make sure your terminal is currently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C:\Users\...\Desktop\Predictive_Analytics_HandsOn&gt;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Then run: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python Module_6/module6_etl_pipeline.py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FFD3DF6-4AD0-4001-B797-B77B9FE08AA7}"/>
              </a:ext>
            </a:extLst>
          </p:cNvPr>
          <p:cNvPicPr>
            <a:picLocks noChangeAspect="1"/>
          </p:cNvPicPr>
          <p:nvPr/>
        </p:nvPicPr>
        <p:blipFill>
          <a:blip r:embed="rId3"/>
          <a:stretch>
            <a:fillRect/>
          </a:stretch>
        </p:blipFill>
        <p:spPr>
          <a:xfrm>
            <a:off x="2051560" y="4330446"/>
            <a:ext cx="8087854" cy="1390844"/>
          </a:xfrm>
          <a:prstGeom prst="rect">
            <a:avLst/>
          </a:prstGeom>
          <a:ln>
            <a:solidFill>
              <a:schemeClr val="accent1"/>
            </a:solidFill>
          </a:ln>
        </p:spPr>
      </p:pic>
    </p:spTree>
    <p:extLst>
      <p:ext uri="{BB962C8B-B14F-4D97-AF65-F5344CB8AC3E}">
        <p14:creationId xmlns:p14="http://schemas.microsoft.com/office/powerpoint/2010/main" val="22716720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6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Expected Terminal Output: You should see something similar to:</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50CBCE1C-E483-4130-9C1E-76DB7CAB2F24}"/>
              </a:ext>
            </a:extLst>
          </p:cNvPr>
          <p:cNvPicPr>
            <a:picLocks noChangeAspect="1"/>
          </p:cNvPicPr>
          <p:nvPr/>
        </p:nvPicPr>
        <p:blipFill>
          <a:blip r:embed="rId3"/>
          <a:stretch>
            <a:fillRect/>
          </a:stretch>
        </p:blipFill>
        <p:spPr>
          <a:xfrm>
            <a:off x="2766403" y="2148114"/>
            <a:ext cx="6658168" cy="4059530"/>
          </a:xfrm>
          <a:prstGeom prst="rect">
            <a:avLst/>
          </a:prstGeom>
          <a:ln>
            <a:solidFill>
              <a:schemeClr val="accent1"/>
            </a:solidFill>
          </a:ln>
        </p:spPr>
      </p:pic>
    </p:spTree>
    <p:extLst>
      <p:ext uri="{BB962C8B-B14F-4D97-AF65-F5344CB8AC3E}">
        <p14:creationId xmlns:p14="http://schemas.microsoft.com/office/powerpoint/2010/main" val="43289416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829037" y="2403420"/>
            <a:ext cx="7290065"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29998" y="2583936"/>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Automatically delete every unusual value</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Flag the value for validation and investigation</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Replace it with zero without checking</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Stop collecting temperature measurements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An industrial ETL pipeline receives a temperature value outside the expected operating range. What is the most appropriate initial action?</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51733253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829037" y="2403420"/>
            <a:ext cx="7290065"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29998" y="2375192"/>
              <a:ext cx="4735956" cy="1600438"/>
            </a:xfrm>
            <a:prstGeom prst="rect">
              <a:avLst/>
            </a:prstGeom>
            <a:noFill/>
          </p:spPr>
          <p:txBody>
            <a:bodyPr wrap="square" rtlCol="0">
              <a:spAutoFit/>
            </a:bodyPr>
            <a:lstStyle/>
            <a:p>
              <a:pPr marL="342900" lvl="0" indent="-342900">
                <a:buFontTx/>
                <a:buAutoNum type="alphaUcParenR"/>
                <a:defRPr/>
              </a:pPr>
              <a:r>
                <a:rPr lang="en-US" sz="1400" dirty="0">
                  <a:solidFill>
                    <a:prstClr val="black"/>
                  </a:solidFill>
                </a:rPr>
                <a:t>It guarantees that industrial equipment will never fail</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eliminates the need for data-quality checks</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enables repeatable and consistent processing of new industrial data</a:t>
              </a:r>
            </a:p>
            <a:p>
              <a:pPr marL="342900" lvl="0" indent="-342900">
                <a:buFontTx/>
                <a:buAutoNum type="alphaUcParenR"/>
                <a:defRPr/>
              </a:pPr>
              <a:endParaRPr lang="en-US" sz="1400" dirty="0">
                <a:solidFill>
                  <a:prstClr val="black"/>
                </a:solidFill>
              </a:endParaRPr>
            </a:p>
            <a:p>
              <a:pPr marL="342900" lvl="0" indent="-342900">
                <a:buFontTx/>
                <a:buAutoNum type="alphaUcParenR"/>
                <a:defRPr/>
              </a:pPr>
              <a:r>
                <a:rPr lang="en-US" sz="1400" dirty="0">
                  <a:solidFill>
                    <a:prstClr val="black"/>
                  </a:solidFill>
                </a:rPr>
                <a:t>It removes the requirement for predictive models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What is the primary advantage of automating an industrial data-processing workflow?</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96512705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2" y="309551"/>
            <a:ext cx="13139928" cy="646331"/>
          </a:xfrm>
          <a:prstGeom prst="rect">
            <a:avLst/>
          </a:prstGeom>
          <a:noFill/>
        </p:spPr>
        <p:txBody>
          <a:bodyPr wrap="square" rtlCol="0">
            <a:spAutoFit/>
          </a:bodyPr>
          <a:lstStyle/>
          <a:p>
            <a:pPr lvl="0">
              <a:defRPr/>
            </a:pPr>
            <a:r>
              <a:rPr lang="en-US" sz="36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7: Predictive Modelling for Engineering Applications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413831" y="2006124"/>
            <a:ext cx="6158419" cy="3170099"/>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Regression Models for Industrial Prediction</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Classification Models for Fault Detection and Quality Prediction  </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Model Training, Validation, and Performance Optimisation  </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Building Predictive Models Using Industrial Datasets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48A22A30-CED9-4B11-9B14-F7A981182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31852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GB" sz="3600" b="1" spc="-100" dirty="0">
                <a:solidFill>
                  <a:srgbClr val="000000"/>
                </a:solidFill>
                <a:cs typeface="Calibri" panose="020F0502020204030204" pitchFamily="34" charset="0"/>
              </a:rPr>
              <a:t>Regression Models for Industrial Prediction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19"/>
          </a:xfrm>
          <a:prstGeom prst="rect">
            <a:avLst/>
          </a:prstGeom>
          <a:noFill/>
        </p:spPr>
        <p:txBody>
          <a:bodyPr wrap="square" rtlCol="0">
            <a:spAutoFit/>
          </a:bodyPr>
          <a:lstStyle/>
          <a:p>
            <a:pPr lvl="0">
              <a:defRPr/>
            </a:pPr>
            <a:r>
              <a:rPr lang="en-GB" b="1" dirty="0">
                <a:solidFill>
                  <a:prstClr val="black"/>
                </a:solidFill>
              </a:rPr>
              <a:t>Understanding Regression in Industrial Analytics</a:t>
            </a:r>
          </a:p>
          <a:p>
            <a:pPr lvl="0">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Regression models are used when an engineering problem requires prediction of a continuous numerical value. Manufacturing organisations may use regression to estimate energy consumption, production cycle time, equipment temperature, process output, or remaining operating time before maintenance.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model learns relationships between historical input variables and a known numerical target. Inputs could include temperature, vibration, pressure, operating hours, machine load, or engineered features created from sensor measurements.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Once trained, the model applies learned relationships to new industrial observations to generate numerical predictions. Effective regression modelling requires relevant input features, representative historical data, and a clearly defined prediction target that directly supports an engineering or operational decision.</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78798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GB" sz="3600" b="1" spc="-100" dirty="0">
                <a:solidFill>
                  <a:srgbClr val="000000"/>
                </a:solidFill>
                <a:cs typeface="Calibri" panose="020F0502020204030204" pitchFamily="34" charset="0"/>
              </a:rPr>
              <a:t>Regression Models for Industrial Prediction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Applying Regression to Engineering Problems</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Regression can support several manufacturing decisions where estimating a quantity provides operational value. The selected target should represent a measurable outcome, while input features should contain information that helps explain changes in that outcome.</a:t>
            </a:r>
          </a:p>
          <a:p>
            <a:pPr marL="285750" lvl="0" indent="-285750">
              <a:buFont typeface="Wingdings" panose="05000000000000000000" pitchFamily="2" charset="2"/>
              <a:buChar char="Ø"/>
              <a:defRPr/>
            </a:pPr>
            <a:endPar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Common applications include:</a:t>
            </a:r>
          </a:p>
          <a:p>
            <a:pPr marL="742950" lvl="1" indent="-285750">
              <a:buFont typeface="Arial" panose="020B0604020202020204" pitchFamily="34" charset="0"/>
              <a:buChar char="•"/>
              <a:defRPr/>
            </a:pPr>
            <a:r>
              <a:rPr lang="en-US" dirty="0">
                <a:solidFill>
                  <a:prstClr val="black"/>
                </a:solidFill>
              </a:rPr>
              <a:t>Predicting equipment temperature or pressure.</a:t>
            </a:r>
          </a:p>
          <a:p>
            <a:pPr marL="742950" lvl="1" indent="-285750">
              <a:buFont typeface="Arial" panose="020B0604020202020204" pitchFamily="34" charset="0"/>
              <a:buChar char="•"/>
              <a:defRPr/>
            </a:pPr>
            <a:r>
              <a:rPr lang="en-US" dirty="0">
                <a:solidFill>
                  <a:prstClr val="black"/>
                </a:solidFill>
              </a:rPr>
              <a:t>Estimating future energy consumption.</a:t>
            </a:r>
          </a:p>
          <a:p>
            <a:pPr marL="742950" lvl="1" indent="-285750">
              <a:buFont typeface="Arial" panose="020B0604020202020204" pitchFamily="34" charset="0"/>
              <a:buChar char="•"/>
              <a:defRPr/>
            </a:pPr>
            <a:r>
              <a:rPr lang="en-US" dirty="0">
                <a:solidFill>
                  <a:prstClr val="black"/>
                </a:solidFill>
              </a:rPr>
              <a:t>Forecasting production cycle duration.</a:t>
            </a:r>
          </a:p>
          <a:p>
            <a:pPr marL="742950" lvl="1" indent="-285750">
              <a:buFont typeface="Arial" panose="020B0604020202020204" pitchFamily="34" charset="0"/>
              <a:buChar char="•"/>
              <a:defRPr/>
            </a:pPr>
            <a:r>
              <a:rPr lang="en-US" dirty="0">
                <a:solidFill>
                  <a:prstClr val="black"/>
                </a:solidFill>
              </a:rPr>
              <a:t>Estimating remaining operating hours.</a:t>
            </a:r>
          </a:p>
          <a:p>
            <a:pPr marL="742950" lvl="1" indent="-285750">
              <a:buFont typeface="Arial" panose="020B0604020202020204" pitchFamily="34" charset="0"/>
              <a:buChar char="•"/>
              <a:defRPr/>
            </a:pPr>
            <a:r>
              <a:rPr lang="en-US" dirty="0">
                <a:solidFill>
                  <a:prstClr val="black"/>
                </a:solidFill>
              </a:rPr>
              <a:t>Predicting process-performance indicators.</a:t>
            </a:r>
          </a:p>
          <a:p>
            <a:pPr marL="742950" lvl="1" indent="-285750">
              <a:buFont typeface="Arial" panose="020B0604020202020204" pitchFamily="34" charset="0"/>
              <a:buChar char="•"/>
              <a:defRPr/>
            </a:pPr>
            <a:r>
              <a:rPr lang="en-US" dirty="0">
                <a:solidFill>
                  <a:prstClr val="black"/>
                </a:solidFill>
              </a:rPr>
              <a:t>Estimating manufacturing throughput.</a:t>
            </a:r>
          </a:p>
          <a:p>
            <a:pPr marL="742950" lvl="1" indent="-285750">
              <a:buFont typeface="Arial" panose="020B0604020202020204" pitchFamily="34" charset="0"/>
              <a:buChar char="•"/>
              <a:defRPr/>
            </a:pPr>
            <a:r>
              <a:rPr lang="en-US" dirty="0">
                <a:solidFill>
                  <a:prstClr val="black"/>
                </a:solidFill>
              </a:rPr>
              <a:t>Forecasting resource consumption.</a:t>
            </a:r>
          </a:p>
          <a:p>
            <a:pPr marL="742950" lvl="1" indent="-285750">
              <a:buFont typeface="Arial" panose="020B0604020202020204" pitchFamily="34" charset="0"/>
              <a:buChar char="•"/>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Wingdings" panose="05000000000000000000" pitchFamily="2" charset="2"/>
              <a:buChar char="Ø"/>
              <a:defRPr/>
            </a:pPr>
            <a:r>
              <a:rPr lang="en-US" dirty="0">
                <a:solidFill>
                  <a:prstClr val="black"/>
                </a:solidFill>
              </a:rPr>
              <a:t>A regression model does not simply produce a number; engineers must determine whether the expected prediction error is acceptable for the intended application. </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18A3D0D-1EB9-461C-B40D-F127C26B83B5}"/>
              </a:ext>
            </a:extLst>
          </p:cNvPr>
          <p:cNvPicPr>
            <a:picLocks noChangeAspect="1"/>
          </p:cNvPicPr>
          <p:nvPr/>
        </p:nvPicPr>
        <p:blipFill>
          <a:blip r:embed="rId3"/>
          <a:stretch>
            <a:fillRect/>
          </a:stretch>
        </p:blipFill>
        <p:spPr>
          <a:xfrm>
            <a:off x="7029450" y="2889515"/>
            <a:ext cx="3905250" cy="2695495"/>
          </a:xfrm>
          <a:prstGeom prst="rect">
            <a:avLst/>
          </a:prstGeom>
        </p:spPr>
      </p:pic>
    </p:spTree>
    <p:extLst>
      <p:ext uri="{BB962C8B-B14F-4D97-AF65-F5344CB8AC3E}">
        <p14:creationId xmlns:p14="http://schemas.microsoft.com/office/powerpoint/2010/main" val="156889862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Classification Models for Fault Detection and Quality Prediction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970318"/>
          </a:xfrm>
          <a:prstGeom prst="rect">
            <a:avLst/>
          </a:prstGeom>
          <a:noFill/>
        </p:spPr>
        <p:txBody>
          <a:bodyPr wrap="square" rtlCol="0">
            <a:spAutoFit/>
          </a:bodyPr>
          <a:lstStyle/>
          <a:p>
            <a:pPr lvl="0">
              <a:defRPr/>
            </a:pPr>
            <a:r>
              <a:rPr lang="en-US" b="1" dirty="0">
                <a:solidFill>
                  <a:prstClr val="black"/>
                </a:solidFill>
              </a:rPr>
              <a:t>Classification for Industrial Prediction</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Classification models predict discrete categories rather than continuous numerical values. Industrial applications commonly require determining whether equipment is operating normally or experiencing a fault, whether a manufactured product is acceptable or defective, or which fault category is most likely.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Classification models learn from historical observations where the correct class is already known. Input features may include sensor measurements, equipment conditions, production parameters, and engineered variables.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Once trained, the model can classify new observations according to patterns learned from previous examples.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Classification therefore converts complex combinations of industrial measurements into operationally meaningful categories that can help engineering teams prioritise maintenance, inspection, quality intervention, or further investigation.</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893197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Classification Models for Fault Detection and Quality Prediction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Fault Detection and Quality Prediction</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Fault detection and quality prediction are two important industrial classification applications. A fault-detection model might classify equipment as Normal or Fault, while more advanced models may distinguish between several fault types. Quality models may classify manufactured products as Acceptable or Defective based on process conditions.</a:t>
            </a:r>
          </a:p>
          <a:p>
            <a:pPr marL="285750" lvl="0" indent="-285750">
              <a:buFont typeface="Wingdings" panose="05000000000000000000" pitchFamily="2" charset="2"/>
              <a:buChar char="Ø"/>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Important considerations include:</a:t>
            </a:r>
          </a:p>
          <a:p>
            <a:pPr marL="742950" lvl="1" indent="-285750">
              <a:buFont typeface="Arial" panose="020B0604020202020204" pitchFamily="34" charset="0"/>
              <a:buChar char="•"/>
              <a:defRPr/>
            </a:pPr>
            <a:r>
              <a:rPr lang="en-US" dirty="0">
                <a:solidFill>
                  <a:prstClr val="black"/>
                </a:solidFill>
              </a:rPr>
              <a:t>Historical observations require appropriate class labels.</a:t>
            </a:r>
          </a:p>
          <a:p>
            <a:pPr marL="742950" lvl="1" indent="-285750">
              <a:buFont typeface="Arial" panose="020B0604020202020204" pitchFamily="34" charset="0"/>
              <a:buChar char="•"/>
              <a:defRPr/>
            </a:pPr>
            <a:r>
              <a:rPr lang="en-US" dirty="0">
                <a:solidFill>
                  <a:prstClr val="black"/>
                </a:solidFill>
              </a:rPr>
              <a:t>Input features should represent relevant operating conditions.</a:t>
            </a:r>
          </a:p>
          <a:p>
            <a:pPr marL="742950" lvl="1" indent="-285750">
              <a:buFont typeface="Arial" panose="020B0604020202020204" pitchFamily="34" charset="0"/>
              <a:buChar char="•"/>
              <a:defRPr/>
            </a:pPr>
            <a:r>
              <a:rPr lang="en-US" dirty="0">
                <a:solidFill>
                  <a:prstClr val="black"/>
                </a:solidFill>
              </a:rPr>
              <a:t>Rare faults may be underrepresented in training data.</a:t>
            </a:r>
          </a:p>
          <a:p>
            <a:pPr marL="742950" lvl="1" indent="-285750">
              <a:buFont typeface="Arial" panose="020B0604020202020204" pitchFamily="34" charset="0"/>
              <a:buChar char="•"/>
              <a:defRPr/>
            </a:pPr>
            <a:r>
              <a:rPr lang="en-US" dirty="0">
                <a:solidFill>
                  <a:prstClr val="black"/>
                </a:solidFill>
              </a:rPr>
              <a:t>Predictions should support defined operational actions.</a:t>
            </a:r>
          </a:p>
          <a:p>
            <a:pPr marL="742950" lvl="1" indent="-285750">
              <a:buFont typeface="Arial" panose="020B0604020202020204" pitchFamily="34" charset="0"/>
              <a:buChar char="•"/>
              <a:defRPr/>
            </a:pPr>
            <a:r>
              <a:rPr lang="en-US" dirty="0">
                <a:solidFill>
                  <a:prstClr val="black"/>
                </a:solidFill>
              </a:rPr>
              <a:t>Incorrect classifications can have different business consequences.</a:t>
            </a:r>
          </a:p>
          <a:p>
            <a:pPr marL="742950" lvl="1" indent="-285750">
              <a:buFont typeface="Arial" panose="020B0604020202020204" pitchFamily="34" charset="0"/>
              <a:buChar char="•"/>
              <a:defRPr/>
            </a:pPr>
            <a:r>
              <a:rPr lang="en-US" dirty="0">
                <a:solidFill>
                  <a:prstClr val="black"/>
                </a:solidFill>
              </a:rPr>
              <a:t>Changing manufacturing conditions can affect model performance.</a:t>
            </a:r>
          </a:p>
          <a:p>
            <a:pPr marL="742950" lvl="1" indent="-285750">
              <a:buFont typeface="Arial" panose="020B0604020202020204" pitchFamily="34" charset="0"/>
              <a:buChar char="•"/>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Wingdings" panose="05000000000000000000" pitchFamily="2" charset="2"/>
              <a:buChar char="Ø"/>
              <a:defRPr/>
            </a:pPr>
            <a:r>
              <a:rPr lang="en-US" dirty="0">
                <a:solidFill>
                  <a:prstClr val="black"/>
                </a:solidFill>
              </a:rPr>
              <a:t>Models should therefore be assessed according to the engineering consequences of their predictions, not only overall accuracy.</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855875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Classification Models for Fault Detection and Quality Prediction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Regression vs Classification</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F8E6ADDA-EB77-4CF5-A6B2-11AB3ECE8E46}"/>
              </a:ext>
            </a:extLst>
          </p:cNvPr>
          <p:cNvGraphicFramePr>
            <a:graphicFrameLocks noGrp="1"/>
          </p:cNvGraphicFramePr>
          <p:nvPr>
            <p:extLst>
              <p:ext uri="{D42A27DB-BD31-4B8C-83A1-F6EECF244321}">
                <p14:modId xmlns:p14="http://schemas.microsoft.com/office/powerpoint/2010/main" val="1624220226"/>
              </p:ext>
            </p:extLst>
          </p:nvPr>
        </p:nvGraphicFramePr>
        <p:xfrm>
          <a:off x="952500" y="2180114"/>
          <a:ext cx="10515600" cy="2225040"/>
        </p:xfrm>
        <a:graphic>
          <a:graphicData uri="http://schemas.openxmlformats.org/drawingml/2006/table">
            <a:tbl>
              <a:tblPr>
                <a:tableStyleId>{8A107856-5554-42FB-B03E-39F5DBC370BA}</a:tableStyleId>
              </a:tblPr>
              <a:tblGrid>
                <a:gridCol w="5257800">
                  <a:extLst>
                    <a:ext uri="{9D8B030D-6E8A-4147-A177-3AD203B41FA5}">
                      <a16:colId xmlns:a16="http://schemas.microsoft.com/office/drawing/2014/main" val="3375855906"/>
                    </a:ext>
                  </a:extLst>
                </a:gridCol>
                <a:gridCol w="5257800">
                  <a:extLst>
                    <a:ext uri="{9D8B030D-6E8A-4147-A177-3AD203B41FA5}">
                      <a16:colId xmlns:a16="http://schemas.microsoft.com/office/drawing/2014/main" val="1357824324"/>
                    </a:ext>
                  </a:extLst>
                </a:gridCol>
              </a:tblGrid>
              <a:tr h="0">
                <a:tc>
                  <a:txBody>
                    <a:bodyPr/>
                    <a:lstStyle/>
                    <a:p>
                      <a:pPr algn="ctr"/>
                      <a:r>
                        <a:rPr lang="en-US" sz="2000" b="1"/>
                        <a:t>Regression</a:t>
                      </a:r>
                    </a:p>
                  </a:txBody>
                  <a:tcPr anchor="ctr"/>
                </a:tc>
                <a:tc>
                  <a:txBody>
                    <a:bodyPr/>
                    <a:lstStyle/>
                    <a:p>
                      <a:pPr algn="ctr"/>
                      <a:r>
                        <a:rPr lang="en-US" sz="2000" b="1" dirty="0"/>
                        <a:t>Classification</a:t>
                      </a:r>
                    </a:p>
                  </a:txBody>
                  <a:tcPr anchor="ctr"/>
                </a:tc>
                <a:extLst>
                  <a:ext uri="{0D108BD9-81ED-4DB2-BD59-A6C34878D82A}">
                    <a16:rowId xmlns:a16="http://schemas.microsoft.com/office/drawing/2014/main" val="1231259289"/>
                  </a:ext>
                </a:extLst>
              </a:tr>
              <a:tr h="0">
                <a:tc>
                  <a:txBody>
                    <a:bodyPr/>
                    <a:lstStyle/>
                    <a:p>
                      <a:pPr algn="ctr"/>
                      <a:r>
                        <a:rPr lang="en-US"/>
                        <a:t>Predicts numerical values</a:t>
                      </a:r>
                    </a:p>
                  </a:txBody>
                  <a:tcPr anchor="ctr"/>
                </a:tc>
                <a:tc>
                  <a:txBody>
                    <a:bodyPr/>
                    <a:lstStyle/>
                    <a:p>
                      <a:pPr algn="ctr"/>
                      <a:r>
                        <a:rPr lang="en-US"/>
                        <a:t>Predicts categories</a:t>
                      </a:r>
                    </a:p>
                  </a:txBody>
                  <a:tcPr anchor="ctr"/>
                </a:tc>
                <a:extLst>
                  <a:ext uri="{0D108BD9-81ED-4DB2-BD59-A6C34878D82A}">
                    <a16:rowId xmlns:a16="http://schemas.microsoft.com/office/drawing/2014/main" val="1953436679"/>
                  </a:ext>
                </a:extLst>
              </a:tr>
              <a:tr h="0">
                <a:tc>
                  <a:txBody>
                    <a:bodyPr/>
                    <a:lstStyle/>
                    <a:p>
                      <a:pPr algn="ctr"/>
                      <a:r>
                        <a:rPr lang="en-US"/>
                        <a:t>Remaining hours</a:t>
                      </a:r>
                    </a:p>
                  </a:txBody>
                  <a:tcPr anchor="ctr"/>
                </a:tc>
                <a:tc>
                  <a:txBody>
                    <a:bodyPr/>
                    <a:lstStyle/>
                    <a:p>
                      <a:pPr algn="ctr"/>
                      <a:r>
                        <a:rPr lang="en-US"/>
                        <a:t>Normal / Fault</a:t>
                      </a:r>
                    </a:p>
                  </a:txBody>
                  <a:tcPr anchor="ctr"/>
                </a:tc>
                <a:extLst>
                  <a:ext uri="{0D108BD9-81ED-4DB2-BD59-A6C34878D82A}">
                    <a16:rowId xmlns:a16="http://schemas.microsoft.com/office/drawing/2014/main" val="2415110201"/>
                  </a:ext>
                </a:extLst>
              </a:tr>
              <a:tr h="0">
                <a:tc>
                  <a:txBody>
                    <a:bodyPr/>
                    <a:lstStyle/>
                    <a:p>
                      <a:pPr algn="ctr"/>
                      <a:r>
                        <a:rPr lang="en-US"/>
                        <a:t>Energy consumption</a:t>
                      </a:r>
                    </a:p>
                  </a:txBody>
                  <a:tcPr anchor="ctr"/>
                </a:tc>
                <a:tc>
                  <a:txBody>
                    <a:bodyPr/>
                    <a:lstStyle/>
                    <a:p>
                      <a:pPr algn="ctr"/>
                      <a:r>
                        <a:rPr lang="en-US"/>
                        <a:t>Acceptable / Defective</a:t>
                      </a:r>
                    </a:p>
                  </a:txBody>
                  <a:tcPr anchor="ctr"/>
                </a:tc>
                <a:extLst>
                  <a:ext uri="{0D108BD9-81ED-4DB2-BD59-A6C34878D82A}">
                    <a16:rowId xmlns:a16="http://schemas.microsoft.com/office/drawing/2014/main" val="3666598935"/>
                  </a:ext>
                </a:extLst>
              </a:tr>
              <a:tr h="0">
                <a:tc>
                  <a:txBody>
                    <a:bodyPr/>
                    <a:lstStyle/>
                    <a:p>
                      <a:pPr algn="ctr"/>
                      <a:r>
                        <a:rPr lang="en-US"/>
                        <a:t>Cycle time</a:t>
                      </a:r>
                    </a:p>
                  </a:txBody>
                  <a:tcPr anchor="ctr"/>
                </a:tc>
                <a:tc>
                  <a:txBody>
                    <a:bodyPr/>
                    <a:lstStyle/>
                    <a:p>
                      <a:pPr algn="ctr"/>
                      <a:r>
                        <a:rPr lang="en-US"/>
                        <a:t>Fault Type A / B / C</a:t>
                      </a:r>
                    </a:p>
                  </a:txBody>
                  <a:tcPr anchor="ctr"/>
                </a:tc>
                <a:extLst>
                  <a:ext uri="{0D108BD9-81ED-4DB2-BD59-A6C34878D82A}">
                    <a16:rowId xmlns:a16="http://schemas.microsoft.com/office/drawing/2014/main" val="795852272"/>
                  </a:ext>
                </a:extLst>
              </a:tr>
              <a:tr h="0">
                <a:tc>
                  <a:txBody>
                    <a:bodyPr/>
                    <a:lstStyle/>
                    <a:p>
                      <a:pPr algn="ctr"/>
                      <a:r>
                        <a:rPr lang="en-US"/>
                        <a:t>Equipment temperature</a:t>
                      </a:r>
                    </a:p>
                  </a:txBody>
                  <a:tcPr anchor="ctr"/>
                </a:tc>
                <a:tc>
                  <a:txBody>
                    <a:bodyPr/>
                    <a:lstStyle/>
                    <a:p>
                      <a:pPr algn="ctr"/>
                      <a:r>
                        <a:rPr lang="en-US" dirty="0"/>
                        <a:t>Risk category</a:t>
                      </a:r>
                    </a:p>
                  </a:txBody>
                  <a:tcPr anchor="ctr"/>
                </a:tc>
                <a:extLst>
                  <a:ext uri="{0D108BD9-81ED-4DB2-BD59-A6C34878D82A}">
                    <a16:rowId xmlns:a16="http://schemas.microsoft.com/office/drawing/2014/main" val="2341492350"/>
                  </a:ext>
                </a:extLst>
              </a:tr>
            </a:tbl>
          </a:graphicData>
        </a:graphic>
      </p:graphicFrame>
      <p:sp>
        <p:nvSpPr>
          <p:cNvPr id="6" name="Rectangle 5">
            <a:extLst>
              <a:ext uri="{FF2B5EF4-FFF2-40B4-BE49-F238E27FC236}">
                <a16:creationId xmlns:a16="http://schemas.microsoft.com/office/drawing/2014/main" id="{B109F334-D515-49EF-863D-9F637595F734}"/>
              </a:ext>
            </a:extLst>
          </p:cNvPr>
          <p:cNvSpPr/>
          <p:nvPr/>
        </p:nvSpPr>
        <p:spPr>
          <a:xfrm>
            <a:off x="723900" y="4624318"/>
            <a:ext cx="6096000" cy="1477328"/>
          </a:xfrm>
          <a:prstGeom prst="rect">
            <a:avLst/>
          </a:prstGeom>
        </p:spPr>
        <p:txBody>
          <a:bodyPr>
            <a:spAutoFit/>
          </a:bodyPr>
          <a:lstStyle/>
          <a:p>
            <a:r>
              <a:rPr lang="en-US" b="1" dirty="0"/>
              <a:t>Decision Guide</a:t>
            </a:r>
          </a:p>
          <a:p>
            <a:r>
              <a:rPr lang="en-US" b="1" dirty="0"/>
              <a:t>Is the required output numerical?</a:t>
            </a:r>
            <a:br>
              <a:rPr lang="en-US" dirty="0"/>
            </a:br>
            <a:r>
              <a:rPr lang="en-US" dirty="0"/>
              <a:t>→ </a:t>
            </a:r>
            <a:r>
              <a:rPr lang="en-US" b="1" dirty="0"/>
              <a:t>Regression</a:t>
            </a:r>
            <a:endParaRPr lang="en-US" dirty="0"/>
          </a:p>
          <a:p>
            <a:r>
              <a:rPr lang="en-US" b="1" dirty="0"/>
              <a:t>Is the required output a category/class?</a:t>
            </a:r>
            <a:br>
              <a:rPr lang="en-US" dirty="0"/>
            </a:br>
            <a:r>
              <a:rPr lang="en-US" dirty="0"/>
              <a:t>→ </a:t>
            </a:r>
            <a:r>
              <a:rPr lang="en-US" b="1" dirty="0"/>
              <a:t>Classification</a:t>
            </a:r>
            <a:endParaRPr lang="en-US" dirty="0"/>
          </a:p>
        </p:txBody>
      </p:sp>
    </p:spTree>
    <p:extLst>
      <p:ext uri="{BB962C8B-B14F-4D97-AF65-F5344CB8AC3E}">
        <p14:creationId xmlns:p14="http://schemas.microsoft.com/office/powerpoint/2010/main" val="209448008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Model Training, Validation, and Performance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Training Predictive Models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Model training allows an algorithm to learn relationships between industrial input features and known historical outcomes.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 prepared dataset is commonly separated into training and evaluation portions. Training data is used to fit the model, while unseen data provides evidence of how effectively learned relationships </a:t>
            </a:r>
            <a:r>
              <a:rPr lang="en-US" dirty="0" err="1">
                <a:solidFill>
                  <a:prstClr val="black"/>
                </a:solidFill>
              </a:rPr>
              <a:t>generalise</a:t>
            </a:r>
            <a:r>
              <a:rPr lang="en-US" dirty="0">
                <a:solidFill>
                  <a:prstClr val="black"/>
                </a:solidFill>
              </a:rPr>
              <a:t> beyond the examples used during training.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training dataset should represent the operating conditions the model is expected to encounter, including relevant machine states, production conditions, and fault scenarios.</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If important situations are absent or poorly represented, the model may struggle when they occur later. Successful model training therefore depends on appropriate features, sufficient representative data, correct targets, and a modelling approach suited to the engineering problem.</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778393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Model Training, Validation, and Performance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Validation and Model </a:t>
            </a:r>
            <a:r>
              <a:rPr lang="en-US" b="1" dirty="0" err="1">
                <a:solidFill>
                  <a:prstClr val="black"/>
                </a:solidFill>
              </a:rPr>
              <a:t>Generalisation</a:t>
            </a:r>
            <a:endParaRPr lang="en-US" b="1" dirty="0">
              <a:solidFill>
                <a:prstClr val="black"/>
              </a:solidFill>
            </a:endParaRP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Validation determines whether a trained model can perform effectively on observations it has not previously seen. Strong training performance alone is insufficient because the model may have learned patterns that are specific to its training dataset.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Comparing training and validation results helps engineers identify potential modelling problems. Overfitting occurs when training performance is strong but performance on unseen data deteriorates.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Underfitting occurs when the model fails to capture important relationships and performs poorly even on training observations. Industrial validation should also consider whether different machines, operating conditions, or production periods are adequately represented.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objective is to develop a model that performs consistently across realistic manufacturing conditions rather than simply </a:t>
            </a:r>
            <a:r>
              <a:rPr lang="en-US" dirty="0" err="1">
                <a:solidFill>
                  <a:prstClr val="black"/>
                </a:solidFill>
              </a:rPr>
              <a:t>memorising</a:t>
            </a:r>
            <a:r>
              <a:rPr lang="en-US" dirty="0">
                <a:solidFill>
                  <a:prstClr val="black"/>
                </a:solidFill>
              </a:rPr>
              <a:t> historical examples.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809407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Model Training, Validation, and Performance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Model Training and Validation Workflow</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57C33CA-4709-4B82-9A93-C9A76E4F5112}"/>
              </a:ext>
            </a:extLst>
          </p:cNvPr>
          <p:cNvPicPr>
            <a:picLocks noChangeAspect="1"/>
          </p:cNvPicPr>
          <p:nvPr/>
        </p:nvPicPr>
        <p:blipFill>
          <a:blip r:embed="rId3"/>
          <a:stretch>
            <a:fillRect/>
          </a:stretch>
        </p:blipFill>
        <p:spPr>
          <a:xfrm>
            <a:off x="2882515" y="1960950"/>
            <a:ext cx="5385185" cy="4086225"/>
          </a:xfrm>
          <a:prstGeom prst="rect">
            <a:avLst/>
          </a:prstGeom>
        </p:spPr>
      </p:pic>
    </p:spTree>
    <p:extLst>
      <p:ext uri="{BB962C8B-B14F-4D97-AF65-F5344CB8AC3E}">
        <p14:creationId xmlns:p14="http://schemas.microsoft.com/office/powerpoint/2010/main" val="95491645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200" b="1" spc="-100" dirty="0">
                <a:solidFill>
                  <a:srgbClr val="000000"/>
                </a:solidFill>
                <a:cs typeface="Calibri" panose="020F0502020204030204" pitchFamily="34" charset="0"/>
              </a:rPr>
              <a:t>Model Training, Validation, and Performance Optimisation</a:t>
            </a:r>
            <a:endParaRPr kumimoji="0" lang="en-GB" sz="32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Performance Optimisation and Model Improvement</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Performance optimisation aims to improve predictive results while maintaining reliable </a:t>
            </a:r>
            <a:r>
              <a:rPr lang="en-US" dirty="0" err="1">
                <a:solidFill>
                  <a:prstClr val="black"/>
                </a:solidFill>
              </a:rPr>
              <a:t>generalisation</a:t>
            </a:r>
            <a:r>
              <a:rPr lang="en-US" dirty="0">
                <a:solidFill>
                  <a:prstClr val="black"/>
                </a:solidFill>
              </a:rPr>
              <a:t>. Engineers can compare modelling approaches, refine input features, improve data quality, adjust model parameters, and investigate prediction errors.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Increasing model complexity does not automatically produce a better industrial solution. A highly complex model may be difficult to interpret or may overfit historical data.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Optimisation should therefore balance predictive performance with stability, computational requirements, and engineering usefulness. Model improvement is typically iterative: train a model, validate its performance, identify weaknesses, adjust the modelling approach, and evaluate again.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final model should provide sufficiently accurate and consistent predictions to support the maintenance, quality, or production decision for which it was developed.</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023578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Hands-On Title: Building Regression and Fault-Detection Models Using Industrial Sensor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Objective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model-ready dataset created in Module 6 to build two industrial machine-learning models: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Regression model → predict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Quality_Score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Classification model → predict whether a machine is operating normally or experiencing a fault/warning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Fault_Target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Participants will split data into training and testing sets, train models, perform basic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optimisation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evaluate initial performance, and save the trained models for Module 8.</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Input Dataset: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Module_6/output/Module6_Model_Ready_Data.csv</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116799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369331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1 — Create the Module 7 Project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Predictive_Analytics_HandsOn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Module_7</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Then create: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Module_7</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module7_predictive_models.py</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output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Your overall project will now look like: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706B7AF-779D-4003-AE63-9945D42212E0}"/>
              </a:ext>
            </a:extLst>
          </p:cNvPr>
          <p:cNvPicPr>
            <a:picLocks noChangeAspect="1"/>
          </p:cNvPicPr>
          <p:nvPr/>
        </p:nvPicPr>
        <p:blipFill>
          <a:blip r:embed="rId3"/>
          <a:stretch>
            <a:fillRect/>
          </a:stretch>
        </p:blipFill>
        <p:spPr>
          <a:xfrm>
            <a:off x="6936510" y="2014340"/>
            <a:ext cx="3705742" cy="2829320"/>
          </a:xfrm>
          <a:prstGeom prst="rect">
            <a:avLst/>
          </a:prstGeom>
          <a:ln>
            <a:solidFill>
              <a:schemeClr val="accent1"/>
            </a:solidFill>
          </a:ln>
        </p:spPr>
      </p:pic>
    </p:spTree>
    <p:extLst>
      <p:ext uri="{BB962C8B-B14F-4D97-AF65-F5344CB8AC3E}">
        <p14:creationId xmlns:p14="http://schemas.microsoft.com/office/powerpoint/2010/main" val="125029307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369331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Install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Scikit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-learn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the main project directory, run: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pip install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scikit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-learn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joblib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Module_7/module7_predictive_models.py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53A5725-5478-4A07-9BAA-7591F794F2E8}"/>
              </a:ext>
            </a:extLst>
          </p:cNvPr>
          <p:cNvPicPr>
            <a:picLocks noChangeAspect="1"/>
          </p:cNvPicPr>
          <p:nvPr/>
        </p:nvPicPr>
        <p:blipFill>
          <a:blip r:embed="rId3"/>
          <a:stretch>
            <a:fillRect/>
          </a:stretch>
        </p:blipFill>
        <p:spPr>
          <a:xfrm>
            <a:off x="6095487" y="1573064"/>
            <a:ext cx="5493438" cy="4492171"/>
          </a:xfrm>
          <a:prstGeom prst="rect">
            <a:avLst/>
          </a:prstGeom>
          <a:ln>
            <a:solidFill>
              <a:schemeClr val="accent1"/>
            </a:solidFill>
          </a:ln>
        </p:spPr>
      </p:pic>
    </p:spTree>
    <p:extLst>
      <p:ext uri="{BB962C8B-B14F-4D97-AF65-F5344CB8AC3E}">
        <p14:creationId xmlns:p14="http://schemas.microsoft.com/office/powerpoint/2010/main" val="138084532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64633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Now load the Module 6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6D93EF7-696D-47A4-A143-D57F847C1561}"/>
              </a:ext>
            </a:extLst>
          </p:cNvPr>
          <p:cNvPicPr>
            <a:picLocks noChangeAspect="1"/>
          </p:cNvPicPr>
          <p:nvPr/>
        </p:nvPicPr>
        <p:blipFill>
          <a:blip r:embed="rId3"/>
          <a:stretch>
            <a:fillRect/>
          </a:stretch>
        </p:blipFill>
        <p:spPr>
          <a:xfrm>
            <a:off x="4326520" y="1315711"/>
            <a:ext cx="5249008" cy="4696480"/>
          </a:xfrm>
          <a:prstGeom prst="rect">
            <a:avLst/>
          </a:prstGeom>
          <a:ln>
            <a:solidFill>
              <a:schemeClr val="accent1"/>
            </a:solidFill>
          </a:ln>
        </p:spPr>
      </p:pic>
    </p:spTree>
    <p:extLst>
      <p:ext uri="{BB962C8B-B14F-4D97-AF65-F5344CB8AC3E}">
        <p14:creationId xmlns:p14="http://schemas.microsoft.com/office/powerpoint/2010/main" val="98956572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1477328"/>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python Module_7/module7_predictive_models.py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6387E86-7F3A-4119-9F5B-2C9E4A21CC98}"/>
              </a:ext>
            </a:extLst>
          </p:cNvPr>
          <p:cNvPicPr>
            <a:picLocks noChangeAspect="1"/>
          </p:cNvPicPr>
          <p:nvPr/>
        </p:nvPicPr>
        <p:blipFill>
          <a:blip r:embed="rId3"/>
          <a:stretch>
            <a:fillRect/>
          </a:stretch>
        </p:blipFill>
        <p:spPr>
          <a:xfrm>
            <a:off x="434404" y="2808005"/>
            <a:ext cx="11322167" cy="1962102"/>
          </a:xfrm>
          <a:prstGeom prst="rect">
            <a:avLst/>
          </a:prstGeom>
        </p:spPr>
      </p:pic>
    </p:spTree>
    <p:extLst>
      <p:ext uri="{BB962C8B-B14F-4D97-AF65-F5344CB8AC3E}">
        <p14:creationId xmlns:p14="http://schemas.microsoft.com/office/powerpoint/2010/main" val="62519851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369331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2 — Build the Regression Dataset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predict: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657350" marR="0" lvl="3"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Quality_Score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a regression problem because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Quality_Score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continuous numerical value.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workflow is: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Diagram 5">
            <a:extLst>
              <a:ext uri="{FF2B5EF4-FFF2-40B4-BE49-F238E27FC236}">
                <a16:creationId xmlns:a16="http://schemas.microsoft.com/office/drawing/2014/main" id="{AB55E164-AF02-4A95-8E69-E8A1157AC5B2}"/>
              </a:ext>
            </a:extLst>
          </p:cNvPr>
          <p:cNvGraphicFramePr/>
          <p:nvPr>
            <p:extLst/>
          </p:nvPr>
        </p:nvGraphicFramePr>
        <p:xfrm>
          <a:off x="1284000" y="4888669"/>
          <a:ext cx="9622973" cy="6463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656698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92333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Select Regression Features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p:txBody>
      </p:sp>
      <p:pic>
        <p:nvPicPr>
          <p:cNvPr id="3" name="Picture 2">
            <a:extLst>
              <a:ext uri="{FF2B5EF4-FFF2-40B4-BE49-F238E27FC236}">
                <a16:creationId xmlns:a16="http://schemas.microsoft.com/office/drawing/2014/main" id="{9AF5D830-3594-4E1A-B0A3-92C44C4EB219}"/>
              </a:ext>
            </a:extLst>
          </p:cNvPr>
          <p:cNvPicPr>
            <a:picLocks noChangeAspect="1"/>
          </p:cNvPicPr>
          <p:nvPr/>
        </p:nvPicPr>
        <p:blipFill>
          <a:blip r:embed="rId3"/>
          <a:stretch>
            <a:fillRect/>
          </a:stretch>
        </p:blipFill>
        <p:spPr>
          <a:xfrm>
            <a:off x="3468701" y="1591617"/>
            <a:ext cx="3598946" cy="4524601"/>
          </a:xfrm>
          <a:prstGeom prst="rect">
            <a:avLst/>
          </a:prstGeom>
        </p:spPr>
      </p:pic>
      <p:sp>
        <p:nvSpPr>
          <p:cNvPr id="4" name="Rectangle: Rounded Corners 3">
            <a:extLst>
              <a:ext uri="{FF2B5EF4-FFF2-40B4-BE49-F238E27FC236}">
                <a16:creationId xmlns:a16="http://schemas.microsoft.com/office/drawing/2014/main" id="{061071C3-7ACC-4EB2-BD0F-39872796E310}"/>
              </a:ext>
            </a:extLst>
          </p:cNvPr>
          <p:cNvSpPr/>
          <p:nvPr/>
        </p:nvSpPr>
        <p:spPr>
          <a:xfrm>
            <a:off x="7307536" y="1743053"/>
            <a:ext cx="4449035" cy="4221728"/>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Important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We are intentionally </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not</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using: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Production_Quality_Index</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for this model.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Why?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Because Module 5 created it using: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Production_Rate</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Quality_Score</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Since </a:t>
            </a: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Quality_Score</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is now our prediction target, using </a:t>
            </a: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Production_Quality_Index</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would reveal part of the answer to the model.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That is called </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target leakage</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82587656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92333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3 — Train and Test the Regression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Split the dataset:</a:t>
            </a:r>
          </a:p>
        </p:txBody>
      </p:sp>
      <p:pic>
        <p:nvPicPr>
          <p:cNvPr id="6" name="Picture 5">
            <a:extLst>
              <a:ext uri="{FF2B5EF4-FFF2-40B4-BE49-F238E27FC236}">
                <a16:creationId xmlns:a16="http://schemas.microsoft.com/office/drawing/2014/main" id="{B36E4B8E-1E4C-42EE-964D-5073EFE33CDF}"/>
              </a:ext>
            </a:extLst>
          </p:cNvPr>
          <p:cNvPicPr>
            <a:picLocks noChangeAspect="1"/>
          </p:cNvPicPr>
          <p:nvPr/>
        </p:nvPicPr>
        <p:blipFill>
          <a:blip r:embed="rId3"/>
          <a:stretch>
            <a:fillRect/>
          </a:stretch>
        </p:blipFill>
        <p:spPr>
          <a:xfrm>
            <a:off x="1794337" y="2705797"/>
            <a:ext cx="5525271" cy="3010320"/>
          </a:xfrm>
          <a:prstGeom prst="rect">
            <a:avLst/>
          </a:prstGeom>
          <a:ln>
            <a:solidFill>
              <a:schemeClr val="accent1"/>
            </a:solidFill>
          </a:ln>
        </p:spPr>
      </p:pic>
      <p:sp>
        <p:nvSpPr>
          <p:cNvPr id="7" name="Rectangle: Rounded Corners 6">
            <a:extLst>
              <a:ext uri="{FF2B5EF4-FFF2-40B4-BE49-F238E27FC236}">
                <a16:creationId xmlns:a16="http://schemas.microsoft.com/office/drawing/2014/main" id="{F93C236D-008F-4143-A36D-3346EC9BDAFF}"/>
              </a:ext>
            </a:extLst>
          </p:cNvPr>
          <p:cNvSpPr/>
          <p:nvPr/>
        </p:nvSpPr>
        <p:spPr>
          <a:xfrm>
            <a:off x="7997371" y="3283858"/>
            <a:ext cx="2902857" cy="156391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With 1,000 rows, you should get approximately: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Training = 800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Testing = 200</a:t>
            </a:r>
          </a:p>
        </p:txBody>
      </p:sp>
    </p:spTree>
    <p:extLst>
      <p:ext uri="{BB962C8B-B14F-4D97-AF65-F5344CB8AC3E}">
        <p14:creationId xmlns:p14="http://schemas.microsoft.com/office/powerpoint/2010/main" val="47110051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1754326"/>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build a Random Forest regression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Train it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Generate predictions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7560624-3C00-41B2-96FB-DC4FC4926AFB}"/>
              </a:ext>
            </a:extLst>
          </p:cNvPr>
          <p:cNvPicPr>
            <a:picLocks noChangeAspect="1"/>
          </p:cNvPicPr>
          <p:nvPr/>
        </p:nvPicPr>
        <p:blipFill>
          <a:blip r:embed="rId3"/>
          <a:stretch>
            <a:fillRect/>
          </a:stretch>
        </p:blipFill>
        <p:spPr>
          <a:xfrm>
            <a:off x="5543217" y="1591617"/>
            <a:ext cx="4763165" cy="4229690"/>
          </a:xfrm>
          <a:prstGeom prst="rect">
            <a:avLst/>
          </a:prstGeom>
          <a:ln>
            <a:solidFill>
              <a:schemeClr val="accent1"/>
            </a:solidFill>
          </a:ln>
        </p:spPr>
      </p:pic>
    </p:spTree>
    <p:extLst>
      <p:ext uri="{BB962C8B-B14F-4D97-AF65-F5344CB8AC3E}">
        <p14:creationId xmlns:p14="http://schemas.microsoft.com/office/powerpoint/2010/main" val="386287199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Calculate Initial Regression Metrics:</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26B5A92-6D3B-4C55-BE58-BA68D5F5506E}"/>
              </a:ext>
            </a:extLst>
          </p:cNvPr>
          <p:cNvPicPr>
            <a:picLocks noChangeAspect="1"/>
          </p:cNvPicPr>
          <p:nvPr/>
        </p:nvPicPr>
        <p:blipFill>
          <a:blip r:embed="rId3"/>
          <a:stretch>
            <a:fillRect/>
          </a:stretch>
        </p:blipFill>
        <p:spPr>
          <a:xfrm>
            <a:off x="1466667" y="2115993"/>
            <a:ext cx="4267796" cy="3372321"/>
          </a:xfrm>
          <a:prstGeom prst="rect">
            <a:avLst/>
          </a:prstGeom>
        </p:spPr>
      </p:pic>
      <p:pic>
        <p:nvPicPr>
          <p:cNvPr id="7" name="Picture 6">
            <a:extLst>
              <a:ext uri="{FF2B5EF4-FFF2-40B4-BE49-F238E27FC236}">
                <a16:creationId xmlns:a16="http://schemas.microsoft.com/office/drawing/2014/main" id="{695F417E-1FA2-486B-A30A-4D3FC17BA53E}"/>
              </a:ext>
            </a:extLst>
          </p:cNvPr>
          <p:cNvPicPr>
            <a:picLocks noChangeAspect="1"/>
          </p:cNvPicPr>
          <p:nvPr/>
        </p:nvPicPr>
        <p:blipFill>
          <a:blip r:embed="rId4"/>
          <a:stretch>
            <a:fillRect/>
          </a:stretch>
        </p:blipFill>
        <p:spPr>
          <a:xfrm>
            <a:off x="6457538" y="2235073"/>
            <a:ext cx="4277322" cy="3134162"/>
          </a:xfrm>
          <a:prstGeom prst="rect">
            <a:avLst/>
          </a:prstGeom>
        </p:spPr>
      </p:pic>
      <p:sp>
        <p:nvSpPr>
          <p:cNvPr id="8" name="Rectangle 7">
            <a:extLst>
              <a:ext uri="{FF2B5EF4-FFF2-40B4-BE49-F238E27FC236}">
                <a16:creationId xmlns:a16="http://schemas.microsoft.com/office/drawing/2014/main" id="{4BE8997C-601E-43B9-8DE1-C00C1343CD17}"/>
              </a:ext>
            </a:extLst>
          </p:cNvPr>
          <p:cNvSpPr/>
          <p:nvPr/>
        </p:nvSpPr>
        <p:spPr>
          <a:xfrm>
            <a:off x="1269102" y="5669687"/>
            <a:ext cx="9652770"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this stage, participants have completed: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Training → Validation on unseen test data → Prediction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155169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22167"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4 — Build the Fault Classification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 Now we will predict: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Fault_Target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 6 converted:</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Normal → 0</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Warning/Fault → 1</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Therefore: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 = Normal operation</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 = Abnormal/Fault condition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Your dataset is highly imbalanced because most observations represent normal machine operation. Therefore, we will use: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tells the model to give greater importance to the minority fault class.</a:t>
            </a:r>
          </a:p>
        </p:txBody>
      </p:sp>
      <p:pic>
        <p:nvPicPr>
          <p:cNvPr id="4" name="Picture 3">
            <a:extLst>
              <a:ext uri="{FF2B5EF4-FFF2-40B4-BE49-F238E27FC236}">
                <a16:creationId xmlns:a16="http://schemas.microsoft.com/office/drawing/2014/main" id="{13015B17-C8AF-4A1F-93F6-A9D7013C5B94}"/>
              </a:ext>
            </a:extLst>
          </p:cNvPr>
          <p:cNvPicPr>
            <a:picLocks noChangeAspect="1"/>
          </p:cNvPicPr>
          <p:nvPr/>
        </p:nvPicPr>
        <p:blipFill rotWithShape="1">
          <a:blip r:embed="rId3"/>
          <a:srcRect b="31563"/>
          <a:stretch/>
        </p:blipFill>
        <p:spPr>
          <a:xfrm>
            <a:off x="2573128" y="5266383"/>
            <a:ext cx="2981741" cy="554160"/>
          </a:xfrm>
          <a:prstGeom prst="rect">
            <a:avLst/>
          </a:prstGeom>
        </p:spPr>
      </p:pic>
    </p:spTree>
    <p:extLst>
      <p:ext uri="{BB962C8B-B14F-4D97-AF65-F5344CB8AC3E}">
        <p14:creationId xmlns:p14="http://schemas.microsoft.com/office/powerpoint/2010/main" val="353100571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5" y="1591617"/>
            <a:ext cx="5661596" cy="313932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Select features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Check the target distribution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 your original industrial dataset, most observations are normal, while only a small minority are warnings or faults. That makes this a useful example of a realistic imbalanced industrial fault-detection problem.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8B8D6A17-9DF9-44AA-8B1D-DF78C1D8216E}"/>
              </a:ext>
            </a:extLst>
          </p:cNvPr>
          <p:cNvPicPr>
            <a:picLocks noChangeAspect="1"/>
          </p:cNvPicPr>
          <p:nvPr/>
        </p:nvPicPr>
        <p:blipFill>
          <a:blip r:embed="rId3"/>
          <a:stretch>
            <a:fillRect/>
          </a:stretch>
        </p:blipFill>
        <p:spPr>
          <a:xfrm>
            <a:off x="1447566" y="1591617"/>
            <a:ext cx="3353268" cy="428685"/>
          </a:xfrm>
          <a:prstGeom prst="rect">
            <a:avLst/>
          </a:prstGeom>
        </p:spPr>
      </p:pic>
      <p:pic>
        <p:nvPicPr>
          <p:cNvPr id="6" name="Picture 5">
            <a:extLst>
              <a:ext uri="{FF2B5EF4-FFF2-40B4-BE49-F238E27FC236}">
                <a16:creationId xmlns:a16="http://schemas.microsoft.com/office/drawing/2014/main" id="{4E678C91-2E85-4203-923E-697E43AB0E23}"/>
              </a:ext>
            </a:extLst>
          </p:cNvPr>
          <p:cNvPicPr>
            <a:picLocks noChangeAspect="1"/>
          </p:cNvPicPr>
          <p:nvPr/>
        </p:nvPicPr>
        <p:blipFill>
          <a:blip r:embed="rId4"/>
          <a:stretch>
            <a:fillRect/>
          </a:stretch>
        </p:blipFill>
        <p:spPr>
          <a:xfrm>
            <a:off x="6460944" y="1143259"/>
            <a:ext cx="5296651" cy="4876282"/>
          </a:xfrm>
          <a:prstGeom prst="rect">
            <a:avLst/>
          </a:prstGeom>
        </p:spPr>
      </p:pic>
    </p:spTree>
    <p:extLst>
      <p:ext uri="{BB962C8B-B14F-4D97-AF65-F5344CB8AC3E}">
        <p14:creationId xmlns:p14="http://schemas.microsoft.com/office/powerpoint/2010/main" val="384014196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224195" cy="452431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5 — Train and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Optimise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the Classification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Split the classification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Why stratify=</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y_cls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attempts to maintain the same fault-to-normal ratio in both the training and testing datasets.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2557F81-CF0F-4E54-AF6F-835080B86ACE}"/>
              </a:ext>
            </a:extLst>
          </p:cNvPr>
          <p:cNvPicPr>
            <a:picLocks noChangeAspect="1"/>
          </p:cNvPicPr>
          <p:nvPr/>
        </p:nvPicPr>
        <p:blipFill>
          <a:blip r:embed="rId3"/>
          <a:stretch>
            <a:fillRect/>
          </a:stretch>
        </p:blipFill>
        <p:spPr>
          <a:xfrm>
            <a:off x="3471862" y="2831793"/>
            <a:ext cx="5248275" cy="1914525"/>
          </a:xfrm>
          <a:prstGeom prst="rect">
            <a:avLst/>
          </a:prstGeom>
          <a:ln>
            <a:solidFill>
              <a:schemeClr val="accent1"/>
            </a:solidFill>
          </a:ln>
        </p:spPr>
      </p:pic>
    </p:spTree>
    <p:extLst>
      <p:ext uri="{BB962C8B-B14F-4D97-AF65-F5344CB8AC3E}">
        <p14:creationId xmlns:p14="http://schemas.microsoft.com/office/powerpoint/2010/main" val="147185538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224195" cy="203132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create the classifier: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Train: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Predict: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286B1F1-48D0-439D-8B3F-8DF396789867}"/>
              </a:ext>
            </a:extLst>
          </p:cNvPr>
          <p:cNvPicPr>
            <a:picLocks noChangeAspect="1"/>
          </p:cNvPicPr>
          <p:nvPr/>
        </p:nvPicPr>
        <p:blipFill>
          <a:blip r:embed="rId3"/>
          <a:stretch>
            <a:fillRect/>
          </a:stretch>
        </p:blipFill>
        <p:spPr>
          <a:xfrm>
            <a:off x="3969283" y="1336623"/>
            <a:ext cx="5963482" cy="4572638"/>
          </a:xfrm>
          <a:prstGeom prst="rect">
            <a:avLst/>
          </a:prstGeom>
          <a:ln>
            <a:solidFill>
              <a:schemeClr val="accent1"/>
            </a:solidFill>
          </a:ln>
        </p:spPr>
      </p:pic>
    </p:spTree>
    <p:extLst>
      <p:ext uri="{BB962C8B-B14F-4D97-AF65-F5344CB8AC3E}">
        <p14:creationId xmlns:p14="http://schemas.microsoft.com/office/powerpoint/2010/main" val="238046887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224195"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Calculate initial classification metrics: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C564732-6013-433F-BC4F-DDDD7368E0F8}"/>
              </a:ext>
            </a:extLst>
          </p:cNvPr>
          <p:cNvPicPr>
            <a:picLocks noChangeAspect="1"/>
          </p:cNvPicPr>
          <p:nvPr/>
        </p:nvPicPr>
        <p:blipFill rotWithShape="1">
          <a:blip r:embed="rId3"/>
          <a:srcRect r="21966"/>
          <a:stretch/>
        </p:blipFill>
        <p:spPr>
          <a:xfrm>
            <a:off x="434404" y="2213657"/>
            <a:ext cx="3248378" cy="3707228"/>
          </a:xfrm>
          <a:prstGeom prst="rect">
            <a:avLst/>
          </a:prstGeom>
        </p:spPr>
      </p:pic>
      <p:pic>
        <p:nvPicPr>
          <p:cNvPr id="6" name="Picture 5">
            <a:extLst>
              <a:ext uri="{FF2B5EF4-FFF2-40B4-BE49-F238E27FC236}">
                <a16:creationId xmlns:a16="http://schemas.microsoft.com/office/drawing/2014/main" id="{9357AB16-12F2-4424-B256-00B036D56E94}"/>
              </a:ext>
            </a:extLst>
          </p:cNvPr>
          <p:cNvPicPr>
            <a:picLocks noChangeAspect="1"/>
          </p:cNvPicPr>
          <p:nvPr/>
        </p:nvPicPr>
        <p:blipFill rotWithShape="1">
          <a:blip r:embed="rId4"/>
          <a:srcRect r="10420"/>
          <a:stretch/>
        </p:blipFill>
        <p:spPr>
          <a:xfrm>
            <a:off x="3990650" y="2255879"/>
            <a:ext cx="3819852" cy="3707229"/>
          </a:xfrm>
          <a:prstGeom prst="rect">
            <a:avLst/>
          </a:prstGeom>
        </p:spPr>
      </p:pic>
      <p:sp>
        <p:nvSpPr>
          <p:cNvPr id="7" name="Rectangle 6">
            <a:extLst>
              <a:ext uri="{FF2B5EF4-FFF2-40B4-BE49-F238E27FC236}">
                <a16:creationId xmlns:a16="http://schemas.microsoft.com/office/drawing/2014/main" id="{D29C622D-E2CE-4C0B-9BBF-DF2E9AE14F6C}"/>
              </a:ext>
            </a:extLst>
          </p:cNvPr>
          <p:cNvSpPr/>
          <p:nvPr/>
        </p:nvSpPr>
        <p:spPr>
          <a:xfrm>
            <a:off x="8118370" y="2878386"/>
            <a:ext cx="3819852" cy="2462213"/>
          </a:xfrm>
          <a:prstGeom prst="rect">
            <a:avLst/>
          </a:prstGeom>
          <a:solidFill>
            <a:schemeClr val="accent3"/>
          </a:solid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E7E6E6"/>
                </a:solidFill>
                <a:effectLst/>
                <a:uLnTx/>
                <a:uFillTx/>
                <a:latin typeface="Calibri" panose="020F0502020204030204"/>
                <a:ea typeface="+mn-ea"/>
                <a:cs typeface="+mn-cs"/>
              </a:rPr>
              <a:t>Why are we not focusing only on Accuracy?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Imagine: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975 Normal Records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25 Abnormal Records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A model could predict almost everything as </a:t>
            </a:r>
            <a:r>
              <a:rPr kumimoji="0" lang="en-US" sz="1400" b="1" i="0" u="none" strike="noStrike" kern="1200" cap="none" spc="0" normalizeH="0" baseline="0" noProof="0" dirty="0">
                <a:ln>
                  <a:noFill/>
                </a:ln>
                <a:solidFill>
                  <a:srgbClr val="E7E6E6"/>
                </a:solidFill>
                <a:effectLst/>
                <a:uLnTx/>
                <a:uFillTx/>
                <a:latin typeface="Calibri" panose="020F0502020204030204"/>
                <a:ea typeface="+mn-ea"/>
                <a:cs typeface="+mn-cs"/>
              </a:rPr>
              <a:t>Normal</a:t>
            </a: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 and still achieve very high accuracy.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For predictive maintenance, </a:t>
            </a:r>
            <a:r>
              <a:rPr kumimoji="0" lang="en-US" sz="1400" b="1" i="0" u="none" strike="noStrike" kern="1200" cap="none" spc="0" normalizeH="0" baseline="0" noProof="0" dirty="0">
                <a:ln>
                  <a:noFill/>
                </a:ln>
                <a:solidFill>
                  <a:srgbClr val="E7E6E6"/>
                </a:solidFill>
                <a:effectLst/>
                <a:uLnTx/>
                <a:uFillTx/>
                <a:latin typeface="Calibri" panose="020F0502020204030204"/>
                <a:ea typeface="+mn-ea"/>
                <a:cs typeface="+mn-cs"/>
              </a:rPr>
              <a:t>Recall and F1-score</a:t>
            </a: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 can therefore be more informative.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7E6E6"/>
                </a:solidFill>
                <a:effectLst/>
                <a:uLnTx/>
                <a:uFillTx/>
                <a:latin typeface="Calibri" panose="020F0502020204030204"/>
                <a:ea typeface="+mn-ea"/>
                <a:cs typeface="+mn-cs"/>
              </a:rPr>
              <a:t>Recall asks: Of the machines that were actually abnormal, how many did our model detect?</a:t>
            </a:r>
          </a:p>
        </p:txBody>
      </p:sp>
    </p:spTree>
    <p:extLst>
      <p:ext uri="{BB962C8B-B14F-4D97-AF65-F5344CB8AC3E}">
        <p14:creationId xmlns:p14="http://schemas.microsoft.com/office/powerpoint/2010/main" val="54641596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224195" cy="369331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Step 6 — Save Predictions and Trained Models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rebuilding the models in Module 8, save both the models and their test predictions.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Save Regression Predictions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Save Classification Predictions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Now save the trained models: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Print completion information:</a:t>
            </a:r>
          </a:p>
        </p:txBody>
      </p:sp>
      <p:pic>
        <p:nvPicPr>
          <p:cNvPr id="3" name="Picture 2">
            <a:extLst>
              <a:ext uri="{FF2B5EF4-FFF2-40B4-BE49-F238E27FC236}">
                <a16:creationId xmlns:a16="http://schemas.microsoft.com/office/drawing/2014/main" id="{A5A8695B-2D99-47EB-A576-79BD41CF05AC}"/>
              </a:ext>
            </a:extLst>
          </p:cNvPr>
          <p:cNvPicPr>
            <a:picLocks noChangeAspect="1"/>
          </p:cNvPicPr>
          <p:nvPr/>
        </p:nvPicPr>
        <p:blipFill>
          <a:blip r:embed="rId3"/>
          <a:stretch>
            <a:fillRect/>
          </a:stretch>
        </p:blipFill>
        <p:spPr>
          <a:xfrm>
            <a:off x="4834835" y="3299934"/>
            <a:ext cx="7176761" cy="2164091"/>
          </a:xfrm>
          <a:prstGeom prst="rect">
            <a:avLst/>
          </a:prstGeom>
        </p:spPr>
      </p:pic>
    </p:spTree>
    <p:extLst>
      <p:ext uri="{BB962C8B-B14F-4D97-AF65-F5344CB8AC3E}">
        <p14:creationId xmlns:p14="http://schemas.microsoft.com/office/powerpoint/2010/main" val="55741231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224195"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Output: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52450EA-2251-4F67-B55F-246BA7616424}"/>
              </a:ext>
            </a:extLst>
          </p:cNvPr>
          <p:cNvPicPr>
            <a:picLocks noChangeAspect="1"/>
          </p:cNvPicPr>
          <p:nvPr/>
        </p:nvPicPr>
        <p:blipFill>
          <a:blip r:embed="rId3"/>
          <a:stretch>
            <a:fillRect/>
          </a:stretch>
        </p:blipFill>
        <p:spPr>
          <a:xfrm>
            <a:off x="626158" y="2087019"/>
            <a:ext cx="5761942" cy="4206838"/>
          </a:xfrm>
          <a:prstGeom prst="rect">
            <a:avLst/>
          </a:prstGeom>
          <a:ln>
            <a:solidFill>
              <a:schemeClr val="accent1"/>
            </a:solidFill>
          </a:ln>
        </p:spPr>
      </p:pic>
      <p:pic>
        <p:nvPicPr>
          <p:cNvPr id="6" name="Picture 5">
            <a:extLst>
              <a:ext uri="{FF2B5EF4-FFF2-40B4-BE49-F238E27FC236}">
                <a16:creationId xmlns:a16="http://schemas.microsoft.com/office/drawing/2014/main" id="{C0237C79-F3CF-48CA-8CA3-F47FFA8505F8}"/>
              </a:ext>
            </a:extLst>
          </p:cNvPr>
          <p:cNvPicPr>
            <a:picLocks noChangeAspect="1"/>
          </p:cNvPicPr>
          <p:nvPr/>
        </p:nvPicPr>
        <p:blipFill>
          <a:blip r:embed="rId4"/>
          <a:stretch>
            <a:fillRect/>
          </a:stretch>
        </p:blipFill>
        <p:spPr>
          <a:xfrm>
            <a:off x="6651179" y="2115800"/>
            <a:ext cx="5110049" cy="3851604"/>
          </a:xfrm>
          <a:prstGeom prst="rect">
            <a:avLst/>
          </a:prstGeom>
          <a:ln>
            <a:solidFill>
              <a:schemeClr val="accent1"/>
            </a:solidFill>
          </a:ln>
        </p:spPr>
      </p:pic>
    </p:spTree>
    <p:extLst>
      <p:ext uri="{BB962C8B-B14F-4D97-AF65-F5344CB8AC3E}">
        <p14:creationId xmlns:p14="http://schemas.microsoft.com/office/powerpoint/2010/main" val="67431330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7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4247317"/>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Expected Workflow</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Module 7 Outcome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the end of this lab, participants will have: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a Random Forest regression model for industrial quality prediction;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a Random Forest classification model for fault detection;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separated training and testing datasets;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handled an imbalanced industrial fault target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class_weight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="balanced";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calculated initial regression and classification metrics;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avoided target leakage during regression modelling;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saved trained models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joblib</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exported actual versus predicted results for further model evaluation.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FEEC4F19-99EF-45CF-81DA-1E372918DD4D}"/>
              </a:ext>
            </a:extLst>
          </p:cNvPr>
          <p:cNvPicPr>
            <a:picLocks noChangeAspect="1"/>
          </p:cNvPicPr>
          <p:nvPr/>
        </p:nvPicPr>
        <p:blipFill>
          <a:blip r:embed="rId3"/>
          <a:stretch>
            <a:fillRect/>
          </a:stretch>
        </p:blipFill>
        <p:spPr>
          <a:xfrm>
            <a:off x="8547100" y="941261"/>
            <a:ext cx="3510922" cy="5266383"/>
          </a:xfrm>
          <a:prstGeom prst="rect">
            <a:avLst/>
          </a:prstGeom>
        </p:spPr>
      </p:pic>
      <p:cxnSp>
        <p:nvCxnSpPr>
          <p:cNvPr id="10" name="Straight Arrow Connector 9">
            <a:extLst>
              <a:ext uri="{FF2B5EF4-FFF2-40B4-BE49-F238E27FC236}">
                <a16:creationId xmlns:a16="http://schemas.microsoft.com/office/drawing/2014/main" id="{B60831AC-DC89-4668-A046-0E2DA883A11D}"/>
              </a:ext>
            </a:extLst>
          </p:cNvPr>
          <p:cNvCxnSpPr/>
          <p:nvPr/>
        </p:nvCxnSpPr>
        <p:spPr>
          <a:xfrm>
            <a:off x="2806700" y="1816100"/>
            <a:ext cx="609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040941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7050731"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20490" y="2492778"/>
              <a:ext cx="4735956" cy="1755545"/>
            </a:xfrm>
            <a:prstGeom prst="rect">
              <a:avLst/>
            </a:prstGeom>
            <a:noFill/>
          </p:spPr>
          <p:txBody>
            <a:bodyPr wrap="square" rtlCol="0">
              <a:spAutoFit/>
            </a:bodyPr>
            <a:lstStyle/>
            <a:p>
              <a:pPr marL="342900" lvl="0" indent="-342900">
                <a:lnSpc>
                  <a:spcPct val="200000"/>
                </a:lnSpc>
                <a:buFontTx/>
                <a:buAutoNum type="alphaUcParenR"/>
                <a:defRPr/>
              </a:pPr>
              <a:r>
                <a:rPr lang="en-GB" sz="1400" dirty="0">
                  <a:solidFill>
                    <a:prstClr val="black"/>
                  </a:solidFill>
                </a:rPr>
                <a:t>Classification</a:t>
              </a:r>
            </a:p>
            <a:p>
              <a:pPr marL="342900" lvl="0" indent="-342900">
                <a:lnSpc>
                  <a:spcPct val="200000"/>
                </a:lnSpc>
                <a:buFontTx/>
                <a:buAutoNum type="alphaUcParenR"/>
                <a:defRPr/>
              </a:pPr>
              <a:r>
                <a:rPr lang="en-GB" sz="1400" dirty="0">
                  <a:solidFill>
                    <a:prstClr val="black"/>
                  </a:solidFill>
                </a:rPr>
                <a:t>Regression</a:t>
              </a:r>
            </a:p>
            <a:p>
              <a:pPr marL="342900" lvl="0" indent="-342900">
                <a:lnSpc>
                  <a:spcPct val="200000"/>
                </a:lnSpc>
                <a:buFontTx/>
                <a:buAutoNum type="alphaUcParenR"/>
                <a:defRPr/>
              </a:pPr>
              <a:r>
                <a:rPr lang="en-GB" sz="1400" dirty="0">
                  <a:solidFill>
                    <a:prstClr val="black"/>
                  </a:solidFill>
                </a:rPr>
                <a:t>Clustering</a:t>
              </a:r>
            </a:p>
            <a:p>
              <a:pPr marL="342900" lvl="0" indent="-342900">
                <a:lnSpc>
                  <a:spcPct val="200000"/>
                </a:lnSpc>
                <a:buFontTx/>
                <a:buAutoNum type="alphaUcParenR"/>
                <a:defRPr/>
              </a:pPr>
              <a:r>
                <a:rPr lang="en-GB" sz="1400" dirty="0">
                  <a:solidFill>
                    <a:prstClr val="black"/>
                  </a:solidFill>
                </a:rPr>
                <a:t>Data aggregation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An engineering team wants to predict the remaining operating hours before equipment requires maintenance. Which modelling approach is most appropriate?</a:t>
              </a:r>
            </a:p>
          </p:txBody>
        </p:sp>
      </p:grpSp>
    </p:spTree>
    <p:extLst>
      <p:ext uri="{BB962C8B-B14F-4D97-AF65-F5344CB8AC3E}">
        <p14:creationId xmlns:p14="http://schemas.microsoft.com/office/powerpoint/2010/main" val="167136699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7050731"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20490" y="2492778"/>
              <a:ext cx="4735956" cy="1755545"/>
            </a:xfrm>
            <a:prstGeom prst="rect">
              <a:avLst/>
            </a:prstGeom>
            <a:noFill/>
          </p:spPr>
          <p:txBody>
            <a:bodyPr wrap="square" rtlCol="0">
              <a:spAutoFit/>
            </a:bodyPr>
            <a:lstStyle/>
            <a:p>
              <a:pPr marL="342900" lvl="0" indent="-342900">
                <a:lnSpc>
                  <a:spcPct val="200000"/>
                </a:lnSpc>
                <a:buFontTx/>
                <a:buAutoNum type="alphaUcParenR"/>
                <a:defRPr/>
              </a:pPr>
              <a:r>
                <a:rPr lang="it-IT" sz="1400" dirty="0">
                  <a:solidFill>
                    <a:prstClr val="black"/>
                  </a:solidFill>
                </a:rPr>
                <a:t>Underfitting</a:t>
              </a:r>
            </a:p>
            <a:p>
              <a:pPr marL="342900" lvl="0" indent="-342900">
                <a:lnSpc>
                  <a:spcPct val="200000"/>
                </a:lnSpc>
                <a:buFontTx/>
                <a:buAutoNum type="alphaUcParenR"/>
                <a:defRPr/>
              </a:pPr>
              <a:r>
                <a:rPr lang="it-IT" sz="1400" dirty="0">
                  <a:solidFill>
                    <a:prstClr val="black"/>
                  </a:solidFill>
                </a:rPr>
                <a:t>Data integration</a:t>
              </a:r>
            </a:p>
            <a:p>
              <a:pPr marL="342900" lvl="0" indent="-342900">
                <a:lnSpc>
                  <a:spcPct val="200000"/>
                </a:lnSpc>
                <a:buFontTx/>
                <a:buAutoNum type="alphaUcParenR"/>
                <a:defRPr/>
              </a:pPr>
              <a:r>
                <a:rPr lang="it-IT" sz="1400" dirty="0">
                  <a:solidFill>
                    <a:prstClr val="black"/>
                  </a:solidFill>
                </a:rPr>
                <a:t>Overfitting</a:t>
              </a:r>
            </a:p>
            <a:p>
              <a:pPr marL="342900" lvl="0" indent="-342900">
                <a:lnSpc>
                  <a:spcPct val="200000"/>
                </a:lnSpc>
                <a:buFontTx/>
                <a:buAutoNum type="alphaUcParenR"/>
                <a:defRPr/>
              </a:pPr>
              <a:r>
                <a:rPr lang="it-IT" sz="1400" dirty="0">
                  <a:solidFill>
                    <a:prstClr val="black"/>
                  </a:solidFill>
                </a:rPr>
                <a:t>Data aggregation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 predictive model performs extremely well on training data but poorly on unseen validation data. What does this most likely indicate?</a:t>
              </a:r>
            </a:p>
          </p:txBody>
        </p:sp>
      </p:grpSp>
    </p:spTree>
    <p:extLst>
      <p:ext uri="{BB962C8B-B14F-4D97-AF65-F5344CB8AC3E}">
        <p14:creationId xmlns:p14="http://schemas.microsoft.com/office/powerpoint/2010/main" val="251656714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1" y="309551"/>
            <a:ext cx="13282803" cy="769441"/>
          </a:xfrm>
          <a:prstGeom prst="rect">
            <a:avLst/>
          </a:prstGeom>
          <a:noFill/>
        </p:spPr>
        <p:txBody>
          <a:bodyPr wrap="square" rtlCol="0">
            <a:spAutoFit/>
          </a:bodyPr>
          <a:lstStyle/>
          <a:p>
            <a:pPr lvl="0">
              <a:defRPr/>
            </a:pPr>
            <a:r>
              <a:rPr lang="en-US" sz="44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8: Model Evaluation Using Industrial Data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461456" y="2160013"/>
            <a:ext cx="6158419" cy="2862322"/>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Selecting Performance Metrics for Engineering Models</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Evaluating Regression and Classification Models</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Error Analysis and Model Improvement </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Evaluating Models with Manufacturing Data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2E6EEE70-CA84-4FD6-A9A2-E65BC535C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76086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Selecting Performance Metrics for Engineering Models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GB" b="1" dirty="0">
                <a:solidFill>
                  <a:prstClr val="black"/>
                </a:solidFill>
              </a:rPr>
              <a:t>Why Model Evaluation Matters</a:t>
            </a:r>
          </a:p>
          <a:p>
            <a:pPr lvl="0">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Building a predictive model is only the beginning of an industrial analytics workflow. Engineers must determine whether its predictions are sufficiently reliable for the operational decision it is intended to support.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Model evaluation compares predicted outcomes with known actual outcomes using appropriate performance metrics.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choice of metric depends on whether the model performs regression or classification and on the consequences of different prediction errors.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example, failing to identify an equipment fault may be substantially more costly than incorrectly flagging healthy equipment for inspection. Evaluation should therefore combine statistical performance with engineering context.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 model should ultimately be judged by whether its prediction quality is appropriate for the maintenance, quality, or production decision it supports.</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369250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Selecting Performance Metrics for Engineering Models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Matching Metrics to Engineering Objectives</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No single metric is suitable for every predictive model. The appropriate measure depends on the target, model type, data distribution, and operational consequences of errors. Regression models require metrics that quantify differences between predicted and actual numerical values, whereas classification models require measures that assess correct and incorrect class assignments.</a:t>
            </a:r>
          </a:p>
          <a:p>
            <a:pPr marL="285750" lvl="0" indent="-285750">
              <a:buFont typeface="Wingdings" panose="05000000000000000000" pitchFamily="2" charset="2"/>
              <a:buChar char="Ø"/>
              <a:defRPr/>
            </a:pPr>
            <a:endPar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Important considerations include:</a:t>
            </a:r>
          </a:p>
          <a:p>
            <a:pPr marL="742950" lvl="1" indent="-285750">
              <a:buFont typeface="Arial" panose="020B0604020202020204" pitchFamily="34" charset="0"/>
              <a:buChar char="•"/>
              <a:defRPr/>
            </a:pPr>
            <a:r>
              <a:rPr lang="en-US" dirty="0">
                <a:solidFill>
                  <a:prstClr val="black"/>
                </a:solidFill>
              </a:rPr>
              <a:t>Determine whether the problem is regression or classification.</a:t>
            </a:r>
          </a:p>
          <a:p>
            <a:pPr marL="742950" lvl="1" indent="-285750">
              <a:buFont typeface="Arial" panose="020B0604020202020204" pitchFamily="34" charset="0"/>
              <a:buChar char="•"/>
              <a:defRPr/>
            </a:pPr>
            <a:r>
              <a:rPr lang="en-US" dirty="0">
                <a:solidFill>
                  <a:prstClr val="black"/>
                </a:solidFill>
              </a:rPr>
              <a:t>Understand which prediction errors have the greatest operational impact.</a:t>
            </a:r>
          </a:p>
          <a:p>
            <a:pPr marL="742950" lvl="1" indent="-285750">
              <a:buFont typeface="Arial" panose="020B0604020202020204" pitchFamily="34" charset="0"/>
              <a:buChar char="•"/>
              <a:defRPr/>
            </a:pPr>
            <a:r>
              <a:rPr lang="en-US" dirty="0">
                <a:solidFill>
                  <a:prstClr val="black"/>
                </a:solidFill>
              </a:rPr>
              <a:t>Consider whether fault or defect classes are uncommon.</a:t>
            </a:r>
          </a:p>
          <a:p>
            <a:pPr marL="742950" lvl="1" indent="-285750">
              <a:buFont typeface="Arial" panose="020B0604020202020204" pitchFamily="34" charset="0"/>
              <a:buChar char="•"/>
              <a:defRPr/>
            </a:pPr>
            <a:r>
              <a:rPr lang="en-US" dirty="0">
                <a:solidFill>
                  <a:prstClr val="black"/>
                </a:solidFill>
              </a:rPr>
              <a:t>Avoid relying on a single metric without context.</a:t>
            </a:r>
          </a:p>
          <a:p>
            <a:pPr marL="742950" lvl="1" indent="-285750">
              <a:buFont typeface="Arial" panose="020B0604020202020204" pitchFamily="34" charset="0"/>
              <a:buChar char="•"/>
              <a:defRPr/>
            </a:pPr>
            <a:r>
              <a:rPr lang="en-US" dirty="0">
                <a:solidFill>
                  <a:prstClr val="black"/>
                </a:solidFill>
              </a:rPr>
              <a:t>Evaluate performance using unseen data.</a:t>
            </a:r>
          </a:p>
          <a:p>
            <a:pPr marL="742950" lvl="1" indent="-285750">
              <a:buFont typeface="Arial" panose="020B0604020202020204" pitchFamily="34" charset="0"/>
              <a:buChar char="•"/>
              <a:defRPr/>
            </a:pPr>
            <a:r>
              <a:rPr lang="en-US" dirty="0">
                <a:solidFill>
                  <a:prstClr val="black"/>
                </a:solidFill>
              </a:rPr>
              <a:t>Compare metrics against engineering requirements.</a:t>
            </a:r>
          </a:p>
          <a:p>
            <a:pPr marL="742950" lvl="1" indent="-285750">
              <a:buFont typeface="Arial" panose="020B0604020202020204" pitchFamily="34" charset="0"/>
              <a:buChar char="•"/>
              <a:defRPr/>
            </a:pPr>
            <a:r>
              <a:rPr lang="en-US" dirty="0">
                <a:solidFill>
                  <a:prstClr val="black"/>
                </a:solidFill>
              </a:rPr>
              <a:t>Consider the cost of false alarms and missed events.</a:t>
            </a:r>
          </a:p>
          <a:p>
            <a:pPr marL="742950" lvl="1" indent="-285750">
              <a:buFont typeface="Arial" panose="020B0604020202020204" pitchFamily="34" charset="0"/>
              <a:buChar char="•"/>
              <a:defRPr/>
            </a:pPr>
            <a:endParaRPr kumimoji="0" lang="en-US"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Wingdings" panose="05000000000000000000" pitchFamily="2" charset="2"/>
              <a:buChar char="Ø"/>
              <a:defRPr/>
            </a:pPr>
            <a:r>
              <a:rPr lang="en-US" dirty="0">
                <a:solidFill>
                  <a:prstClr val="black"/>
                </a:solidFill>
              </a:rPr>
              <a:t>Metric selection should reflect the actual manufacturing decision.</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85405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Selecting Performance Metrics for Engineering Models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Selecting the Right Evaluation Metric</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FAAC09F5-D5FC-416E-AB74-55D6E4DEFC36}"/>
              </a:ext>
            </a:extLst>
          </p:cNvPr>
          <p:cNvPicPr>
            <a:picLocks noChangeAspect="1"/>
          </p:cNvPicPr>
          <p:nvPr/>
        </p:nvPicPr>
        <p:blipFill>
          <a:blip r:embed="rId3"/>
          <a:stretch>
            <a:fillRect/>
          </a:stretch>
        </p:blipFill>
        <p:spPr>
          <a:xfrm>
            <a:off x="3673205" y="1866899"/>
            <a:ext cx="4715250" cy="4448175"/>
          </a:xfrm>
          <a:prstGeom prst="rect">
            <a:avLst/>
          </a:prstGeom>
        </p:spPr>
      </p:pic>
    </p:spTree>
    <p:extLst>
      <p:ext uri="{BB962C8B-B14F-4D97-AF65-F5344CB8AC3E}">
        <p14:creationId xmlns:p14="http://schemas.microsoft.com/office/powerpoint/2010/main" val="53864605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Evaluating Regression and Classification Models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Evaluating Industrial Regression Models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Regression evaluation measures how closely predicted numerical values correspond to actual values.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Mean Absolute Error (MAE) expresses the average magnitude of prediction errors and is relatively easy to interpret in the target variable's units.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Root Mean Squared Error (RMSE) gives greater weight to larger errors, making it useful when substantial prediction mistakes are particularly undesirable.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R² describes how much variation in the target is explained by the model relative to a simple baseline. These metrics provide different perspectives and are often considered together.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For industrial applications, engineers should also examine whether errors remain acceptable across different machines, loads, shifts, or operating conditions rather than relying exclusively on an overall score.</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96387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Evaluating Regression and Classification Models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Evaluating Industrial Classification Models</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Classification evaluation requires understanding how frequently the model predicts each class correctly and what types of mistakes occur.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Accuracy measures the proportion of all predictions that are correct, but it can be misleading when fault or defect cases are rare.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Precision indicates how often predicted positive cases are actually positive, while recall measures how many actual positive cases the model successfully detects.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F1-score provides a balance between precision and recall. In industrial fault detection, recall can be particularly important when missing an actual failure has serious consequences.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 other situations, excessive false alarms may make precision more important. Metric interpretation should therefore reflect operational priorities rather than assuming that the highest overall accuracy represents the best model.</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76090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Evaluating Regression and Classification Models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Understanding Classification Outcomes</a:t>
            </a:r>
            <a:endParaRPr kumimoji="0" lang="en-GB"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BDB3E2CD-4B3C-4BE0-B133-58381A3BF43D}"/>
              </a:ext>
            </a:extLst>
          </p:cNvPr>
          <p:cNvGraphicFramePr>
            <a:graphicFrameLocks noGrp="1"/>
          </p:cNvGraphicFramePr>
          <p:nvPr>
            <p:extLst>
              <p:ext uri="{D42A27DB-BD31-4B8C-83A1-F6EECF244321}">
                <p14:modId xmlns:p14="http://schemas.microsoft.com/office/powerpoint/2010/main" val="1972029605"/>
              </p:ext>
            </p:extLst>
          </p:nvPr>
        </p:nvGraphicFramePr>
        <p:xfrm>
          <a:off x="1412965" y="2152650"/>
          <a:ext cx="9366069" cy="1276350"/>
        </p:xfrm>
        <a:graphic>
          <a:graphicData uri="http://schemas.openxmlformats.org/drawingml/2006/table">
            <a:tbl>
              <a:tblPr>
                <a:tableStyleId>{21E4AEA4-8DFA-4A89-87EB-49C32662AFE0}</a:tableStyleId>
              </a:tblPr>
              <a:tblGrid>
                <a:gridCol w="3122023">
                  <a:extLst>
                    <a:ext uri="{9D8B030D-6E8A-4147-A177-3AD203B41FA5}">
                      <a16:colId xmlns:a16="http://schemas.microsoft.com/office/drawing/2014/main" val="2748604861"/>
                    </a:ext>
                  </a:extLst>
                </a:gridCol>
                <a:gridCol w="3122023">
                  <a:extLst>
                    <a:ext uri="{9D8B030D-6E8A-4147-A177-3AD203B41FA5}">
                      <a16:colId xmlns:a16="http://schemas.microsoft.com/office/drawing/2014/main" val="2044020358"/>
                    </a:ext>
                  </a:extLst>
                </a:gridCol>
                <a:gridCol w="3122023">
                  <a:extLst>
                    <a:ext uri="{9D8B030D-6E8A-4147-A177-3AD203B41FA5}">
                      <a16:colId xmlns:a16="http://schemas.microsoft.com/office/drawing/2014/main" val="3059473342"/>
                    </a:ext>
                  </a:extLst>
                </a:gridCol>
              </a:tblGrid>
              <a:tr h="425450">
                <a:tc>
                  <a:txBody>
                    <a:bodyPr/>
                    <a:lstStyle/>
                    <a:p>
                      <a:pPr algn="ctr"/>
                      <a:endParaRPr lang="en-US" b="1"/>
                    </a:p>
                  </a:txBody>
                  <a:tcPr anchor="ctr"/>
                </a:tc>
                <a:tc>
                  <a:txBody>
                    <a:bodyPr/>
                    <a:lstStyle/>
                    <a:p>
                      <a:pPr algn="ctr"/>
                      <a:r>
                        <a:rPr lang="en-US" b="1"/>
                        <a:t>Actual Fault</a:t>
                      </a:r>
                    </a:p>
                  </a:txBody>
                  <a:tcPr anchor="ctr"/>
                </a:tc>
                <a:tc>
                  <a:txBody>
                    <a:bodyPr/>
                    <a:lstStyle/>
                    <a:p>
                      <a:pPr algn="ctr"/>
                      <a:r>
                        <a:rPr lang="en-US" b="1" dirty="0"/>
                        <a:t>Actual Normal</a:t>
                      </a:r>
                    </a:p>
                  </a:txBody>
                  <a:tcPr anchor="ctr"/>
                </a:tc>
                <a:extLst>
                  <a:ext uri="{0D108BD9-81ED-4DB2-BD59-A6C34878D82A}">
                    <a16:rowId xmlns:a16="http://schemas.microsoft.com/office/drawing/2014/main" val="122235297"/>
                  </a:ext>
                </a:extLst>
              </a:tr>
              <a:tr h="425450">
                <a:tc>
                  <a:txBody>
                    <a:bodyPr/>
                    <a:lstStyle/>
                    <a:p>
                      <a:pPr algn="ctr"/>
                      <a:r>
                        <a:rPr lang="en-US" b="1"/>
                        <a:t>Predicted Fault</a:t>
                      </a:r>
                    </a:p>
                  </a:txBody>
                  <a:tcPr anchor="ctr"/>
                </a:tc>
                <a:tc>
                  <a:txBody>
                    <a:bodyPr/>
                    <a:lstStyle/>
                    <a:p>
                      <a:pPr algn="ctr"/>
                      <a:r>
                        <a:rPr lang="en-US" dirty="0"/>
                        <a:t>True Positive</a:t>
                      </a:r>
                    </a:p>
                  </a:txBody>
                  <a:tcPr anchor="ctr"/>
                </a:tc>
                <a:tc>
                  <a:txBody>
                    <a:bodyPr/>
                    <a:lstStyle/>
                    <a:p>
                      <a:pPr algn="ctr"/>
                      <a:r>
                        <a:rPr lang="en-US"/>
                        <a:t>False Positive</a:t>
                      </a:r>
                    </a:p>
                  </a:txBody>
                  <a:tcPr anchor="ctr"/>
                </a:tc>
                <a:extLst>
                  <a:ext uri="{0D108BD9-81ED-4DB2-BD59-A6C34878D82A}">
                    <a16:rowId xmlns:a16="http://schemas.microsoft.com/office/drawing/2014/main" val="475135003"/>
                  </a:ext>
                </a:extLst>
              </a:tr>
              <a:tr h="425450">
                <a:tc>
                  <a:txBody>
                    <a:bodyPr/>
                    <a:lstStyle/>
                    <a:p>
                      <a:pPr algn="ctr"/>
                      <a:r>
                        <a:rPr lang="en-US" b="1" dirty="0"/>
                        <a:t>Predicted Normal</a:t>
                      </a:r>
                    </a:p>
                  </a:txBody>
                  <a:tcPr anchor="ctr"/>
                </a:tc>
                <a:tc>
                  <a:txBody>
                    <a:bodyPr/>
                    <a:lstStyle/>
                    <a:p>
                      <a:pPr algn="ctr"/>
                      <a:r>
                        <a:rPr lang="en-US" dirty="0"/>
                        <a:t>False Negative</a:t>
                      </a:r>
                    </a:p>
                  </a:txBody>
                  <a:tcPr anchor="ctr"/>
                </a:tc>
                <a:tc>
                  <a:txBody>
                    <a:bodyPr/>
                    <a:lstStyle/>
                    <a:p>
                      <a:pPr algn="ctr"/>
                      <a:r>
                        <a:rPr lang="en-US" dirty="0"/>
                        <a:t>True Negative</a:t>
                      </a:r>
                    </a:p>
                  </a:txBody>
                  <a:tcPr anchor="ctr"/>
                </a:tc>
                <a:extLst>
                  <a:ext uri="{0D108BD9-81ED-4DB2-BD59-A6C34878D82A}">
                    <a16:rowId xmlns:a16="http://schemas.microsoft.com/office/drawing/2014/main" val="4289437960"/>
                  </a:ext>
                </a:extLst>
              </a:tr>
            </a:tbl>
          </a:graphicData>
        </a:graphic>
      </p:graphicFrame>
      <p:sp>
        <p:nvSpPr>
          <p:cNvPr id="5" name="Rectangle 4">
            <a:extLst>
              <a:ext uri="{FF2B5EF4-FFF2-40B4-BE49-F238E27FC236}">
                <a16:creationId xmlns:a16="http://schemas.microsoft.com/office/drawing/2014/main" id="{42E58280-9275-466C-98C4-C145C4EA9DC5}"/>
              </a:ext>
            </a:extLst>
          </p:cNvPr>
          <p:cNvSpPr/>
          <p:nvPr/>
        </p:nvSpPr>
        <p:spPr>
          <a:xfrm>
            <a:off x="723900" y="3717489"/>
            <a:ext cx="6096000" cy="2585323"/>
          </a:xfrm>
          <a:prstGeom prst="rect">
            <a:avLst/>
          </a:prstGeom>
        </p:spPr>
        <p:txBody>
          <a:bodyPr>
            <a:spAutoFit/>
          </a:bodyPr>
          <a:lstStyle/>
          <a:p>
            <a:r>
              <a:rPr lang="en-US" b="1" dirty="0"/>
              <a:t>Engineering Interpretation</a:t>
            </a:r>
          </a:p>
          <a:p>
            <a:pPr marL="285750" indent="-285750">
              <a:buFont typeface="Arial" panose="020B0604020202020204" pitchFamily="34" charset="0"/>
              <a:buChar char="•"/>
            </a:pPr>
            <a:r>
              <a:rPr lang="en-US" b="1" dirty="0"/>
              <a:t>True Positive</a:t>
            </a:r>
            <a:br>
              <a:rPr lang="en-US" dirty="0"/>
            </a:br>
            <a:r>
              <a:rPr lang="en-US" dirty="0"/>
              <a:t>Fault correctly detected</a:t>
            </a:r>
          </a:p>
          <a:p>
            <a:pPr marL="285750" indent="-285750">
              <a:buFont typeface="Arial" panose="020B0604020202020204" pitchFamily="34" charset="0"/>
              <a:buChar char="•"/>
            </a:pPr>
            <a:r>
              <a:rPr lang="en-US" b="1" dirty="0"/>
              <a:t>False Positive</a:t>
            </a:r>
            <a:br>
              <a:rPr lang="en-US" dirty="0"/>
            </a:br>
            <a:r>
              <a:rPr lang="en-US" dirty="0"/>
              <a:t>Healthy machine incorrectly flagged</a:t>
            </a:r>
          </a:p>
          <a:p>
            <a:pPr marL="285750" indent="-285750">
              <a:buFont typeface="Arial" panose="020B0604020202020204" pitchFamily="34" charset="0"/>
              <a:buChar char="•"/>
            </a:pPr>
            <a:r>
              <a:rPr lang="en-US" b="1" dirty="0"/>
              <a:t>False Negative</a:t>
            </a:r>
            <a:br>
              <a:rPr lang="en-US" dirty="0"/>
            </a:br>
            <a:r>
              <a:rPr lang="en-US" dirty="0"/>
              <a:t>Actual fault missed ⚠️</a:t>
            </a:r>
          </a:p>
          <a:p>
            <a:pPr marL="285750" indent="-285750">
              <a:buFont typeface="Arial" panose="020B0604020202020204" pitchFamily="34" charset="0"/>
              <a:buChar char="•"/>
            </a:pPr>
            <a:r>
              <a:rPr lang="en-US" b="1" dirty="0"/>
              <a:t>True Negative</a:t>
            </a:r>
            <a:br>
              <a:rPr lang="en-US" dirty="0"/>
            </a:br>
            <a:r>
              <a:rPr lang="en-US" dirty="0"/>
              <a:t>Healthy machine correctly identified</a:t>
            </a:r>
          </a:p>
        </p:txBody>
      </p:sp>
    </p:spTree>
    <p:extLst>
      <p:ext uri="{BB962C8B-B14F-4D97-AF65-F5344CB8AC3E}">
        <p14:creationId xmlns:p14="http://schemas.microsoft.com/office/powerpoint/2010/main" val="356443358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Evaluating Regression and Classification Models</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19"/>
          </a:xfrm>
          <a:prstGeom prst="rect">
            <a:avLst/>
          </a:prstGeom>
          <a:noFill/>
        </p:spPr>
        <p:txBody>
          <a:bodyPr wrap="square" rtlCol="0">
            <a:spAutoFit/>
          </a:bodyPr>
          <a:lstStyle/>
          <a:p>
            <a:pPr lvl="0">
              <a:defRPr/>
            </a:pPr>
            <a:r>
              <a:rPr lang="en-US" b="1" dirty="0">
                <a:solidFill>
                  <a:prstClr val="black"/>
                </a:solidFill>
              </a:rPr>
              <a:t>Evaluating Models Beyond a Single Score</a:t>
            </a:r>
          </a:p>
          <a:p>
            <a:pPr lvl="0">
              <a:defRPr/>
            </a:pP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 single evaluation score can hide important differences in model behaviour. A fault-detection model might achieve high overall accuracy simply because most observations represent normal operation, while still failing to identify many actual faults.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Similarly, a regression model may have acceptable average error but produce large mistakes during high-load operating conditions. Engineers should therefore review multiple metrics and investigate performance across relevant operating scenarios.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Evaluation can be segmented by machine, production line, shift, load range, product type, or fault category where appropriate. This provides a more realistic understanding of model reliability. Industrial model evaluation should answer not only </a:t>
            </a:r>
            <a:r>
              <a:rPr lang="en-US" b="1" i="1" dirty="0">
                <a:solidFill>
                  <a:prstClr val="black"/>
                </a:solidFill>
              </a:rPr>
              <a:t>“How accurate is the model?” </a:t>
            </a:r>
            <a:r>
              <a:rPr lang="en-US" dirty="0">
                <a:solidFill>
                  <a:prstClr val="black"/>
                </a:solidFill>
              </a:rPr>
              <a:t>but also </a:t>
            </a:r>
            <a:r>
              <a:rPr lang="en-US" b="1" i="1" dirty="0">
                <a:solidFill>
                  <a:prstClr val="black"/>
                </a:solidFill>
              </a:rPr>
              <a:t>“Where does it work well, and where does it fail?”</a:t>
            </a:r>
            <a:endParaRPr kumimoji="0" lang="en-GB"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140123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Error Analysis and Model Improvement</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Error Analysis and Continuous Model Improvement</a:t>
            </a:r>
          </a:p>
          <a:p>
            <a:pPr lvl="0">
              <a:defRPr/>
            </a:pPr>
            <a:endParaRPr kumimoji="0" lang="en-US" b="1"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Error analysis investigates individual prediction failures to understand why a model performs poorly under particular conditions.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can compare incorrect predictions with sensor measurements, operating conditions, machine states, and engineered features to identify recurring patterns.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Errors concentrated on a particular machine or operating range may indicate insufficient training examples, changing equipment behaviour, weak features, or data-quality problems.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Improvement may involve refining features, collecting additional representative data, adjusting model parameters, comparing alternative algorithms, or revisiting data preparation.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Model improvement should be iterative rather than based on random changes: evaluate → identify error patterns → investigate causes → improve → evaluate again. </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99780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5078313"/>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Hands-On Title: Evaluating Regression and Fault-Detection Models Using Manufacturing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Objective: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Evaluate the regression and classification models created in Module 7 using appropriate engineering metrics, identify prediction errors,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analyse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where the models perform poorly, and perform a small model-improvement exercise.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Input Files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outputs created in Module 7:</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Module_7/output/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regression_model.pkl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classification_model.pkl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Regression_Test_Predictions.csv</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Classification_Test_Predictions.csv</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mainly use the two prediction CSV files.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85027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452431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1 — Create the Module 8 Project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your existing project, create: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Module_8</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it, create: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Module_8</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module8_model_evaluation.py</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output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Your project will look like: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0170F71-BB19-45B6-B21C-CC09ADD5BDDD}"/>
              </a:ext>
            </a:extLst>
          </p:cNvPr>
          <p:cNvPicPr>
            <a:picLocks noChangeAspect="1"/>
          </p:cNvPicPr>
          <p:nvPr/>
        </p:nvPicPr>
        <p:blipFill>
          <a:blip r:embed="rId3"/>
          <a:stretch>
            <a:fillRect/>
          </a:stretch>
        </p:blipFill>
        <p:spPr>
          <a:xfrm>
            <a:off x="6110002" y="2454162"/>
            <a:ext cx="2991267" cy="1619476"/>
          </a:xfrm>
          <a:prstGeom prst="rect">
            <a:avLst/>
          </a:prstGeom>
        </p:spPr>
      </p:pic>
    </p:spTree>
    <p:extLst>
      <p:ext uri="{BB962C8B-B14F-4D97-AF65-F5344CB8AC3E}">
        <p14:creationId xmlns:p14="http://schemas.microsoft.com/office/powerpoint/2010/main" val="399808274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203132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module8_model_evaluation.py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75ADDCFB-C370-44EA-B67C-467CDD51014D}"/>
              </a:ext>
            </a:extLst>
          </p:cNvPr>
          <p:cNvPicPr>
            <a:picLocks noChangeAspect="1"/>
          </p:cNvPicPr>
          <p:nvPr/>
        </p:nvPicPr>
        <p:blipFill>
          <a:blip r:embed="rId3"/>
          <a:stretch>
            <a:fillRect/>
          </a:stretch>
        </p:blipFill>
        <p:spPr>
          <a:xfrm>
            <a:off x="4849417" y="1591617"/>
            <a:ext cx="5668166" cy="4267796"/>
          </a:xfrm>
          <a:prstGeom prst="rect">
            <a:avLst/>
          </a:prstGeom>
          <a:ln>
            <a:solidFill>
              <a:schemeClr val="accent1"/>
            </a:solidFill>
          </a:ln>
        </p:spPr>
      </p:pic>
    </p:spTree>
    <p:extLst>
      <p:ext uri="{BB962C8B-B14F-4D97-AF65-F5344CB8AC3E}">
        <p14:creationId xmlns:p14="http://schemas.microsoft.com/office/powerpoint/2010/main" val="221568747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2585323"/>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2 — Evaluate the Regression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Measure how accurately the regression model predicts manufacturing quality.</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Load the regression predictions: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8F2D9AC8-7ED0-4B55-8D46-49A0333CB9F8}"/>
              </a:ext>
            </a:extLst>
          </p:cNvPr>
          <p:cNvPicPr>
            <a:picLocks noChangeAspect="1"/>
          </p:cNvPicPr>
          <p:nvPr/>
        </p:nvPicPr>
        <p:blipFill>
          <a:blip r:embed="rId3"/>
          <a:stretch>
            <a:fillRect/>
          </a:stretch>
        </p:blipFill>
        <p:spPr>
          <a:xfrm>
            <a:off x="3866839" y="3787956"/>
            <a:ext cx="4458322" cy="2419688"/>
          </a:xfrm>
          <a:prstGeom prst="rect">
            <a:avLst/>
          </a:prstGeom>
          <a:ln>
            <a:solidFill>
              <a:schemeClr val="accent1"/>
            </a:solidFill>
          </a:ln>
        </p:spPr>
      </p:pic>
    </p:spTree>
    <p:extLst>
      <p:ext uri="{BB962C8B-B14F-4D97-AF65-F5344CB8AC3E}">
        <p14:creationId xmlns:p14="http://schemas.microsoft.com/office/powerpoint/2010/main" val="155074396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calculate the main regression metrics: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ACF04D1-55A2-4ABC-AC7B-EF481514A5BA}"/>
              </a:ext>
            </a:extLst>
          </p:cNvPr>
          <p:cNvPicPr>
            <a:picLocks noChangeAspect="1"/>
          </p:cNvPicPr>
          <p:nvPr/>
        </p:nvPicPr>
        <p:blipFill>
          <a:blip r:embed="rId3"/>
          <a:stretch>
            <a:fillRect/>
          </a:stretch>
        </p:blipFill>
        <p:spPr>
          <a:xfrm>
            <a:off x="855333" y="2060557"/>
            <a:ext cx="4377067" cy="4244429"/>
          </a:xfrm>
          <a:prstGeom prst="rect">
            <a:avLst/>
          </a:prstGeom>
          <a:ln>
            <a:solidFill>
              <a:schemeClr val="accent1"/>
            </a:solidFill>
          </a:ln>
        </p:spPr>
      </p:pic>
      <p:sp>
        <p:nvSpPr>
          <p:cNvPr id="7" name="Rectangle 6">
            <a:extLst>
              <a:ext uri="{FF2B5EF4-FFF2-40B4-BE49-F238E27FC236}">
                <a16:creationId xmlns:a16="http://schemas.microsoft.com/office/drawing/2014/main" id="{EC0AF6B4-34BF-4576-BE69-F9B70F9A2D36}"/>
              </a:ext>
            </a:extLst>
          </p:cNvPr>
          <p:cNvSpPr/>
          <p:nvPr/>
        </p:nvSpPr>
        <p:spPr>
          <a:xfrm>
            <a:off x="5894631" y="1591617"/>
            <a:ext cx="146918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Display them:</a:t>
            </a:r>
          </a:p>
        </p:txBody>
      </p:sp>
      <p:pic>
        <p:nvPicPr>
          <p:cNvPr id="8" name="Picture 7">
            <a:extLst>
              <a:ext uri="{FF2B5EF4-FFF2-40B4-BE49-F238E27FC236}">
                <a16:creationId xmlns:a16="http://schemas.microsoft.com/office/drawing/2014/main" id="{50945129-E210-44C4-9750-71C3E8D32CFE}"/>
              </a:ext>
            </a:extLst>
          </p:cNvPr>
          <p:cNvPicPr>
            <a:picLocks noChangeAspect="1"/>
          </p:cNvPicPr>
          <p:nvPr/>
        </p:nvPicPr>
        <p:blipFill>
          <a:blip r:embed="rId4"/>
          <a:stretch>
            <a:fillRect/>
          </a:stretch>
        </p:blipFill>
        <p:spPr>
          <a:xfrm>
            <a:off x="6710036" y="2255879"/>
            <a:ext cx="3886742" cy="3505689"/>
          </a:xfrm>
          <a:prstGeom prst="rect">
            <a:avLst/>
          </a:prstGeom>
          <a:ln>
            <a:solidFill>
              <a:schemeClr val="accent1"/>
            </a:solidFill>
          </a:ln>
        </p:spPr>
      </p:pic>
    </p:spTree>
    <p:extLst>
      <p:ext uri="{BB962C8B-B14F-4D97-AF65-F5344CB8AC3E}">
        <p14:creationId xmlns:p14="http://schemas.microsoft.com/office/powerpoint/2010/main" val="213313565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How participants interpret these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MAE</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Average size of the prediction error.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RMSE</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Similar to MAE, but gives more weight to large errors.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R²</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Shows how much variation in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Quality_Score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explained by the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an engineering application, MAE and RMSE are useful because they express error in the same general scale as the predicted variable.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80974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2585323"/>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3 — Perform Regression Error Analysis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 not stop at one metric. Identify where the model produces its largest prediction errors.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an error column: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050177B-C51C-494E-A01D-F854A84DBCA3}"/>
              </a:ext>
            </a:extLst>
          </p:cNvPr>
          <p:cNvPicPr>
            <a:picLocks noChangeAspect="1"/>
          </p:cNvPicPr>
          <p:nvPr/>
        </p:nvPicPr>
        <p:blipFill>
          <a:blip r:embed="rId3"/>
          <a:stretch>
            <a:fillRect/>
          </a:stretch>
        </p:blipFill>
        <p:spPr>
          <a:xfrm>
            <a:off x="1634860" y="3736888"/>
            <a:ext cx="3791479" cy="1238423"/>
          </a:xfrm>
          <a:prstGeom prst="rect">
            <a:avLst/>
          </a:prstGeom>
          <a:ln>
            <a:solidFill>
              <a:schemeClr val="accent1"/>
            </a:solidFill>
          </a:ln>
        </p:spPr>
      </p:pic>
      <p:sp>
        <p:nvSpPr>
          <p:cNvPr id="6" name="Rectangle 5">
            <a:extLst>
              <a:ext uri="{FF2B5EF4-FFF2-40B4-BE49-F238E27FC236}">
                <a16:creationId xmlns:a16="http://schemas.microsoft.com/office/drawing/2014/main" id="{BE873CBE-BACD-4F4E-8DA6-77CDA51E4A73}"/>
              </a:ext>
            </a:extLst>
          </p:cNvPr>
          <p:cNvSpPr/>
          <p:nvPr/>
        </p:nvSpPr>
        <p:spPr>
          <a:xfrm>
            <a:off x="6310641" y="3244334"/>
            <a:ext cx="284731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Create signed residual error:</a:t>
            </a:r>
          </a:p>
        </p:txBody>
      </p:sp>
      <p:pic>
        <p:nvPicPr>
          <p:cNvPr id="8" name="Picture 7">
            <a:extLst>
              <a:ext uri="{FF2B5EF4-FFF2-40B4-BE49-F238E27FC236}">
                <a16:creationId xmlns:a16="http://schemas.microsoft.com/office/drawing/2014/main" id="{DB51A487-C902-4780-AC75-4AAC14E95054}"/>
              </a:ext>
            </a:extLst>
          </p:cNvPr>
          <p:cNvPicPr>
            <a:picLocks noChangeAspect="1"/>
          </p:cNvPicPr>
          <p:nvPr/>
        </p:nvPicPr>
        <p:blipFill>
          <a:blip r:embed="rId4"/>
          <a:stretch>
            <a:fillRect/>
          </a:stretch>
        </p:blipFill>
        <p:spPr>
          <a:xfrm>
            <a:off x="6724519" y="3855966"/>
            <a:ext cx="3762900" cy="1000265"/>
          </a:xfrm>
          <a:prstGeom prst="rect">
            <a:avLst/>
          </a:prstGeom>
          <a:ln>
            <a:solidFill>
              <a:schemeClr val="accent1"/>
            </a:solidFill>
          </a:ln>
        </p:spPr>
      </p:pic>
    </p:spTree>
    <p:extLst>
      <p:ext uri="{BB962C8B-B14F-4D97-AF65-F5344CB8AC3E}">
        <p14:creationId xmlns:p14="http://schemas.microsoft.com/office/powerpoint/2010/main" val="283510226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Display the largest errors: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D0E0A36-EB54-48B8-89E6-C6FA4C12A94F}"/>
              </a:ext>
            </a:extLst>
          </p:cNvPr>
          <p:cNvPicPr>
            <a:picLocks noChangeAspect="1"/>
          </p:cNvPicPr>
          <p:nvPr/>
        </p:nvPicPr>
        <p:blipFill>
          <a:blip r:embed="rId3"/>
          <a:stretch>
            <a:fillRect/>
          </a:stretch>
        </p:blipFill>
        <p:spPr>
          <a:xfrm>
            <a:off x="964504" y="2230479"/>
            <a:ext cx="4991797" cy="3924848"/>
          </a:xfrm>
          <a:prstGeom prst="rect">
            <a:avLst/>
          </a:prstGeom>
          <a:ln>
            <a:solidFill>
              <a:schemeClr val="accent1"/>
            </a:solidFill>
          </a:ln>
        </p:spPr>
      </p:pic>
      <p:sp>
        <p:nvSpPr>
          <p:cNvPr id="7" name="Rectangle 6">
            <a:extLst>
              <a:ext uri="{FF2B5EF4-FFF2-40B4-BE49-F238E27FC236}">
                <a16:creationId xmlns:a16="http://schemas.microsoft.com/office/drawing/2014/main" id="{DC77923A-31B3-4C16-973E-417894140FDC}"/>
              </a:ext>
            </a:extLst>
          </p:cNvPr>
          <p:cNvSpPr/>
          <p:nvPr/>
        </p:nvSpPr>
        <p:spPr>
          <a:xfrm>
            <a:off x="6235700" y="2255879"/>
            <a:ext cx="5549900" cy="28623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Engineering 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lets participants answer: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Which manufacturing records were predicted poorly?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Is the model usually overpredicting or underpredicting quality?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Are there a few unusually large prediction errors?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much more useful than simply saying: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R² = 0.82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engineering teams need to understand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where the model fails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73762512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2585323"/>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4 — Evaluate the Classification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Evaluate how effectively the classification model detects abnormal machine operation.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Load: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8DEC436-8E71-4DA4-9A31-901680E2AC6D}"/>
              </a:ext>
            </a:extLst>
          </p:cNvPr>
          <p:cNvPicPr>
            <a:picLocks noChangeAspect="1"/>
          </p:cNvPicPr>
          <p:nvPr/>
        </p:nvPicPr>
        <p:blipFill>
          <a:blip r:embed="rId3"/>
          <a:stretch>
            <a:fillRect/>
          </a:stretch>
        </p:blipFill>
        <p:spPr>
          <a:xfrm>
            <a:off x="3681075" y="3429000"/>
            <a:ext cx="4829849" cy="2619741"/>
          </a:xfrm>
          <a:prstGeom prst="rect">
            <a:avLst/>
          </a:prstGeom>
          <a:ln>
            <a:solidFill>
              <a:schemeClr val="accent1"/>
            </a:solidFill>
          </a:ln>
        </p:spPr>
      </p:pic>
    </p:spTree>
    <p:extLst>
      <p:ext uri="{BB962C8B-B14F-4D97-AF65-F5344CB8AC3E}">
        <p14:creationId xmlns:p14="http://schemas.microsoft.com/office/powerpoint/2010/main" val="167645322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1477328"/>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Assign targets: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calculate: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94DF8E1-F1A0-4689-86F7-CB22A0AE010A}"/>
              </a:ext>
            </a:extLst>
          </p:cNvPr>
          <p:cNvPicPr>
            <a:picLocks noChangeAspect="1"/>
          </p:cNvPicPr>
          <p:nvPr/>
        </p:nvPicPr>
        <p:blipFill>
          <a:blip r:embed="rId3"/>
          <a:stretch>
            <a:fillRect/>
          </a:stretch>
        </p:blipFill>
        <p:spPr>
          <a:xfrm>
            <a:off x="3573940" y="1687298"/>
            <a:ext cx="6754168" cy="3077004"/>
          </a:xfrm>
          <a:prstGeom prst="rect">
            <a:avLst/>
          </a:prstGeom>
        </p:spPr>
      </p:pic>
      <p:cxnSp>
        <p:nvCxnSpPr>
          <p:cNvPr id="7" name="Straight Arrow Connector 6">
            <a:extLst>
              <a:ext uri="{FF2B5EF4-FFF2-40B4-BE49-F238E27FC236}">
                <a16:creationId xmlns:a16="http://schemas.microsoft.com/office/drawing/2014/main" id="{58443631-B1BD-47E4-90A1-8C0029EF156C}"/>
              </a:ext>
            </a:extLst>
          </p:cNvPr>
          <p:cNvCxnSpPr/>
          <p:nvPr/>
        </p:nvCxnSpPr>
        <p:spPr>
          <a:xfrm>
            <a:off x="2260600" y="1701800"/>
            <a:ext cx="1739900" cy="20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3228F01-1275-4003-95D1-570CC62D6C21}"/>
              </a:ext>
            </a:extLst>
          </p:cNvPr>
          <p:cNvCxnSpPr/>
          <p:nvPr/>
        </p:nvCxnSpPr>
        <p:spPr>
          <a:xfrm>
            <a:off x="2298700" y="2330281"/>
            <a:ext cx="1676400" cy="641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83010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Display:</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B304EB9-69FE-43DD-A455-3CE2D1B84017}"/>
              </a:ext>
            </a:extLst>
          </p:cNvPr>
          <p:cNvPicPr>
            <a:picLocks noChangeAspect="1"/>
          </p:cNvPicPr>
          <p:nvPr/>
        </p:nvPicPr>
        <p:blipFill rotWithShape="1">
          <a:blip r:embed="rId3"/>
          <a:srcRect r="17713"/>
          <a:stretch/>
        </p:blipFill>
        <p:spPr>
          <a:xfrm>
            <a:off x="646940" y="1960949"/>
            <a:ext cx="4483860" cy="4077269"/>
          </a:xfrm>
          <a:prstGeom prst="rect">
            <a:avLst/>
          </a:prstGeom>
        </p:spPr>
      </p:pic>
      <p:sp>
        <p:nvSpPr>
          <p:cNvPr id="6" name="Rectangle 5">
            <a:extLst>
              <a:ext uri="{FF2B5EF4-FFF2-40B4-BE49-F238E27FC236}">
                <a16:creationId xmlns:a16="http://schemas.microsoft.com/office/drawing/2014/main" id="{A1CFC32E-05C0-496C-92AF-2B93C308CE96}"/>
              </a:ext>
            </a:extLst>
          </p:cNvPr>
          <p:cNvSpPr/>
          <p:nvPr/>
        </p:nvSpPr>
        <p:spPr>
          <a:xfrm>
            <a:off x="5343336" y="2429923"/>
            <a:ext cx="6353364" cy="3139321"/>
          </a:xfrm>
          <a:prstGeom prst="rect">
            <a:avLst/>
          </a:prstGeom>
          <a:solidFill>
            <a:schemeClr val="accent3"/>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7E6E6"/>
                </a:solidFill>
                <a:effectLst/>
                <a:uLnTx/>
                <a:uFillTx/>
                <a:latin typeface="Calibri" panose="020F0502020204030204"/>
                <a:ea typeface="+mn-ea"/>
                <a:cs typeface="+mn-cs"/>
              </a:rPr>
              <a:t>Most Important Point for Industrial Fault Detection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Do not judge this model using accuracy alone.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For predictive maintenance, </a:t>
            </a:r>
            <a:r>
              <a:rPr kumimoji="0" lang="en-US" sz="1800" b="1" i="0" u="none" strike="noStrike" kern="1200" cap="none" spc="0" normalizeH="0" baseline="0" noProof="0" dirty="0">
                <a:ln>
                  <a:noFill/>
                </a:ln>
                <a:solidFill>
                  <a:srgbClr val="E7E6E6"/>
                </a:solidFill>
                <a:effectLst/>
                <a:uLnTx/>
                <a:uFillTx/>
                <a:latin typeface="Calibri" panose="020F0502020204030204"/>
                <a:ea typeface="+mn-ea"/>
                <a:cs typeface="+mn-cs"/>
              </a:rPr>
              <a:t>Recall</a:t>
            </a: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 can be especially important.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A false negative means: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Actual Fault = 1</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Predicted = 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In real engineering operations, this means: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The machine had an abnormal condition, but the model failed to detect 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That can be more costly than producing an occasional false alarm.</a:t>
            </a:r>
          </a:p>
        </p:txBody>
      </p:sp>
    </p:spTree>
    <p:extLst>
      <p:ext uri="{BB962C8B-B14F-4D97-AF65-F5344CB8AC3E}">
        <p14:creationId xmlns:p14="http://schemas.microsoft.com/office/powerpoint/2010/main" val="407755960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1200329"/>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5 — Generate the Confusion Matrix and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Analyse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Errors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the confusion matrix:</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1C4ACF1-DA4A-49D1-B684-CFDEADAA3C9F}"/>
              </a:ext>
            </a:extLst>
          </p:cNvPr>
          <p:cNvPicPr>
            <a:picLocks noChangeAspect="1"/>
          </p:cNvPicPr>
          <p:nvPr/>
        </p:nvPicPr>
        <p:blipFill>
          <a:blip r:embed="rId3"/>
          <a:stretch>
            <a:fillRect/>
          </a:stretch>
        </p:blipFill>
        <p:spPr>
          <a:xfrm>
            <a:off x="1426892" y="2791946"/>
            <a:ext cx="3877216" cy="2086266"/>
          </a:xfrm>
          <a:prstGeom prst="rect">
            <a:avLst/>
          </a:prstGeom>
        </p:spPr>
      </p:pic>
      <p:sp>
        <p:nvSpPr>
          <p:cNvPr id="7" name="Rectangle 6">
            <a:extLst>
              <a:ext uri="{FF2B5EF4-FFF2-40B4-BE49-F238E27FC236}">
                <a16:creationId xmlns:a16="http://schemas.microsoft.com/office/drawing/2014/main" id="{5867F9AC-244A-4686-BC7D-ED33409310DE}"/>
              </a:ext>
            </a:extLst>
          </p:cNvPr>
          <p:cNvSpPr/>
          <p:nvPr/>
        </p:nvSpPr>
        <p:spPr>
          <a:xfrm>
            <a:off x="6441146" y="2569888"/>
            <a:ext cx="3579154" cy="2308324"/>
          </a:xfrm>
          <a:prstGeom prst="rect">
            <a:avLst/>
          </a:prstGeom>
          <a:solidFill>
            <a:schemeClr val="accent3"/>
          </a:solidFill>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The output follows: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[[TN FP]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[FN TP]]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Where: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TN = Correct Normal Predictions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FP = False Alarms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FN = Missed Faults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E7E6E6"/>
                </a:solidFill>
                <a:effectLst/>
                <a:uLnTx/>
                <a:uFillTx/>
                <a:latin typeface="Calibri" panose="020F0502020204030204"/>
                <a:ea typeface="+mn-ea"/>
                <a:cs typeface="+mn-cs"/>
              </a:rPr>
              <a:t>TP = Correctly Detected Faults</a:t>
            </a:r>
          </a:p>
        </p:txBody>
      </p:sp>
    </p:spTree>
    <p:extLst>
      <p:ext uri="{BB962C8B-B14F-4D97-AF65-F5344CB8AC3E}">
        <p14:creationId xmlns:p14="http://schemas.microsoft.com/office/powerpoint/2010/main" val="392608613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351196" cy="92333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Extract the values: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Also display the complete report:</a:t>
            </a:r>
          </a:p>
        </p:txBody>
      </p:sp>
      <p:pic>
        <p:nvPicPr>
          <p:cNvPr id="6" name="Picture 5">
            <a:extLst>
              <a:ext uri="{FF2B5EF4-FFF2-40B4-BE49-F238E27FC236}">
                <a16:creationId xmlns:a16="http://schemas.microsoft.com/office/drawing/2014/main" id="{55418F1C-4C57-4195-ACE8-F8EDDDA08660}"/>
              </a:ext>
            </a:extLst>
          </p:cNvPr>
          <p:cNvPicPr>
            <a:picLocks noChangeAspect="1"/>
          </p:cNvPicPr>
          <p:nvPr/>
        </p:nvPicPr>
        <p:blipFill>
          <a:blip r:embed="rId3"/>
          <a:stretch>
            <a:fillRect/>
          </a:stretch>
        </p:blipFill>
        <p:spPr>
          <a:xfrm>
            <a:off x="4300202" y="1591617"/>
            <a:ext cx="4810796" cy="4239217"/>
          </a:xfrm>
          <a:prstGeom prst="rect">
            <a:avLst/>
          </a:prstGeom>
        </p:spPr>
      </p:pic>
    </p:spTree>
    <p:extLst>
      <p:ext uri="{BB962C8B-B14F-4D97-AF65-F5344CB8AC3E}">
        <p14:creationId xmlns:p14="http://schemas.microsoft.com/office/powerpoint/2010/main" val="411512442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902896"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6 — Perform Simple Model Improvement Analysis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Demonstrate model improvement without turning Module 8 into another full model-building module.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can compare model predictions against simple acceptance criteria.</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 regression: REGRESSION_MAE_LIMIT = 2.0</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 classification: FAULT_RECALL_TARGET = 0.80</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B90B5DAE-C807-4FA9-8C1B-7949A38378E8}"/>
              </a:ext>
            </a:extLst>
          </p:cNvPr>
          <p:cNvPicPr>
            <a:picLocks noChangeAspect="1"/>
          </p:cNvPicPr>
          <p:nvPr/>
        </p:nvPicPr>
        <p:blipFill>
          <a:blip r:embed="rId3"/>
          <a:stretch>
            <a:fillRect/>
          </a:stretch>
        </p:blipFill>
        <p:spPr>
          <a:xfrm>
            <a:off x="6469908" y="1061825"/>
            <a:ext cx="5315692" cy="5029902"/>
          </a:xfrm>
          <a:prstGeom prst="rect">
            <a:avLst/>
          </a:prstGeom>
        </p:spPr>
      </p:pic>
      <p:cxnSp>
        <p:nvCxnSpPr>
          <p:cNvPr id="7" name="Straight Arrow Connector 6">
            <a:extLst>
              <a:ext uri="{FF2B5EF4-FFF2-40B4-BE49-F238E27FC236}">
                <a16:creationId xmlns:a16="http://schemas.microsoft.com/office/drawing/2014/main" id="{956F9A80-C8D8-4AD8-8872-770428513686}"/>
              </a:ext>
            </a:extLst>
          </p:cNvPr>
          <p:cNvCxnSpPr/>
          <p:nvPr/>
        </p:nvCxnSpPr>
        <p:spPr>
          <a:xfrm>
            <a:off x="1905000" y="5867400"/>
            <a:ext cx="45649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3809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9028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Now print possible improvement actions: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74BA681-2025-4F7F-9C2F-C1196AF69E2B}"/>
              </a:ext>
            </a:extLst>
          </p:cNvPr>
          <p:cNvPicPr>
            <a:picLocks noChangeAspect="1"/>
          </p:cNvPicPr>
          <p:nvPr/>
        </p:nvPicPr>
        <p:blipFill>
          <a:blip r:embed="rId3"/>
          <a:stretch>
            <a:fillRect/>
          </a:stretch>
        </p:blipFill>
        <p:spPr>
          <a:xfrm>
            <a:off x="510430" y="2063448"/>
            <a:ext cx="5344271" cy="4305901"/>
          </a:xfrm>
          <a:prstGeom prst="rect">
            <a:avLst/>
          </a:prstGeom>
        </p:spPr>
      </p:pic>
      <p:sp>
        <p:nvSpPr>
          <p:cNvPr id="6" name="Rectangle 5">
            <a:extLst>
              <a:ext uri="{FF2B5EF4-FFF2-40B4-BE49-F238E27FC236}">
                <a16:creationId xmlns:a16="http://schemas.microsoft.com/office/drawing/2014/main" id="{23D45805-CD03-4192-B4C1-43DDF026D40F}"/>
              </a:ext>
            </a:extLst>
          </p:cNvPr>
          <p:cNvSpPr/>
          <p:nvPr/>
        </p:nvSpPr>
        <p:spPr>
          <a:xfrm>
            <a:off x="6337300" y="3293069"/>
            <a:ext cx="5118100" cy="923330"/>
          </a:xfrm>
          <a:prstGeom prst="rect">
            <a:avLst/>
          </a:prstGeom>
          <a:solidFill>
            <a:schemeClr val="accent3"/>
          </a:solidFill>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This directly covers: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7E6E6"/>
                </a:solidFill>
                <a:effectLst/>
                <a:uLnTx/>
                <a:uFillTx/>
                <a:latin typeface="Calibri" panose="020F0502020204030204"/>
                <a:ea typeface="+mn-ea"/>
                <a:cs typeface="+mn-cs"/>
              </a:rPr>
              <a:t>Error Analysis and Model Improvement</a:t>
            </a:r>
            <a:endPar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without unnecessarily retraining multiple models.</a:t>
            </a:r>
          </a:p>
        </p:txBody>
      </p:sp>
    </p:spTree>
    <p:extLst>
      <p:ext uri="{BB962C8B-B14F-4D97-AF65-F5344CB8AC3E}">
        <p14:creationId xmlns:p14="http://schemas.microsoft.com/office/powerpoint/2010/main" val="63422913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9028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Now print possible improvement actions: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74BA681-2025-4F7F-9C2F-C1196AF69E2B}"/>
              </a:ext>
            </a:extLst>
          </p:cNvPr>
          <p:cNvPicPr>
            <a:picLocks noChangeAspect="1"/>
          </p:cNvPicPr>
          <p:nvPr/>
        </p:nvPicPr>
        <p:blipFill>
          <a:blip r:embed="rId3"/>
          <a:stretch>
            <a:fillRect/>
          </a:stretch>
        </p:blipFill>
        <p:spPr>
          <a:xfrm>
            <a:off x="6096000" y="1481178"/>
            <a:ext cx="5344271" cy="4305901"/>
          </a:xfrm>
          <a:prstGeom prst="rect">
            <a:avLst/>
          </a:prstGeom>
        </p:spPr>
      </p:pic>
      <p:sp>
        <p:nvSpPr>
          <p:cNvPr id="6" name="Rectangle 5">
            <a:extLst>
              <a:ext uri="{FF2B5EF4-FFF2-40B4-BE49-F238E27FC236}">
                <a16:creationId xmlns:a16="http://schemas.microsoft.com/office/drawing/2014/main" id="{23D45805-CD03-4192-B4C1-43DDF026D40F}"/>
              </a:ext>
            </a:extLst>
          </p:cNvPr>
          <p:cNvSpPr/>
          <p:nvPr/>
        </p:nvSpPr>
        <p:spPr>
          <a:xfrm>
            <a:off x="745554" y="3172464"/>
            <a:ext cx="4940126" cy="923330"/>
          </a:xfrm>
          <a:prstGeom prst="rect">
            <a:avLst/>
          </a:prstGeom>
          <a:solidFill>
            <a:schemeClr val="accent3"/>
          </a:solidFill>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This directly covers: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7E6E6"/>
                </a:solidFill>
                <a:effectLst/>
                <a:uLnTx/>
                <a:uFillTx/>
                <a:latin typeface="Calibri" panose="020F0502020204030204"/>
                <a:ea typeface="+mn-ea"/>
                <a:cs typeface="+mn-cs"/>
              </a:rPr>
              <a:t>Error Analysis and Model Improvement</a:t>
            </a:r>
            <a:endPar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6E6"/>
                </a:solidFill>
                <a:effectLst/>
                <a:uLnTx/>
                <a:uFillTx/>
                <a:latin typeface="Calibri" panose="020F0502020204030204"/>
                <a:ea typeface="+mn-ea"/>
                <a:cs typeface="+mn-cs"/>
              </a:rPr>
              <a:t>without unnecessarily retraining multiple models.</a:t>
            </a:r>
          </a:p>
        </p:txBody>
      </p:sp>
    </p:spTree>
    <p:extLst>
      <p:ext uri="{BB962C8B-B14F-4D97-AF65-F5344CB8AC3E}">
        <p14:creationId xmlns:p14="http://schemas.microsoft.com/office/powerpoint/2010/main" val="276951843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902896" cy="92333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7 — Export the Evaluation Results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small summary table:</a:t>
            </a:r>
          </a:p>
        </p:txBody>
      </p:sp>
      <p:pic>
        <p:nvPicPr>
          <p:cNvPr id="3" name="Picture 2">
            <a:extLst>
              <a:ext uri="{FF2B5EF4-FFF2-40B4-BE49-F238E27FC236}">
                <a16:creationId xmlns:a16="http://schemas.microsoft.com/office/drawing/2014/main" id="{24DFE8E9-FCAA-4B09-BCCE-48D18FF91919}"/>
              </a:ext>
            </a:extLst>
          </p:cNvPr>
          <p:cNvPicPr>
            <a:picLocks noChangeAspect="1"/>
          </p:cNvPicPr>
          <p:nvPr/>
        </p:nvPicPr>
        <p:blipFill>
          <a:blip r:embed="rId3"/>
          <a:stretch>
            <a:fillRect/>
          </a:stretch>
        </p:blipFill>
        <p:spPr>
          <a:xfrm>
            <a:off x="1176065" y="2598314"/>
            <a:ext cx="3053035" cy="3769639"/>
          </a:xfrm>
          <a:prstGeom prst="rect">
            <a:avLst/>
          </a:prstGeom>
        </p:spPr>
      </p:pic>
      <p:sp>
        <p:nvSpPr>
          <p:cNvPr id="7" name="Rectangle 6">
            <a:extLst>
              <a:ext uri="{FF2B5EF4-FFF2-40B4-BE49-F238E27FC236}">
                <a16:creationId xmlns:a16="http://schemas.microsoft.com/office/drawing/2014/main" id="{62D4C2AD-3210-4BBB-9729-E1BE0A9C49AA}"/>
              </a:ext>
            </a:extLst>
          </p:cNvPr>
          <p:cNvSpPr/>
          <p:nvPr/>
        </p:nvSpPr>
        <p:spPr>
          <a:xfrm>
            <a:off x="5661596" y="1674984"/>
            <a:ext cx="6096000" cy="923330"/>
          </a:xfrm>
          <a:prstGeom prst="rect">
            <a:avLst/>
          </a:prstGeom>
        </p:spPr>
        <p:txBody>
          <a:bodyPr>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Export: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Also export the regression error analysis: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Print completion:</a:t>
            </a:r>
          </a:p>
        </p:txBody>
      </p:sp>
      <p:pic>
        <p:nvPicPr>
          <p:cNvPr id="8" name="Picture 7">
            <a:extLst>
              <a:ext uri="{FF2B5EF4-FFF2-40B4-BE49-F238E27FC236}">
                <a16:creationId xmlns:a16="http://schemas.microsoft.com/office/drawing/2014/main" id="{3121C6ED-F6FA-4BA6-A6F9-31ED4FA80D54}"/>
              </a:ext>
            </a:extLst>
          </p:cNvPr>
          <p:cNvPicPr>
            <a:picLocks noChangeAspect="1"/>
          </p:cNvPicPr>
          <p:nvPr/>
        </p:nvPicPr>
        <p:blipFill>
          <a:blip r:embed="rId4"/>
          <a:stretch>
            <a:fillRect/>
          </a:stretch>
        </p:blipFill>
        <p:spPr>
          <a:xfrm>
            <a:off x="5661596" y="2976612"/>
            <a:ext cx="3987800" cy="3137173"/>
          </a:xfrm>
          <a:prstGeom prst="rect">
            <a:avLst/>
          </a:prstGeom>
        </p:spPr>
      </p:pic>
    </p:spTree>
    <p:extLst>
      <p:ext uri="{BB962C8B-B14F-4D97-AF65-F5344CB8AC3E}">
        <p14:creationId xmlns:p14="http://schemas.microsoft.com/office/powerpoint/2010/main" val="337332830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3400996"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 the Hands-On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your project root: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python Module_8/module8_model_evaluation.py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9766C68A-5761-43EB-9FC0-E8678049F22C}"/>
              </a:ext>
            </a:extLst>
          </p:cNvPr>
          <p:cNvPicPr>
            <a:picLocks noChangeAspect="1"/>
          </p:cNvPicPr>
          <p:nvPr/>
        </p:nvPicPr>
        <p:blipFill>
          <a:blip r:embed="rId3"/>
          <a:stretch>
            <a:fillRect/>
          </a:stretch>
        </p:blipFill>
        <p:spPr>
          <a:xfrm>
            <a:off x="4068167" y="1845405"/>
            <a:ext cx="7510065" cy="3868313"/>
          </a:xfrm>
          <a:prstGeom prst="rect">
            <a:avLst/>
          </a:prstGeom>
        </p:spPr>
      </p:pic>
    </p:spTree>
    <p:extLst>
      <p:ext uri="{BB962C8B-B14F-4D97-AF65-F5344CB8AC3E}">
        <p14:creationId xmlns:p14="http://schemas.microsoft.com/office/powerpoint/2010/main" val="291371393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8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852096" cy="313932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Lab Outcome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the end of Module 8, participants will be able to select appropriate metrics for engineering models, evaluate regression using MAE, RMSE and R², evaluate fault classification using Accuracy, Precision, Recall and F1,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analyse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 confusion matrix, identify the largest regression errors, distinguish missed faults from false alarms, and recommend practical model-improvement actions.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3863F20A-F5D6-4599-8E66-136BB549DD28}"/>
              </a:ext>
            </a:extLst>
          </p:cNvPr>
          <p:cNvPicPr>
            <a:picLocks noChangeAspect="1"/>
          </p:cNvPicPr>
          <p:nvPr/>
        </p:nvPicPr>
        <p:blipFill>
          <a:blip r:embed="rId3"/>
          <a:stretch>
            <a:fillRect/>
          </a:stretch>
        </p:blipFill>
        <p:spPr>
          <a:xfrm>
            <a:off x="6403442" y="1591617"/>
            <a:ext cx="5064658" cy="4395264"/>
          </a:xfrm>
          <a:prstGeom prst="rect">
            <a:avLst/>
          </a:prstGeom>
          <a:ln>
            <a:solidFill>
              <a:schemeClr val="accent1"/>
            </a:solidFill>
          </a:ln>
        </p:spPr>
      </p:pic>
    </p:spTree>
    <p:extLst>
      <p:ext uri="{BB962C8B-B14F-4D97-AF65-F5344CB8AC3E}">
        <p14:creationId xmlns:p14="http://schemas.microsoft.com/office/powerpoint/2010/main" val="79470907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113990" y="2229076"/>
            <a:ext cx="7152176"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7" y="2543163"/>
              <a:ext cx="4735956" cy="1755545"/>
            </a:xfrm>
            <a:prstGeom prst="rect">
              <a:avLst/>
            </a:prstGeom>
            <a:noFill/>
          </p:spPr>
          <p:txBody>
            <a:bodyPr wrap="square" rtlCol="0">
              <a:spAutoFit/>
            </a:bodyPr>
            <a:lstStyle/>
            <a:p>
              <a:pPr marL="342900" lvl="0" indent="-342900">
                <a:lnSpc>
                  <a:spcPct val="200000"/>
                </a:lnSpc>
                <a:buFontTx/>
                <a:buAutoNum type="alphaUcParenR"/>
                <a:defRPr/>
              </a:pPr>
              <a:r>
                <a:rPr lang="pt-BR" sz="1400" dirty="0">
                  <a:solidFill>
                    <a:prstClr val="black"/>
                  </a:solidFill>
                </a:rPr>
                <a:t>R²</a:t>
              </a:r>
            </a:p>
            <a:p>
              <a:pPr marL="342900" lvl="0" indent="-342900">
                <a:lnSpc>
                  <a:spcPct val="200000"/>
                </a:lnSpc>
                <a:buFontTx/>
                <a:buAutoNum type="alphaUcParenR"/>
                <a:defRPr/>
              </a:pPr>
              <a:r>
                <a:rPr lang="pt-BR" sz="1400" dirty="0">
                  <a:solidFill>
                    <a:prstClr val="black"/>
                  </a:solidFill>
                </a:rPr>
                <a:t>Recall</a:t>
              </a:r>
            </a:p>
            <a:p>
              <a:pPr marL="342900" lvl="0" indent="-342900">
                <a:lnSpc>
                  <a:spcPct val="200000"/>
                </a:lnSpc>
                <a:buFontTx/>
                <a:buAutoNum type="alphaUcParenR"/>
                <a:defRPr/>
              </a:pPr>
              <a:r>
                <a:rPr lang="pt-BR" sz="1400" dirty="0">
                  <a:solidFill>
                    <a:prstClr val="black"/>
                  </a:solidFill>
                </a:rPr>
                <a:t>MAE</a:t>
              </a:r>
            </a:p>
            <a:p>
              <a:pPr marL="342900" lvl="0" indent="-342900">
                <a:lnSpc>
                  <a:spcPct val="200000"/>
                </a:lnSpc>
                <a:buFontTx/>
                <a:buAutoNum type="alphaUcParenR"/>
                <a:defRPr/>
              </a:pPr>
              <a:r>
                <a:rPr lang="pt-BR" sz="1400" dirty="0">
                  <a:solidFill>
                    <a:prstClr val="black"/>
                  </a:solidFill>
                </a:rPr>
                <a:t>RMSE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 fault-detection model identifies 98% of observations correctly, but frequently misses actual machine failures. Which metric should engineers examine most closely?</a:t>
              </a:r>
            </a:p>
          </p:txBody>
        </p:sp>
      </p:grpSp>
    </p:spTree>
    <p:extLst>
      <p:ext uri="{BB962C8B-B14F-4D97-AF65-F5344CB8AC3E}">
        <p14:creationId xmlns:p14="http://schemas.microsoft.com/office/powerpoint/2010/main" val="195488338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113990" y="2229076"/>
            <a:ext cx="7152176"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7" y="2543163"/>
              <a:ext cx="4735956" cy="1755545"/>
            </a:xfrm>
            <a:prstGeom prst="rect">
              <a:avLst/>
            </a:prstGeom>
            <a:noFill/>
          </p:spPr>
          <p:txBody>
            <a:bodyPr wrap="square" rtlCol="0">
              <a:spAutoFit/>
            </a:bodyPr>
            <a:lstStyle/>
            <a:p>
              <a:pPr marL="342900" lvl="0" indent="-342900">
                <a:lnSpc>
                  <a:spcPct val="200000"/>
                </a:lnSpc>
                <a:buFontTx/>
                <a:buAutoNum type="alphaUcParenR"/>
                <a:defRPr/>
              </a:pPr>
              <a:r>
                <a:rPr lang="en-US" sz="1400" dirty="0">
                  <a:solidFill>
                    <a:prstClr val="black"/>
                  </a:solidFill>
                </a:rPr>
                <a:t>Accuracy</a:t>
              </a:r>
            </a:p>
            <a:p>
              <a:pPr marL="342900" lvl="0" indent="-342900">
                <a:lnSpc>
                  <a:spcPct val="200000"/>
                </a:lnSpc>
                <a:buFontTx/>
                <a:buAutoNum type="alphaUcParenR"/>
                <a:defRPr/>
              </a:pPr>
              <a:r>
                <a:rPr lang="en-US" sz="1400" dirty="0">
                  <a:solidFill>
                    <a:prstClr val="black"/>
                  </a:solidFill>
                </a:rPr>
                <a:t>Precision</a:t>
              </a:r>
            </a:p>
            <a:p>
              <a:pPr marL="342900" lvl="0" indent="-342900">
                <a:lnSpc>
                  <a:spcPct val="200000"/>
                </a:lnSpc>
                <a:buFontTx/>
                <a:buAutoNum type="alphaUcParenR"/>
                <a:defRPr/>
              </a:pPr>
              <a:r>
                <a:rPr lang="en-US" sz="1400" dirty="0">
                  <a:solidFill>
                    <a:prstClr val="black"/>
                  </a:solidFill>
                </a:rPr>
                <a:t>RMSE</a:t>
              </a:r>
            </a:p>
            <a:p>
              <a:pPr marL="342900" lvl="0" indent="-342900">
                <a:lnSpc>
                  <a:spcPct val="200000"/>
                </a:lnSpc>
                <a:buFontTx/>
                <a:buAutoNum type="alphaUcParenR"/>
                <a:defRPr/>
              </a:pPr>
              <a:r>
                <a:rPr lang="en-US" sz="1400" dirty="0">
                  <a:solidFill>
                    <a:prstClr val="black"/>
                  </a:solidFill>
                </a:rPr>
                <a:t>Recall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An industrial regression model occasionally produces very large prediction errors, and engineers want a metric that </a:t>
              </a:r>
              <a:r>
                <a:rPr lang="en-US" sz="1600" b="1" dirty="0" err="1">
                  <a:solidFill>
                    <a:prstClr val="black"/>
                  </a:solidFill>
                </a:rPr>
                <a:t>penalises</a:t>
              </a:r>
              <a:r>
                <a:rPr lang="en-US" sz="1600" b="1" dirty="0">
                  <a:solidFill>
                    <a:prstClr val="black"/>
                  </a:solidFill>
                </a:rPr>
                <a:t> these large errors more strongly. Which metric is most appropriate?</a:t>
              </a:r>
            </a:p>
          </p:txBody>
        </p:sp>
      </p:grpSp>
    </p:spTree>
    <p:extLst>
      <p:ext uri="{BB962C8B-B14F-4D97-AF65-F5344CB8AC3E}">
        <p14:creationId xmlns:p14="http://schemas.microsoft.com/office/powerpoint/2010/main" val="428284229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2" y="309551"/>
            <a:ext cx="12625578" cy="707886"/>
          </a:xfrm>
          <a:prstGeom prst="rect">
            <a:avLst/>
          </a:prstGeom>
          <a:noFill/>
        </p:spPr>
        <p:txBody>
          <a:bodyPr wrap="square" rtlCol="0">
            <a:spAutoFit/>
          </a:bodyPr>
          <a:lstStyle/>
          <a:p>
            <a:pPr lvl="0">
              <a:defRPr/>
            </a:pPr>
            <a:r>
              <a:rPr lang="en-US" sz="40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9: End-to-End Predictive Analytics Workflow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385256" y="1852236"/>
            <a:ext cx="6158419" cy="3477875"/>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Complete Predictive Analytics Workflow from Data Collection to Prediction</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Integrating Data Engineering, Feature Engineering, and Machine Learning </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Industrial Case Study: Predictive Maintenance Using Sensor and Time-Series Data  </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End-to-End Predictive Analytics Project Using Industrial Data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301C5D6B-5B33-4310-9E50-234B47A26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94707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Complete Predictive Analytics Workflow from Data Collection to Prediction</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Connecting the Complete Analytics Lifecycle</a:t>
            </a:r>
          </a:p>
          <a:p>
            <a:pPr lvl="0">
              <a:defRPr/>
            </a:pPr>
            <a:endParaRPr kumimoji="0" lang="en-US" sz="1800"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An end-to-end predictive analytics workflow connects industrial data collection, preparation, feature engineering, modelling, evaluation, and prediction into one coordinated process.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Manufacturing data may begin as raw sensor measurements, machine logs, production records, or quality information.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Before this data can support prediction, it must be validated, cleaned, transformed, and organised into suitable analytical features.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Machine learning models can then learn relationships between these features and historical outcomes. Evaluation determines whether predictions are sufficiently reliable for engineering use.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workflow ultimately converts operational data into actionable predictions that can support maintenance, quality, and process decisions. </a:t>
            </a:r>
            <a:endParaRPr kumimoji="0" lang="en-GB" sz="180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94491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Complete Predictive Analytics Workflow from Data Collection to Prediction</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Moving from Raw Industrial Data to Prediction</a:t>
            </a:r>
          </a:p>
          <a:p>
            <a:pPr lvl="0">
              <a:defRPr/>
            </a:pPr>
            <a:endParaRPr kumimoji="0" lang="en-US" sz="1800"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Predictive analytics begins with defining an engineering problem and identifying the data required to address it. Raw measurements must then pass through a sequence of processing stages before useful predictions can be generated. Each stage contributes to the reliability of the final result.</a:t>
            </a:r>
          </a:p>
          <a:p>
            <a:pPr marL="285750" lvl="0" indent="-285750">
              <a:buFont typeface="Wingdings" panose="05000000000000000000" pitchFamily="2" charset="2"/>
              <a:buChar char="Ø"/>
              <a:defRPr/>
            </a:pPr>
            <a:endParaRPr kumimoji="0" lang="en-US" sz="180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 typical workflow includes:</a:t>
            </a:r>
          </a:p>
          <a:p>
            <a:pPr marL="742950" lvl="1" indent="-285750">
              <a:buFont typeface="Arial" panose="020B0604020202020204" pitchFamily="34" charset="0"/>
              <a:buChar char="•"/>
              <a:defRPr/>
            </a:pPr>
            <a:r>
              <a:rPr lang="en-US" dirty="0">
                <a:solidFill>
                  <a:prstClr val="black"/>
                </a:solidFill>
              </a:rPr>
              <a:t>Define the engineering prediction objective.</a:t>
            </a:r>
          </a:p>
          <a:p>
            <a:pPr marL="742950" lvl="1" indent="-285750">
              <a:buFont typeface="Arial" panose="020B0604020202020204" pitchFamily="34" charset="0"/>
              <a:buChar char="•"/>
              <a:defRPr/>
            </a:pPr>
            <a:r>
              <a:rPr lang="en-US" dirty="0">
                <a:solidFill>
                  <a:prstClr val="black"/>
                </a:solidFill>
              </a:rPr>
              <a:t>Collect relevant machine and sensor data.</a:t>
            </a:r>
          </a:p>
          <a:p>
            <a:pPr marL="742950" lvl="1" indent="-285750">
              <a:buFont typeface="Arial" panose="020B0604020202020204" pitchFamily="34" charset="0"/>
              <a:buChar char="•"/>
              <a:defRPr/>
            </a:pPr>
            <a:r>
              <a:rPr lang="en-US" dirty="0">
                <a:solidFill>
                  <a:prstClr val="black"/>
                </a:solidFill>
              </a:rPr>
              <a:t>Validate and clean incoming records.</a:t>
            </a:r>
          </a:p>
          <a:p>
            <a:pPr marL="742950" lvl="1" indent="-285750">
              <a:buFont typeface="Arial" panose="020B0604020202020204" pitchFamily="34" charset="0"/>
              <a:buChar char="•"/>
              <a:defRPr/>
            </a:pPr>
            <a:r>
              <a:rPr lang="en-US" dirty="0">
                <a:solidFill>
                  <a:prstClr val="black"/>
                </a:solidFill>
              </a:rPr>
              <a:t>Prepare time-series information.</a:t>
            </a:r>
          </a:p>
          <a:p>
            <a:pPr marL="742950" lvl="1" indent="-285750">
              <a:buFont typeface="Arial" panose="020B0604020202020204" pitchFamily="34" charset="0"/>
              <a:buChar char="•"/>
              <a:defRPr/>
            </a:pPr>
            <a:r>
              <a:rPr lang="en-US" dirty="0">
                <a:solidFill>
                  <a:prstClr val="black"/>
                </a:solidFill>
              </a:rPr>
              <a:t>Create meaningful predictive features.</a:t>
            </a:r>
          </a:p>
          <a:p>
            <a:pPr marL="742950" lvl="1" indent="-285750">
              <a:buFont typeface="Arial" panose="020B0604020202020204" pitchFamily="34" charset="0"/>
              <a:buChar char="•"/>
              <a:defRPr/>
            </a:pPr>
            <a:r>
              <a:rPr lang="en-US" dirty="0">
                <a:solidFill>
                  <a:prstClr val="black"/>
                </a:solidFill>
              </a:rPr>
              <a:t>Select an appropriate modelling approach.</a:t>
            </a:r>
          </a:p>
          <a:p>
            <a:pPr marL="742950" lvl="1" indent="-285750">
              <a:buFont typeface="Arial" panose="020B0604020202020204" pitchFamily="34" charset="0"/>
              <a:buChar char="•"/>
              <a:defRPr/>
            </a:pPr>
            <a:r>
              <a:rPr lang="en-US" dirty="0">
                <a:solidFill>
                  <a:prstClr val="black"/>
                </a:solidFill>
              </a:rPr>
              <a:t>Train the model using historical data.</a:t>
            </a:r>
          </a:p>
          <a:p>
            <a:pPr marL="742950" lvl="1" indent="-285750">
              <a:buFont typeface="Arial" panose="020B0604020202020204" pitchFamily="34" charset="0"/>
              <a:buChar char="•"/>
              <a:defRPr/>
            </a:pPr>
            <a:r>
              <a:rPr lang="en-US" dirty="0">
                <a:solidFill>
                  <a:prstClr val="black"/>
                </a:solidFill>
              </a:rPr>
              <a:t>Evaluate performance on unseen data.</a:t>
            </a:r>
          </a:p>
          <a:p>
            <a:pPr marL="742950" lvl="1" indent="-285750">
              <a:buFont typeface="Arial" panose="020B0604020202020204" pitchFamily="34" charset="0"/>
              <a:buChar char="•"/>
              <a:defRPr/>
            </a:pPr>
            <a:r>
              <a:rPr lang="en-US" dirty="0">
                <a:solidFill>
                  <a:prstClr val="black"/>
                </a:solidFill>
              </a:rPr>
              <a:t>Generate predictions for new observations.</a:t>
            </a:r>
          </a:p>
          <a:p>
            <a:pPr marL="742950" lvl="1" indent="-285750">
              <a:buFont typeface="Arial" panose="020B0604020202020204" pitchFamily="34" charset="0"/>
              <a:buChar char="•"/>
              <a:defRPr/>
            </a:pPr>
            <a:r>
              <a:rPr lang="en-US" dirty="0">
                <a:solidFill>
                  <a:prstClr val="black"/>
                </a:solidFill>
              </a:rPr>
              <a:t>Interpret results in an engineering context.</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699438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Complete Predictive Analytics Workflow from Data Collection to Prediction</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End-to-End Industrial Predictive Analytics Lifecycle</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F2C29D6D-6DE7-46FA-A86F-2D229F6681C8}"/>
              </a:ext>
            </a:extLst>
          </p:cNvPr>
          <p:cNvPicPr>
            <a:picLocks noChangeAspect="1"/>
          </p:cNvPicPr>
          <p:nvPr/>
        </p:nvPicPr>
        <p:blipFill rotWithShape="1">
          <a:blip r:embed="rId3"/>
          <a:srcRect l="1368" t="18220" r="3320" b="3707"/>
          <a:stretch/>
        </p:blipFill>
        <p:spPr>
          <a:xfrm>
            <a:off x="2219325" y="2178928"/>
            <a:ext cx="7753350" cy="3764672"/>
          </a:xfrm>
          <a:prstGeom prst="rect">
            <a:avLst/>
          </a:prstGeom>
        </p:spPr>
      </p:pic>
    </p:spTree>
    <p:extLst>
      <p:ext uri="{BB962C8B-B14F-4D97-AF65-F5344CB8AC3E}">
        <p14:creationId xmlns:p14="http://schemas.microsoft.com/office/powerpoint/2010/main" val="75961935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Integrating Data Engineering, Feature Engineering, and Machine Learning</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Integrating the Three Core Analytical Layers</a:t>
            </a: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Industrial predictive analytics brings together three closely connected capabilities. Data engineering establishes reliable pipelines for collecting, cleaning, validating, and </a:t>
            </a:r>
            <a:r>
              <a:rPr lang="en-US" dirty="0" err="1">
                <a:solidFill>
                  <a:prstClr val="black"/>
                </a:solidFill>
              </a:rPr>
              <a:t>organising</a:t>
            </a:r>
            <a:r>
              <a:rPr lang="en-US" dirty="0">
                <a:solidFill>
                  <a:prstClr val="black"/>
                </a:solidFill>
              </a:rPr>
              <a:t> manufacturing information.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Feature engineering transforms that prepared information into variables that describe equipment and process behaviour more effectively.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Machine learning uses those features to learn relationships and generate predictions. These activities should not be treated as isolated tasks.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Poorly prepared data can create unreliable features, while weak features can limit even sophisticated machine learning models. Similarly, model evaluation may reveal problems that require engineers to revisit earlier preparation or feature-engineering decisions.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Effective predictive analytics therefore operates as an integrated and iterative system in which data quality, feature relevance, and modelling performance influence one another.</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783433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Integrating Data Engineering, Feature Engineering, and Machine Learning</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Integration of Data Engineering, Features and Machine Learning</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CD0AED6-3D19-4EE3-9BAA-B503AA787408}"/>
              </a:ext>
            </a:extLst>
          </p:cNvPr>
          <p:cNvPicPr>
            <a:picLocks noChangeAspect="1"/>
          </p:cNvPicPr>
          <p:nvPr/>
        </p:nvPicPr>
        <p:blipFill rotWithShape="1">
          <a:blip r:embed="rId3"/>
          <a:srcRect l="1172" t="25874" r="2441" b="26049"/>
          <a:stretch/>
        </p:blipFill>
        <p:spPr>
          <a:xfrm>
            <a:off x="1102677" y="2483882"/>
            <a:ext cx="9986645" cy="2782500"/>
          </a:xfrm>
          <a:prstGeom prst="rect">
            <a:avLst/>
          </a:prstGeom>
          <a:ln>
            <a:noFill/>
          </a:ln>
          <a:effectLst>
            <a:softEdge rad="112500"/>
          </a:effectLst>
        </p:spPr>
      </p:pic>
    </p:spTree>
    <p:extLst>
      <p:ext uri="{BB962C8B-B14F-4D97-AF65-F5344CB8AC3E}">
        <p14:creationId xmlns:p14="http://schemas.microsoft.com/office/powerpoint/2010/main" val="233534481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Industrial Case Study – Predictive Maintenance Using Sensor and Time-Series Data</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2282622" y="1620193"/>
            <a:ext cx="7626755" cy="408632"/>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lvl="0" algn="ctr">
              <a:defRPr/>
            </a:pPr>
            <a:r>
              <a:rPr lang="en-US" b="1" dirty="0">
                <a:solidFill>
                  <a:schemeClr val="bg1"/>
                </a:solidFill>
              </a:rPr>
              <a:t>Case Study Scenario – Predicting Equipment Failure</a:t>
            </a:r>
            <a:endParaRPr kumimoji="0" lang="en-GB" u="none" strike="noStrike" kern="1200" cap="none" spc="0" normalizeH="0" baseline="0" noProof="0" dirty="0">
              <a:ln>
                <a:noFill/>
              </a:ln>
              <a:solidFill>
                <a:schemeClr val="bg1"/>
              </a:solidFill>
              <a:effectLst/>
              <a:uLnTx/>
              <a:uFillTx/>
              <a:latin typeface="Calibri" panose="020F0502020204030204"/>
            </a:endParaRPr>
          </a:p>
        </p:txBody>
      </p:sp>
      <p:sp>
        <p:nvSpPr>
          <p:cNvPr id="5" name="Rectangle: Rounded Corners 4">
            <a:extLst>
              <a:ext uri="{FF2B5EF4-FFF2-40B4-BE49-F238E27FC236}">
                <a16:creationId xmlns:a16="http://schemas.microsoft.com/office/drawing/2014/main" id="{D159D5F4-E060-4BA4-B0EC-FC4E190F7F47}"/>
              </a:ext>
            </a:extLst>
          </p:cNvPr>
          <p:cNvSpPr/>
          <p:nvPr/>
        </p:nvSpPr>
        <p:spPr>
          <a:xfrm>
            <a:off x="2152648" y="2286000"/>
            <a:ext cx="8382001" cy="3473291"/>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en-US" dirty="0"/>
              <a:t>Consider a manufacturing facility operating critical production machines equipped with temperature, vibration, and pressure sensors. Maintenance has traditionally been performed according to fixed schedules or after equipment problems become visible. However, unexpected machine failures continue to cause production interruptions and costly emergency maintenance. The engineering team therefore wants to use historical sensor and maintenance information to identify equipment behaviour associated with developing faults. The objective is to create a predictive maintenance workflow capable of estimating whether current machine conditions indicate an increased risk of failure. Historical timestamped sensor readings, operating conditions, and known maintenance or fault events provide the analytical foundation for developing and evaluating the predictive solution.</a:t>
            </a:r>
          </a:p>
        </p:txBody>
      </p:sp>
    </p:spTree>
    <p:extLst>
      <p:ext uri="{BB962C8B-B14F-4D97-AF65-F5344CB8AC3E}">
        <p14:creationId xmlns:p14="http://schemas.microsoft.com/office/powerpoint/2010/main" val="92684886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Industrial Case Study – Predictive Maintenance Using Sensor and Time-Series Data</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2282622" y="1620193"/>
            <a:ext cx="7626755" cy="408632"/>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lvl="0" algn="ctr">
              <a:defRPr/>
            </a:pPr>
            <a:r>
              <a:rPr lang="en-US" b="1" dirty="0">
                <a:solidFill>
                  <a:schemeClr val="bg1"/>
                </a:solidFill>
              </a:rPr>
              <a:t>Case Study – Preparing Data and Engineering Features</a:t>
            </a:r>
            <a:endParaRPr kumimoji="0" lang="en-GB" u="none" strike="noStrike" kern="1200" cap="none" spc="0" normalizeH="0" baseline="0" noProof="0" dirty="0">
              <a:ln>
                <a:noFill/>
              </a:ln>
              <a:solidFill>
                <a:schemeClr val="bg1"/>
              </a:solidFill>
              <a:effectLst/>
              <a:uLnTx/>
              <a:uFillTx/>
              <a:latin typeface="Calibri" panose="020F0502020204030204"/>
            </a:endParaRPr>
          </a:p>
        </p:txBody>
      </p:sp>
      <p:sp>
        <p:nvSpPr>
          <p:cNvPr id="5" name="Rectangle: Rounded Corners 4">
            <a:extLst>
              <a:ext uri="{FF2B5EF4-FFF2-40B4-BE49-F238E27FC236}">
                <a16:creationId xmlns:a16="http://schemas.microsoft.com/office/drawing/2014/main" id="{D159D5F4-E060-4BA4-B0EC-FC4E190F7F47}"/>
              </a:ext>
            </a:extLst>
          </p:cNvPr>
          <p:cNvSpPr/>
          <p:nvPr/>
        </p:nvSpPr>
        <p:spPr>
          <a:xfrm>
            <a:off x="1643060" y="2181225"/>
            <a:ext cx="8905877" cy="3473291"/>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en-US" dirty="0"/>
              <a:t>The predictive maintenance workflow begins by collecting historical sensor measurements and checking their quality. Missing readings, duplicated observations, timestamp inconsistencies, and unusual measurements are investigated before modelling. Because individual sensor readings may not fully represent developing equipment deterioration, additional features are created from the time-series data. Rolling averages can summarise recent temperature or vibration behaviour, lag features can provide historical context, and variability measures can indicate increasing instability. Machine operating hours or recent alarm counts may provide additional information where available. These features convert raw sensor measurements into variables that better describe equipment condition. The prepared feature dataset can then be associated with known fault outcomes and used to train a predictive model.</a:t>
            </a:r>
          </a:p>
        </p:txBody>
      </p:sp>
    </p:spTree>
    <p:extLst>
      <p:ext uri="{BB962C8B-B14F-4D97-AF65-F5344CB8AC3E}">
        <p14:creationId xmlns:p14="http://schemas.microsoft.com/office/powerpoint/2010/main" val="105880543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5232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2800" b="1" spc="-100" dirty="0">
                <a:solidFill>
                  <a:srgbClr val="000000"/>
                </a:solidFill>
                <a:cs typeface="Calibri" panose="020F0502020204030204" pitchFamily="34" charset="0"/>
              </a:rPr>
              <a:t>Industrial Case Study – Predictive Maintenance Using Sensor and Time-Series Data</a:t>
            </a:r>
            <a:endParaRPr kumimoji="0" lang="en-GB" sz="28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2282622" y="1620193"/>
            <a:ext cx="7626755" cy="408632"/>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lvl="0" algn="ctr">
              <a:defRPr/>
            </a:pPr>
            <a:r>
              <a:rPr lang="en-US" b="1" dirty="0">
                <a:solidFill>
                  <a:schemeClr val="bg1"/>
                </a:solidFill>
              </a:rPr>
              <a:t>Case Study – Model Evaluation and Engineering Action</a:t>
            </a:r>
            <a:endParaRPr kumimoji="0" lang="en-GB" u="none" strike="noStrike" kern="1200" cap="none" spc="0" normalizeH="0" baseline="0" noProof="0" dirty="0">
              <a:ln>
                <a:noFill/>
              </a:ln>
              <a:solidFill>
                <a:schemeClr val="bg1"/>
              </a:solidFill>
              <a:effectLst/>
              <a:uLnTx/>
              <a:uFillTx/>
              <a:latin typeface="Calibri" panose="020F0502020204030204"/>
            </a:endParaRPr>
          </a:p>
        </p:txBody>
      </p:sp>
      <p:sp>
        <p:nvSpPr>
          <p:cNvPr id="5" name="Rectangle: Rounded Corners 4">
            <a:extLst>
              <a:ext uri="{FF2B5EF4-FFF2-40B4-BE49-F238E27FC236}">
                <a16:creationId xmlns:a16="http://schemas.microsoft.com/office/drawing/2014/main" id="{D159D5F4-E060-4BA4-B0EC-FC4E190F7F47}"/>
              </a:ext>
            </a:extLst>
          </p:cNvPr>
          <p:cNvSpPr/>
          <p:nvPr/>
        </p:nvSpPr>
        <p:spPr>
          <a:xfrm>
            <a:off x="1643060" y="2181225"/>
            <a:ext cx="8905877" cy="3473291"/>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en-US" dirty="0"/>
              <a:t>After the predictive maintenance model is trained, it must be evaluated using industrial data that was not used directly during training. The engineering team examines whether the model successfully detects fault conditions and how frequently it generates false alarms. Recall may be particularly important when the operational priority is avoiding missed equipment failures, while precision helps determine whether maintenance teams are receiving excessive unnecessary alerts. Prediction errors should also be investigated by machine type and operating condition. Once performance is considered acceptable, predictions can support maintenance </a:t>
            </a:r>
            <a:r>
              <a:rPr lang="en-US" dirty="0" err="1"/>
              <a:t>prioritisation</a:t>
            </a:r>
            <a:r>
              <a:rPr lang="en-US" dirty="0"/>
              <a:t> rather than automatically determining maintenance actions. Engineers can combine predicted risk with equipment criticality, inspection findings, and operational knowledge to make more informed maintenance decisions.</a:t>
            </a:r>
          </a:p>
        </p:txBody>
      </p:sp>
    </p:spTree>
    <p:extLst>
      <p:ext uri="{BB962C8B-B14F-4D97-AF65-F5344CB8AC3E}">
        <p14:creationId xmlns:p14="http://schemas.microsoft.com/office/powerpoint/2010/main" val="246437569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097196" cy="480131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Hands-On Title: End-to-End Predictive Maintenance Using Industrial Sensor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Objective: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Combine the outputs from earlier modules into one complete predictive analytics workflow that loads model-ready industrial data, applies the trained fault-detection model, generates maintenance predictions, and exports a final predictive-maintenance report.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should be a short integration lab, not another long modelling exercise.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Inputs Used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Module 6: Module_6/output/Module6_Model_Ready_Data.csv</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Module 7: Module_7/output/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classification_model.pkl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Final Output: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Module_9/output/Module9_Predictive_Maintenance_Report.csv</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841488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097196" cy="4247317"/>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1 — Create the Module 9 Project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Module_9</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it: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Module_9</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module9_end_to_end_workflow.py</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output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module9_end_to_end_workflow.py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2877E9C-1D32-4112-ADBC-0CF97D30D117}"/>
              </a:ext>
            </a:extLst>
          </p:cNvPr>
          <p:cNvPicPr>
            <a:picLocks noChangeAspect="1"/>
          </p:cNvPicPr>
          <p:nvPr/>
        </p:nvPicPr>
        <p:blipFill>
          <a:blip r:embed="rId3"/>
          <a:stretch>
            <a:fillRect/>
          </a:stretch>
        </p:blipFill>
        <p:spPr>
          <a:xfrm>
            <a:off x="5735637" y="2424201"/>
            <a:ext cx="6021959" cy="2009598"/>
          </a:xfrm>
          <a:prstGeom prst="rect">
            <a:avLst/>
          </a:prstGeom>
          <a:ln>
            <a:solidFill>
              <a:schemeClr val="accent1"/>
            </a:solidFill>
          </a:ln>
        </p:spPr>
      </p:pic>
    </p:spTree>
    <p:extLst>
      <p:ext uri="{BB962C8B-B14F-4D97-AF65-F5344CB8AC3E}">
        <p14:creationId xmlns:p14="http://schemas.microsoft.com/office/powerpoint/2010/main" val="307368020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0971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Define the file locations:</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7CE8170-D16E-46BA-A25C-F265A418FE9A}"/>
              </a:ext>
            </a:extLst>
          </p:cNvPr>
          <p:cNvPicPr>
            <a:picLocks noChangeAspect="1"/>
          </p:cNvPicPr>
          <p:nvPr/>
        </p:nvPicPr>
        <p:blipFill>
          <a:blip r:embed="rId3"/>
          <a:stretch>
            <a:fillRect/>
          </a:stretch>
        </p:blipFill>
        <p:spPr>
          <a:xfrm>
            <a:off x="3776339" y="1960949"/>
            <a:ext cx="4639322" cy="3048425"/>
          </a:xfrm>
          <a:prstGeom prst="rect">
            <a:avLst/>
          </a:prstGeom>
        </p:spPr>
      </p:pic>
    </p:spTree>
    <p:extLst>
      <p:ext uri="{BB962C8B-B14F-4D97-AF65-F5344CB8AC3E}">
        <p14:creationId xmlns:p14="http://schemas.microsoft.com/office/powerpoint/2010/main" val="239648697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458396" cy="203132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2 — Load the Industrial Data and Trained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 Simulate the point where processed manufacturing data enters the prediction stage.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5BD6169-1951-4875-A45F-EA495883AEA6}"/>
              </a:ext>
            </a:extLst>
          </p:cNvPr>
          <p:cNvPicPr>
            <a:picLocks noChangeAspect="1"/>
          </p:cNvPicPr>
          <p:nvPr/>
        </p:nvPicPr>
        <p:blipFill>
          <a:blip r:embed="rId3"/>
          <a:stretch>
            <a:fillRect/>
          </a:stretch>
        </p:blipFill>
        <p:spPr>
          <a:xfrm>
            <a:off x="725008" y="3429000"/>
            <a:ext cx="4877188" cy="2446946"/>
          </a:xfrm>
          <a:prstGeom prst="rect">
            <a:avLst/>
          </a:prstGeom>
          <a:ln>
            <a:solidFill>
              <a:schemeClr val="accent1"/>
            </a:solidFill>
          </a:ln>
        </p:spPr>
      </p:pic>
      <p:sp>
        <p:nvSpPr>
          <p:cNvPr id="8" name="Rectangle 7">
            <a:extLst>
              <a:ext uri="{FF2B5EF4-FFF2-40B4-BE49-F238E27FC236}">
                <a16:creationId xmlns:a16="http://schemas.microsoft.com/office/drawing/2014/main" id="{2B909D01-EC59-476F-B17F-43E30C8F81B6}"/>
              </a:ext>
            </a:extLst>
          </p:cNvPr>
          <p:cNvSpPr/>
          <p:nvPr/>
        </p:nvSpPr>
        <p:spPr>
          <a:xfrm>
            <a:off x="5981700" y="2053281"/>
            <a:ext cx="6210300" cy="369331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represents the integrated workflow: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Industrial Sensor Data</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Preparation</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Feature Engineering</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ETL Pipeline</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914400" marR="0" lvl="2"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Model Prediction</a:t>
            </a:r>
          </a:p>
          <a:p>
            <a:pPr marL="914400" marR="0" lvl="2"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first four stages were already completed in Modules 4-7.</a:t>
            </a:r>
          </a:p>
        </p:txBody>
      </p:sp>
    </p:spTree>
    <p:extLst>
      <p:ext uri="{BB962C8B-B14F-4D97-AF65-F5344CB8AC3E}">
        <p14:creationId xmlns:p14="http://schemas.microsoft.com/office/powerpoint/2010/main" val="376649096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661596"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3 — Prepare the Prediction Features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exactly the same features used to train the Module 7 classification model.</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998A1F5-C586-4311-B86B-E4AA204E2C90}"/>
              </a:ext>
            </a:extLst>
          </p:cNvPr>
          <p:cNvPicPr>
            <a:picLocks noChangeAspect="1"/>
          </p:cNvPicPr>
          <p:nvPr/>
        </p:nvPicPr>
        <p:blipFill>
          <a:blip r:embed="rId3"/>
          <a:stretch>
            <a:fillRect/>
          </a:stretch>
        </p:blipFill>
        <p:spPr>
          <a:xfrm>
            <a:off x="6186202" y="1195087"/>
            <a:ext cx="4189698" cy="4751731"/>
          </a:xfrm>
          <a:prstGeom prst="rect">
            <a:avLst/>
          </a:prstGeom>
          <a:ln>
            <a:solidFill>
              <a:schemeClr val="accent1"/>
            </a:solidFill>
          </a:ln>
        </p:spPr>
      </p:pic>
    </p:spTree>
    <p:extLst>
      <p:ext uri="{BB962C8B-B14F-4D97-AF65-F5344CB8AC3E}">
        <p14:creationId xmlns:p14="http://schemas.microsoft.com/office/powerpoint/2010/main" val="13423248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661596" cy="2308324"/>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4 — Generate Fault and Maintenance Predictions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 Use the trained model to identify industrial records that may require attention.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Generate predicted fault classes: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EA08BCA-B553-49FA-83EC-1D1F821B3570}"/>
              </a:ext>
            </a:extLst>
          </p:cNvPr>
          <p:cNvPicPr>
            <a:picLocks noChangeAspect="1"/>
          </p:cNvPicPr>
          <p:nvPr/>
        </p:nvPicPr>
        <p:blipFill>
          <a:blip r:embed="rId3"/>
          <a:stretch>
            <a:fillRect/>
          </a:stretch>
        </p:blipFill>
        <p:spPr>
          <a:xfrm>
            <a:off x="4487247" y="3002797"/>
            <a:ext cx="6587154" cy="2806824"/>
          </a:xfrm>
          <a:prstGeom prst="rect">
            <a:avLst/>
          </a:prstGeom>
          <a:ln>
            <a:solidFill>
              <a:schemeClr val="accent1"/>
            </a:solidFill>
          </a:ln>
        </p:spPr>
      </p:pic>
    </p:spTree>
    <p:extLst>
      <p:ext uri="{BB962C8B-B14F-4D97-AF65-F5344CB8AC3E}">
        <p14:creationId xmlns:p14="http://schemas.microsoft.com/office/powerpoint/2010/main" val="272085934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6615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Display a sample: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625A1A7D-B9DF-4911-8054-33CA83284737}"/>
              </a:ext>
            </a:extLst>
          </p:cNvPr>
          <p:cNvPicPr>
            <a:picLocks noChangeAspect="1"/>
          </p:cNvPicPr>
          <p:nvPr/>
        </p:nvPicPr>
        <p:blipFill>
          <a:blip r:embed="rId3"/>
          <a:stretch>
            <a:fillRect/>
          </a:stretch>
        </p:blipFill>
        <p:spPr>
          <a:xfrm>
            <a:off x="2693702" y="1776283"/>
            <a:ext cx="4645292" cy="2958196"/>
          </a:xfrm>
          <a:prstGeom prst="rect">
            <a:avLst/>
          </a:prstGeom>
        </p:spPr>
      </p:pic>
    </p:spTree>
    <p:extLst>
      <p:ext uri="{BB962C8B-B14F-4D97-AF65-F5344CB8AC3E}">
        <p14:creationId xmlns:p14="http://schemas.microsoft.com/office/powerpoint/2010/main" val="263302433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109896" cy="1754326"/>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5 — Identify High-Risk Machines and Export the Report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Purpose: Convert model predictions into something an engineering or maintenance team could actually use.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risk level: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211947B6-8E5A-4FD0-9FC1-5E7387893189}"/>
              </a:ext>
            </a:extLst>
          </p:cNvPr>
          <p:cNvPicPr>
            <a:picLocks noChangeAspect="1"/>
          </p:cNvPicPr>
          <p:nvPr/>
        </p:nvPicPr>
        <p:blipFill>
          <a:blip r:embed="rId3"/>
          <a:stretch>
            <a:fillRect/>
          </a:stretch>
        </p:blipFill>
        <p:spPr>
          <a:xfrm>
            <a:off x="4007875" y="2835114"/>
            <a:ext cx="3962953" cy="2305372"/>
          </a:xfrm>
          <a:prstGeom prst="rect">
            <a:avLst/>
          </a:prstGeom>
        </p:spPr>
      </p:pic>
    </p:spTree>
    <p:extLst>
      <p:ext uri="{BB962C8B-B14F-4D97-AF65-F5344CB8AC3E}">
        <p14:creationId xmlns:p14="http://schemas.microsoft.com/office/powerpoint/2010/main" val="206906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109896" cy="92333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5 — Identify High-Risk Machines and Export the Report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221C80E6-F181-41E6-BB88-31D080A53699}"/>
              </a:ext>
            </a:extLst>
          </p:cNvPr>
          <p:cNvPicPr>
            <a:picLocks noChangeAspect="1"/>
          </p:cNvPicPr>
          <p:nvPr/>
        </p:nvPicPr>
        <p:blipFill>
          <a:blip r:embed="rId3"/>
          <a:stretch>
            <a:fillRect/>
          </a:stretch>
        </p:blipFill>
        <p:spPr>
          <a:xfrm>
            <a:off x="1219200" y="2169495"/>
            <a:ext cx="9753600" cy="3832814"/>
          </a:xfrm>
          <a:prstGeom prst="rect">
            <a:avLst/>
          </a:prstGeom>
        </p:spPr>
      </p:pic>
    </p:spTree>
    <p:extLst>
      <p:ext uri="{BB962C8B-B14F-4D97-AF65-F5344CB8AC3E}">
        <p14:creationId xmlns:p14="http://schemas.microsoft.com/office/powerpoint/2010/main" val="106030827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9 Hands-On Lab</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109896" cy="1754326"/>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 the Lab</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the main project directory: python Module_9/module9_end_to_end_workflow.py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0019415-9087-41A4-B0CF-1A82BCDA0AD8}"/>
              </a:ext>
            </a:extLst>
          </p:cNvPr>
          <p:cNvPicPr>
            <a:picLocks noChangeAspect="1"/>
          </p:cNvPicPr>
          <p:nvPr/>
        </p:nvPicPr>
        <p:blipFill>
          <a:blip r:embed="rId3"/>
          <a:stretch>
            <a:fillRect/>
          </a:stretch>
        </p:blipFill>
        <p:spPr>
          <a:xfrm>
            <a:off x="2777007" y="2654300"/>
            <a:ext cx="6637986" cy="3429000"/>
          </a:xfrm>
          <a:prstGeom prst="rect">
            <a:avLst/>
          </a:prstGeom>
          <a:ln>
            <a:solidFill>
              <a:schemeClr val="accent1"/>
            </a:solidFill>
          </a:ln>
        </p:spPr>
      </p:pic>
    </p:spTree>
    <p:extLst>
      <p:ext uri="{BB962C8B-B14F-4D97-AF65-F5344CB8AC3E}">
        <p14:creationId xmlns:p14="http://schemas.microsoft.com/office/powerpoint/2010/main" val="321582612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355088" y="2202351"/>
            <a:ext cx="7085326"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15146" y="2362126"/>
              <a:ext cx="4735956" cy="1815882"/>
            </a:xfrm>
            <a:prstGeom prst="rect">
              <a:avLst/>
            </a:prstGeom>
            <a:noFill/>
          </p:spPr>
          <p:txBody>
            <a:bodyPr wrap="square" rtlCol="0">
              <a:spAutoFit/>
            </a:bodyPr>
            <a:lstStyle/>
            <a:p>
              <a:pPr marL="342900" lvl="0" indent="-342900">
                <a:buFontTx/>
                <a:buAutoNum type="alphaUcParenR"/>
                <a:defRPr/>
              </a:pPr>
              <a:r>
                <a:rPr lang="en-GB" sz="1400" dirty="0">
                  <a:solidFill>
                    <a:prstClr val="black"/>
                  </a:solidFill>
                </a:rPr>
                <a:t>Model Training → Data Collection → Cleaning → Prediction</a:t>
              </a:r>
            </a:p>
            <a:p>
              <a:pPr marL="342900" lvl="0" indent="-342900">
                <a:buFontTx/>
                <a:buAutoNum type="alphaUcParenR"/>
                <a:defRPr/>
              </a:pPr>
              <a:endParaRPr lang="en-GB" sz="1400" dirty="0">
                <a:solidFill>
                  <a:prstClr val="black"/>
                </a:solidFill>
              </a:endParaRPr>
            </a:p>
            <a:p>
              <a:pPr marL="342900" lvl="0" indent="-342900">
                <a:buFontTx/>
                <a:buAutoNum type="alphaUcParenR"/>
                <a:defRPr/>
              </a:pPr>
              <a:r>
                <a:rPr lang="en-GB" sz="1400" dirty="0">
                  <a:solidFill>
                    <a:prstClr val="black"/>
                  </a:solidFill>
                </a:rPr>
                <a:t>Data Collection → Preparation → Feature Engineering → Modelling → Evaluation → Prediction</a:t>
              </a:r>
            </a:p>
            <a:p>
              <a:pPr marL="342900" lvl="0" indent="-342900">
                <a:buFontTx/>
                <a:buAutoNum type="alphaUcParenR"/>
                <a:defRPr/>
              </a:pPr>
              <a:endParaRPr lang="en-GB" sz="1400" dirty="0">
                <a:solidFill>
                  <a:prstClr val="black"/>
                </a:solidFill>
              </a:endParaRPr>
            </a:p>
            <a:p>
              <a:pPr marL="342900" lvl="0" indent="-342900">
                <a:buFontTx/>
                <a:buAutoNum type="alphaUcParenR"/>
                <a:defRPr/>
              </a:pPr>
              <a:r>
                <a:rPr lang="en-GB" sz="1400" dirty="0">
                  <a:solidFill>
                    <a:prstClr val="black"/>
                  </a:solidFill>
                </a:rPr>
                <a:t>Prediction → Feature Engineering → Data Collection → Evaluation</a:t>
              </a:r>
            </a:p>
            <a:p>
              <a:pPr marL="342900" lvl="0" indent="-342900">
                <a:buFontTx/>
                <a:buAutoNum type="alphaUcParenR"/>
                <a:defRPr/>
              </a:pPr>
              <a:endParaRPr lang="en-GB" sz="1400" dirty="0">
                <a:solidFill>
                  <a:prstClr val="black"/>
                </a:solidFill>
              </a:endParaRPr>
            </a:p>
            <a:p>
              <a:pPr marL="342900" lvl="0" indent="-342900">
                <a:buFontTx/>
                <a:buAutoNum type="alphaUcParenR"/>
                <a:defRPr/>
              </a:pPr>
              <a:r>
                <a:rPr lang="en-GB" sz="1400" dirty="0">
                  <a:solidFill>
                    <a:prstClr val="black"/>
                  </a:solidFill>
                </a:rPr>
                <a:t>Evaluation → Data Collection → Modelling → Cleaning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584775"/>
            </a:xfrm>
            <a:prstGeom prst="rect">
              <a:avLst/>
            </a:prstGeom>
            <a:noFill/>
          </p:spPr>
          <p:txBody>
            <a:bodyPr wrap="square" rtlCol="0">
              <a:spAutoFit/>
            </a:bodyPr>
            <a:lstStyle/>
            <a:p>
              <a:pPr lvl="0">
                <a:defRPr/>
              </a:pPr>
              <a:r>
                <a:rPr lang="en-US" sz="1600" b="1" dirty="0">
                  <a:solidFill>
                    <a:prstClr val="black"/>
                  </a:solidFill>
                </a:rPr>
                <a:t>Which sequence best represents an end-to-end industrial predictive analytics workflow?</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88988752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079589" y="2335170"/>
            <a:ext cx="7378400"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04933" y="2458277"/>
              <a:ext cx="4735956" cy="1755545"/>
            </a:xfrm>
            <a:prstGeom prst="rect">
              <a:avLst/>
            </a:prstGeom>
            <a:noFill/>
          </p:spPr>
          <p:txBody>
            <a:bodyPr wrap="square" rtlCol="0">
              <a:spAutoFit/>
            </a:bodyPr>
            <a:lstStyle/>
            <a:p>
              <a:pPr marL="342900" lvl="0" indent="-342900">
                <a:lnSpc>
                  <a:spcPct val="200000"/>
                </a:lnSpc>
                <a:buFontTx/>
                <a:buAutoNum type="alphaUcParenR"/>
                <a:defRPr/>
              </a:pPr>
              <a:r>
                <a:rPr lang="en-GB" sz="1400" dirty="0">
                  <a:solidFill>
                    <a:prstClr val="black"/>
                  </a:solidFill>
                </a:rPr>
                <a:t>MAE</a:t>
              </a:r>
            </a:p>
            <a:p>
              <a:pPr marL="342900" lvl="0" indent="-342900">
                <a:lnSpc>
                  <a:spcPct val="200000"/>
                </a:lnSpc>
                <a:buFontTx/>
                <a:buAutoNum type="alphaUcParenR"/>
                <a:defRPr/>
              </a:pPr>
              <a:r>
                <a:rPr lang="en-GB" sz="1400" dirty="0">
                  <a:solidFill>
                    <a:prstClr val="black"/>
                  </a:solidFill>
                </a:rPr>
                <a:t>R²</a:t>
              </a:r>
            </a:p>
            <a:p>
              <a:pPr marL="342900" lvl="0" indent="-342900">
                <a:lnSpc>
                  <a:spcPct val="200000"/>
                </a:lnSpc>
                <a:buFontTx/>
                <a:buAutoNum type="alphaUcParenR"/>
                <a:defRPr/>
              </a:pPr>
              <a:r>
                <a:rPr lang="en-GB" sz="1400" dirty="0">
                  <a:solidFill>
                    <a:prstClr val="black"/>
                  </a:solidFill>
                </a:rPr>
                <a:t>Recall</a:t>
              </a:r>
            </a:p>
            <a:p>
              <a:pPr marL="342900" lvl="0" indent="-342900">
                <a:lnSpc>
                  <a:spcPct val="200000"/>
                </a:lnSpc>
                <a:buFontTx/>
                <a:buAutoNum type="alphaUcParenR"/>
                <a:defRPr/>
              </a:pPr>
              <a:r>
                <a:rPr lang="en-GB" sz="1400" dirty="0">
                  <a:solidFill>
                    <a:prstClr val="black"/>
                  </a:solidFill>
                </a:rPr>
                <a:t>RMSE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In a predictive maintenance application where missing an actual equipment failure is particularly costly, which classification metric may require greater attention?</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54996148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6683-DA63-0D1A-1554-90D23B476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F835E-C8C5-E46D-EE96-F6D4BE19C963}"/>
              </a:ext>
            </a:extLst>
          </p:cNvPr>
          <p:cNvSpPr txBox="1"/>
          <p:nvPr/>
        </p:nvSpPr>
        <p:spPr>
          <a:xfrm>
            <a:off x="118871" y="309551"/>
            <a:ext cx="12654153" cy="584775"/>
          </a:xfrm>
          <a:prstGeom prst="rect">
            <a:avLst/>
          </a:prstGeom>
          <a:noFill/>
        </p:spPr>
        <p:txBody>
          <a:bodyPr wrap="square" rtlCol="0">
            <a:spAutoFit/>
          </a:bodyPr>
          <a:lstStyle/>
          <a:p>
            <a:pPr lvl="0">
              <a:defRPr/>
            </a:pPr>
            <a:r>
              <a:rPr lang="en-US" sz="3200" b="1" dirty="0">
                <a:solidFill>
                  <a:srgbClr val="391688"/>
                </a:solidFill>
                <a:latin typeface="Calibri" panose="020F0502020204030204" pitchFamily="34" charset="0"/>
                <a:ea typeface="Calibri" panose="020F0502020204030204" pitchFamily="34" charset="0"/>
                <a:cs typeface="Calibri" panose="020F0502020204030204" pitchFamily="34" charset="0"/>
              </a:rPr>
              <a:t>Module 10: Deployment and Monitoring in Production Environments </a:t>
            </a:r>
          </a:p>
        </p:txBody>
      </p:sp>
      <p:sp>
        <p:nvSpPr>
          <p:cNvPr id="4" name="Rectangle 3">
            <a:extLst>
              <a:ext uri="{FF2B5EF4-FFF2-40B4-BE49-F238E27FC236}">
                <a16:creationId xmlns:a16="http://schemas.microsoft.com/office/drawing/2014/main" id="{6169E1A7-29EE-BC6F-15EC-8DBA5FB17ADE}"/>
              </a:ext>
            </a:extLst>
          </p:cNvPr>
          <p:cNvSpPr/>
          <p:nvPr/>
        </p:nvSpPr>
        <p:spPr>
          <a:xfrm>
            <a:off x="0" y="1378779"/>
            <a:ext cx="12192000" cy="4400229"/>
          </a:xfrm>
          <a:prstGeom prst="rect">
            <a:avLst/>
          </a:prstGeom>
          <a:solidFill>
            <a:srgbClr val="504398"/>
          </a:solidFill>
          <a:ln>
            <a:solidFill>
              <a:srgbClr val="504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5817AB0-0234-4151-9A0C-2C52CA5ABBC0}"/>
              </a:ext>
            </a:extLst>
          </p:cNvPr>
          <p:cNvSpPr txBox="1"/>
          <p:nvPr/>
        </p:nvSpPr>
        <p:spPr>
          <a:xfrm>
            <a:off x="423356" y="2160013"/>
            <a:ext cx="6158419" cy="2862322"/>
          </a:xfrm>
          <a:prstGeom prst="rect">
            <a:avLst/>
          </a:prstGeom>
          <a:noFill/>
        </p:spPr>
        <p:txBody>
          <a:bodyPr wrap="square" rtlCol="0">
            <a:spAutoFit/>
          </a:bodyPr>
          <a:lstStyle/>
          <a:p>
            <a:pPr marL="342900" lvl="0" indent="-342900">
              <a:buFont typeface="Wingdings" panose="05000000000000000000" pitchFamily="2" charset="2"/>
              <a:buChar char="Ø"/>
              <a:defRPr/>
            </a:pPr>
            <a:r>
              <a:rPr lang="en-US" sz="2000" b="1" i="1" dirty="0">
                <a:solidFill>
                  <a:prstClr val="white"/>
                </a:solidFill>
                <a:latin typeface="Calibri" panose="020F0502020204030204"/>
              </a:rPr>
              <a:t>Deploying Predictive Analytics Models in Industrial Production</a:t>
            </a:r>
          </a:p>
          <a:p>
            <a:pPr marL="342900" lvl="0" indent="-342900">
              <a:buFont typeface="Wingdings" panose="05000000000000000000" pitchFamily="2" charset="2"/>
              <a:buChar char="Ø"/>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Batch and Real-Time Model Inference</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Model Monitoring, Drift Detection, and Retraining</a:t>
            </a:r>
          </a:p>
          <a:p>
            <a:pPr lvl="0">
              <a:defRPr/>
            </a:pPr>
            <a:endParaRPr lang="en-US" sz="2000" b="1" i="1" dirty="0">
              <a:solidFill>
                <a:prstClr val="white"/>
              </a:solidFill>
              <a:latin typeface="Calibri" panose="020F0502020204030204"/>
            </a:endParaRPr>
          </a:p>
          <a:p>
            <a:pPr marL="342900" lvl="0" indent="-342900">
              <a:buFont typeface="Wingdings" panose="05000000000000000000" pitchFamily="2" charset="2"/>
              <a:buChar char="Ø"/>
              <a:defRPr/>
            </a:pPr>
            <a:r>
              <a:rPr lang="en-US" sz="2000" b="1" i="1" dirty="0">
                <a:solidFill>
                  <a:prstClr val="white"/>
                </a:solidFill>
                <a:latin typeface="Calibri" panose="020F0502020204030204"/>
              </a:rPr>
              <a:t>Practical Exercise: Production Deployment and Monitoring Considerations </a:t>
            </a:r>
            <a:endParaRPr kumimoji="0" lang="en-GB" sz="2000" b="1"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What is predictive analytics? A complete guide | Pega">
            <a:extLst>
              <a:ext uri="{FF2B5EF4-FFF2-40B4-BE49-F238E27FC236}">
                <a16:creationId xmlns:a16="http://schemas.microsoft.com/office/drawing/2014/main" id="{FE235881-B92B-4790-9C7E-BE2E3396C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8095" y="1600449"/>
            <a:ext cx="3267185"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2464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Deploying Predictive Analytics Models in Industrial Production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Moving Predictive Models into Production</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 predictive model creates operational value only when its predictions can be incorporated into real engineering and manufacturing workflows.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Deployment moves a validated model from the development environment into a production setting where it can receive new data and generate predictions consistently.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 an industrial environment, deployment may connect the model with sensor data, production databases, manufacturing applications, or maintenance systems.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production workflow must preserve the same data preparation and feature-engineering logic used during model development.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Engineers must also consider model availability, prediction frequency, computational requirements, reliability, and integration with existing processes. Deployment should therefore be treated as an engineering workflow rather than simply transferring a trained model file to another system.</a:t>
            </a:r>
            <a:endPar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133062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Deploying Predictive Analytics Models in Industrial Production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Production Deployment Requirements</a:t>
            </a:r>
          </a:p>
          <a:p>
            <a:pPr lvl="0">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Before deployment, teams should verify that the complete prediction pipeline can operate reliably with production data. The deployed solution needs more than the trained model because incoming information must be processed consistently before inference occurs.</a:t>
            </a:r>
          </a:p>
          <a:p>
            <a:pPr marL="285750" lvl="0" indent="-285750">
              <a:buFont typeface="Wingdings" panose="05000000000000000000" pitchFamily="2" charset="2"/>
              <a:buChar char="Ø"/>
              <a:defRPr/>
            </a:pPr>
            <a:endParaRPr kumimoji="0" lang="en-US" sz="180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Wingdings" panose="05000000000000000000" pitchFamily="2" charset="2"/>
              <a:buChar char="Ø"/>
            </a:pPr>
            <a:r>
              <a:rPr lang="en-US" dirty="0"/>
              <a:t>Important deployment considerations include:</a:t>
            </a:r>
          </a:p>
          <a:p>
            <a:pPr marL="742950" lvl="1" indent="-285750">
              <a:buFont typeface="Arial" panose="020B0604020202020204" pitchFamily="34" charset="0"/>
              <a:buChar char="•"/>
            </a:pPr>
            <a:r>
              <a:rPr lang="en-US" dirty="0"/>
              <a:t>Validate incoming production data. </a:t>
            </a:r>
          </a:p>
          <a:p>
            <a:pPr marL="742950" lvl="1" indent="-285750">
              <a:buFont typeface="Arial" panose="020B0604020202020204" pitchFamily="34" charset="0"/>
              <a:buChar char="•"/>
            </a:pPr>
            <a:r>
              <a:rPr lang="en-US" dirty="0"/>
              <a:t>Apply the same transformations used during training. </a:t>
            </a:r>
          </a:p>
          <a:p>
            <a:pPr marL="742950" lvl="1" indent="-285750">
              <a:buFont typeface="Arial" panose="020B0604020202020204" pitchFamily="34" charset="0"/>
              <a:buChar char="•"/>
            </a:pPr>
            <a:r>
              <a:rPr lang="en-US" dirty="0"/>
              <a:t>Recreate required engineered features. </a:t>
            </a:r>
          </a:p>
          <a:p>
            <a:pPr marL="742950" lvl="1" indent="-285750">
              <a:buFont typeface="Arial" panose="020B0604020202020204" pitchFamily="34" charset="0"/>
              <a:buChar char="•"/>
            </a:pPr>
            <a:r>
              <a:rPr lang="en-US" dirty="0"/>
              <a:t>Load the approved model version. </a:t>
            </a:r>
          </a:p>
          <a:p>
            <a:pPr marL="742950" lvl="1" indent="-285750">
              <a:buFont typeface="Arial" panose="020B0604020202020204" pitchFamily="34" charset="0"/>
              <a:buChar char="•"/>
            </a:pPr>
            <a:r>
              <a:rPr lang="en-US" dirty="0"/>
              <a:t>Generate predictions consistently. </a:t>
            </a:r>
          </a:p>
          <a:p>
            <a:pPr marL="742950" lvl="1" indent="-285750">
              <a:buFont typeface="Arial" panose="020B0604020202020204" pitchFamily="34" charset="0"/>
              <a:buChar char="•"/>
            </a:pPr>
            <a:r>
              <a:rPr lang="en-US" dirty="0"/>
              <a:t>Record prediction outputs and timestamps. </a:t>
            </a:r>
          </a:p>
          <a:p>
            <a:pPr marL="742950" lvl="1" indent="-285750">
              <a:buFont typeface="Arial" panose="020B0604020202020204" pitchFamily="34" charset="0"/>
              <a:buChar char="•"/>
            </a:pPr>
            <a:r>
              <a:rPr lang="en-US" dirty="0"/>
              <a:t>Define actions for processing failures. </a:t>
            </a:r>
          </a:p>
          <a:p>
            <a:pPr marL="742950" lvl="1" indent="-285750">
              <a:buFont typeface="Arial" panose="020B0604020202020204" pitchFamily="34" charset="0"/>
              <a:buChar char="•"/>
            </a:pPr>
            <a:r>
              <a:rPr lang="en-US" dirty="0"/>
              <a:t>Control model and pipeline versions. </a:t>
            </a:r>
          </a:p>
          <a:p>
            <a:pPr marL="742950" lvl="1" indent="-285750">
              <a:buFont typeface="Arial" panose="020B0604020202020204" pitchFamily="34" charset="0"/>
              <a:buChar char="•"/>
            </a:pPr>
            <a:r>
              <a:rPr lang="en-US" dirty="0"/>
              <a:t>Integrate predictions with engineering workflows.</a:t>
            </a:r>
          </a:p>
          <a:p>
            <a:pPr marL="285750" lvl="0" indent="-285750">
              <a:buFont typeface="Wingdings" panose="05000000000000000000" pitchFamily="2" charset="2"/>
              <a:buChar char="Ø"/>
              <a:defRPr/>
            </a:pPr>
            <a:endParaRPr kumimoji="0" lang="en-GB" sz="180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ED9A817-2DD8-46A1-8856-53FC4491D60D}"/>
              </a:ext>
            </a:extLst>
          </p:cNvPr>
          <p:cNvPicPr>
            <a:picLocks noChangeAspect="1"/>
          </p:cNvPicPr>
          <p:nvPr/>
        </p:nvPicPr>
        <p:blipFill>
          <a:blip r:embed="rId3"/>
          <a:stretch>
            <a:fillRect/>
          </a:stretch>
        </p:blipFill>
        <p:spPr>
          <a:xfrm>
            <a:off x="7176698" y="2898740"/>
            <a:ext cx="3510352" cy="3336335"/>
          </a:xfrm>
          <a:prstGeom prst="rect">
            <a:avLst/>
          </a:prstGeom>
        </p:spPr>
      </p:pic>
    </p:spTree>
    <p:extLst>
      <p:ext uri="{BB962C8B-B14F-4D97-AF65-F5344CB8AC3E}">
        <p14:creationId xmlns:p14="http://schemas.microsoft.com/office/powerpoint/2010/main" val="118995083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Deploying Predictive Analytics Models in Industrial Production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2"/>
          </a:xfrm>
          <a:prstGeom prst="rect">
            <a:avLst/>
          </a:prstGeom>
          <a:noFill/>
        </p:spPr>
        <p:txBody>
          <a:bodyPr wrap="square" rtlCol="0">
            <a:spAutoFit/>
          </a:bodyPr>
          <a:lstStyle/>
          <a:p>
            <a:pPr lvl="0">
              <a:defRPr/>
            </a:pPr>
            <a:r>
              <a:rPr lang="en-US" b="1" dirty="0">
                <a:solidFill>
                  <a:prstClr val="black"/>
                </a:solidFill>
              </a:rPr>
              <a:t>Industrial Model Deployment Architecture</a:t>
            </a:r>
            <a:endParaRPr kumimoji="0" lang="en-GB" sz="180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0E3AA916-FEFA-4F03-961B-348C747DF2EC}"/>
              </a:ext>
            </a:extLst>
          </p:cNvPr>
          <p:cNvPicPr>
            <a:picLocks noChangeAspect="1"/>
          </p:cNvPicPr>
          <p:nvPr/>
        </p:nvPicPr>
        <p:blipFill rotWithShape="1">
          <a:blip r:embed="rId3"/>
          <a:srcRect l="24610" t="9896" r="24121"/>
          <a:stretch/>
        </p:blipFill>
        <p:spPr>
          <a:xfrm>
            <a:off x="3900863" y="1996395"/>
            <a:ext cx="4259934" cy="4211249"/>
          </a:xfrm>
          <a:prstGeom prst="rect">
            <a:avLst/>
          </a:prstGeom>
        </p:spPr>
      </p:pic>
    </p:spTree>
    <p:extLst>
      <p:ext uri="{BB962C8B-B14F-4D97-AF65-F5344CB8AC3E}">
        <p14:creationId xmlns:p14="http://schemas.microsoft.com/office/powerpoint/2010/main" val="173756740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Batch and Real-Time Model Inference</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3693319"/>
          </a:xfrm>
          <a:prstGeom prst="rect">
            <a:avLst/>
          </a:prstGeom>
          <a:noFill/>
        </p:spPr>
        <p:txBody>
          <a:bodyPr wrap="square" rtlCol="0">
            <a:spAutoFit/>
          </a:bodyPr>
          <a:lstStyle/>
          <a:p>
            <a:pPr lvl="0">
              <a:defRPr/>
            </a:pPr>
            <a:r>
              <a:rPr lang="en-US" b="1" dirty="0">
                <a:solidFill>
                  <a:prstClr val="black"/>
                </a:solidFill>
              </a:rPr>
              <a:t>Understanding Model Inference</a:t>
            </a:r>
          </a:p>
          <a:p>
            <a:pPr lvl="0">
              <a:defRPr/>
            </a:pPr>
            <a:endParaRPr kumimoji="0" lang="en-US" sz="1800"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Inference is the process of applying a trained predictive model to new data to generate predictions. Unlike training, which learns relationships from historical examples, inference uses those already learned relationships to evaluate current or newly collected observations.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Industrial inference can occur according to different schedules depending on how quickly predictions are required. A maintenance model may analyse machine information once every shift or day, whereas a monitoring application may require predictions soon after new sensor measurements become available.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inference design should therefore reflect the operational decision being supported. Prediction frequency, data availability, processing latency, computational resources, and the urgency of engineering actions all influence whether batch or real-time inference is the more appropriate approach.</a:t>
            </a:r>
            <a:endParaRPr kumimoji="0" lang="en-GB" sz="180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602627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Batch and Real-Time Model Inference</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247317"/>
          </a:xfrm>
          <a:prstGeom prst="rect">
            <a:avLst/>
          </a:prstGeom>
          <a:noFill/>
        </p:spPr>
        <p:txBody>
          <a:bodyPr wrap="square" rtlCol="0">
            <a:spAutoFit/>
          </a:bodyPr>
          <a:lstStyle/>
          <a:p>
            <a:pPr lvl="0">
              <a:defRPr/>
            </a:pPr>
            <a:r>
              <a:rPr lang="en-US" b="1" dirty="0">
                <a:solidFill>
                  <a:prstClr val="black"/>
                </a:solidFill>
              </a:rPr>
              <a:t>Batch vs Real-Time Inference</a:t>
            </a:r>
          </a:p>
          <a:p>
            <a:pPr lvl="0">
              <a:defRPr/>
            </a:pPr>
            <a:endParaRPr kumimoji="0" lang="en-US" sz="1800"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Batch inference processes groups of observations together at scheduled intervals. It is appropriate when predictions do not need to be generated immediately, such as daily equipment-risk scoring or scheduled production analysis. Real-time inference generates predictions as new information becomes available and is more appropriate when rapid operational responses are required.</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Key differences include:</a:t>
            </a:r>
          </a:p>
          <a:p>
            <a:pPr marL="742950" lvl="1" indent="-285750">
              <a:buFont typeface="Arial" panose="020B0604020202020204" pitchFamily="34" charset="0"/>
              <a:buChar char="•"/>
              <a:defRPr/>
            </a:pPr>
            <a:r>
              <a:rPr lang="en-US" b="1" dirty="0">
                <a:solidFill>
                  <a:prstClr val="black"/>
                </a:solidFill>
              </a:rPr>
              <a:t>Batch: </a:t>
            </a:r>
            <a:r>
              <a:rPr lang="en-US" dirty="0">
                <a:solidFill>
                  <a:prstClr val="black"/>
                </a:solidFill>
              </a:rPr>
              <a:t>Processes multiple records together.</a:t>
            </a:r>
          </a:p>
          <a:p>
            <a:pPr marL="742950" lvl="1" indent="-285750">
              <a:buFont typeface="Arial" panose="020B0604020202020204" pitchFamily="34" charset="0"/>
              <a:buChar char="•"/>
              <a:defRPr/>
            </a:pPr>
            <a:r>
              <a:rPr lang="en-US" b="1" dirty="0">
                <a:solidFill>
                  <a:prstClr val="black"/>
                </a:solidFill>
              </a:rPr>
              <a:t>Real-time:</a:t>
            </a:r>
            <a:r>
              <a:rPr lang="en-US" dirty="0">
                <a:solidFill>
                  <a:prstClr val="black"/>
                </a:solidFill>
              </a:rPr>
              <a:t> Processes observations as they arrive.</a:t>
            </a:r>
          </a:p>
          <a:p>
            <a:pPr marL="742950" lvl="1" indent="-285750">
              <a:buFont typeface="Arial" panose="020B0604020202020204" pitchFamily="34" charset="0"/>
              <a:buChar char="•"/>
              <a:defRPr/>
            </a:pPr>
            <a:r>
              <a:rPr lang="en-US" b="1" dirty="0">
                <a:solidFill>
                  <a:prstClr val="black"/>
                </a:solidFill>
              </a:rPr>
              <a:t>Batch:</a:t>
            </a:r>
            <a:r>
              <a:rPr lang="en-US" dirty="0">
                <a:solidFill>
                  <a:prstClr val="black"/>
                </a:solidFill>
              </a:rPr>
              <a:t> Suitable for scheduled predictions.</a:t>
            </a:r>
          </a:p>
          <a:p>
            <a:pPr marL="742950" lvl="1" indent="-285750">
              <a:buFont typeface="Arial" panose="020B0604020202020204" pitchFamily="34" charset="0"/>
              <a:buChar char="•"/>
              <a:defRPr/>
            </a:pPr>
            <a:r>
              <a:rPr lang="en-US" b="1" dirty="0">
                <a:solidFill>
                  <a:prstClr val="black"/>
                </a:solidFill>
              </a:rPr>
              <a:t>Real-time: </a:t>
            </a:r>
            <a:r>
              <a:rPr lang="en-US" dirty="0">
                <a:solidFill>
                  <a:prstClr val="black"/>
                </a:solidFill>
              </a:rPr>
              <a:t>Suitable for time-sensitive decisions.</a:t>
            </a:r>
          </a:p>
          <a:p>
            <a:pPr marL="742950" lvl="1" indent="-285750">
              <a:buFont typeface="Arial" panose="020B0604020202020204" pitchFamily="34" charset="0"/>
              <a:buChar char="•"/>
              <a:defRPr/>
            </a:pPr>
            <a:r>
              <a:rPr lang="en-US" b="1" dirty="0">
                <a:solidFill>
                  <a:prstClr val="black"/>
                </a:solidFill>
              </a:rPr>
              <a:t>Batch:</a:t>
            </a:r>
            <a:r>
              <a:rPr lang="en-US" dirty="0">
                <a:solidFill>
                  <a:prstClr val="black"/>
                </a:solidFill>
              </a:rPr>
              <a:t> Generally simpler to operate and monitor.</a:t>
            </a:r>
          </a:p>
          <a:p>
            <a:pPr marL="742950" lvl="1" indent="-285750">
              <a:buFont typeface="Arial" panose="020B0604020202020204" pitchFamily="34" charset="0"/>
              <a:buChar char="•"/>
              <a:defRPr/>
            </a:pPr>
            <a:r>
              <a:rPr lang="en-US" b="1" dirty="0">
                <a:solidFill>
                  <a:prstClr val="black"/>
                </a:solidFill>
              </a:rPr>
              <a:t>Real-time: </a:t>
            </a:r>
            <a:r>
              <a:rPr lang="en-US" dirty="0">
                <a:solidFill>
                  <a:prstClr val="black"/>
                </a:solidFill>
              </a:rPr>
              <a:t>Requires greater attention to latency and availability.</a:t>
            </a:r>
          </a:p>
          <a:p>
            <a:pPr marL="742950" lvl="1" indent="-285750">
              <a:buFont typeface="Arial" panose="020B0604020202020204" pitchFamily="34" charset="0"/>
              <a:buChar char="•"/>
              <a:defRPr/>
            </a:pPr>
            <a:r>
              <a:rPr lang="en-US" b="1" dirty="0">
                <a:solidFill>
                  <a:prstClr val="black"/>
                </a:solidFill>
              </a:rPr>
              <a:t>Both:</a:t>
            </a:r>
            <a:r>
              <a:rPr lang="en-US" dirty="0">
                <a:solidFill>
                  <a:prstClr val="black"/>
                </a:solidFill>
              </a:rPr>
              <a:t> Require consistent preprocessing and feature logic.</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291722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Batch and Real-Time Model Inference</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646331"/>
          </a:xfrm>
          <a:prstGeom prst="rect">
            <a:avLst/>
          </a:prstGeom>
          <a:noFill/>
        </p:spPr>
        <p:txBody>
          <a:bodyPr wrap="square" rtlCol="0">
            <a:spAutoFit/>
          </a:bodyPr>
          <a:lstStyle/>
          <a:p>
            <a:pPr lvl="0">
              <a:defRPr/>
            </a:pPr>
            <a:r>
              <a:rPr lang="en-US" b="1" dirty="0">
                <a:solidFill>
                  <a:prstClr val="black"/>
                </a:solidFill>
              </a:rPr>
              <a:t>Batch vs Real-Time Industrial Inference</a:t>
            </a:r>
          </a:p>
          <a:p>
            <a:pPr lvl="0">
              <a:defRPr/>
            </a:pP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9053F4C0-91CD-46B4-85D8-B390B364787C}"/>
              </a:ext>
            </a:extLst>
          </p:cNvPr>
          <p:cNvPicPr>
            <a:picLocks noChangeAspect="1"/>
          </p:cNvPicPr>
          <p:nvPr/>
        </p:nvPicPr>
        <p:blipFill>
          <a:blip r:embed="rId3"/>
          <a:stretch>
            <a:fillRect/>
          </a:stretch>
        </p:blipFill>
        <p:spPr>
          <a:xfrm>
            <a:off x="2566987" y="2114123"/>
            <a:ext cx="7058025" cy="3970139"/>
          </a:xfrm>
          <a:prstGeom prst="rect">
            <a:avLst/>
          </a:prstGeom>
        </p:spPr>
      </p:pic>
    </p:spTree>
    <p:extLst>
      <p:ext uri="{BB962C8B-B14F-4D97-AF65-F5344CB8AC3E}">
        <p14:creationId xmlns:p14="http://schemas.microsoft.com/office/powerpoint/2010/main" val="71829529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Model Monitoring, Drift Detection, and Retraining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801314"/>
          </a:xfrm>
          <a:prstGeom prst="rect">
            <a:avLst/>
          </a:prstGeom>
          <a:noFill/>
        </p:spPr>
        <p:txBody>
          <a:bodyPr wrap="square" rtlCol="0">
            <a:spAutoFit/>
          </a:bodyPr>
          <a:lstStyle/>
          <a:p>
            <a:pPr lvl="0">
              <a:defRPr/>
            </a:pPr>
            <a:r>
              <a:rPr lang="en-US" b="1" dirty="0">
                <a:solidFill>
                  <a:prstClr val="black"/>
                </a:solidFill>
              </a:rPr>
              <a:t>Why Production Models Require Monitoring</a:t>
            </a:r>
          </a:p>
          <a:p>
            <a:pPr lvl="0">
              <a:defRPr/>
            </a:pP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A model that performs well during development may not maintain the same performance indefinitely. Manufacturing environments change as machines age, materials vary, production settings are adjusted, maintenance activities occur, or new operating conditions appear.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Monitoring provides visibility into whether the deployed solution continues to receive expected data and produce useful predictions.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Teams can monitor incoming feature distributions, missing values, prediction patterns, processing failures, and model performance when actual outcomes later become available.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Monitoring should also cover the surrounding pipeline because a change in data structure or feature calculation can affect predictions even when the model itself remains unchanged.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Continuous observation therefore helps engineering teams identify emerging reliability problems before they significantly affect operational decisions.</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61642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Model Monitoring, Drift Detection, and Retraining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8176195" cy="5078313"/>
          </a:xfrm>
          <a:prstGeom prst="rect">
            <a:avLst/>
          </a:prstGeom>
          <a:noFill/>
        </p:spPr>
        <p:txBody>
          <a:bodyPr wrap="square" rtlCol="0">
            <a:spAutoFit/>
          </a:bodyPr>
          <a:lstStyle/>
          <a:p>
            <a:pPr lvl="0">
              <a:defRPr/>
            </a:pPr>
            <a:r>
              <a:rPr lang="en-US" b="1" dirty="0">
                <a:solidFill>
                  <a:prstClr val="black"/>
                </a:solidFill>
              </a:rPr>
              <a:t>Understanding Data Drift and Model Drift</a:t>
            </a:r>
          </a:p>
          <a:p>
            <a:pPr lvl="0">
              <a:defRPr/>
            </a:pP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b="1" dirty="0">
                <a:solidFill>
                  <a:prstClr val="black"/>
                </a:solidFill>
              </a:rPr>
              <a:t>Data drift </a:t>
            </a:r>
            <a:r>
              <a:rPr lang="en-US" dirty="0">
                <a:solidFill>
                  <a:prstClr val="black"/>
                </a:solidFill>
              </a:rPr>
              <a:t>occurs when the statistical characteristics of production inputs change compared with the data used during model development. For example, machine vibration values may gradually shift as equipment ages or production loads change.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Model performance degradation occurs when the relationships learned historically no longer produce sufficiently accurate predictions under current conditions.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b="1" dirty="0">
                <a:solidFill>
                  <a:prstClr val="black"/>
                </a:solidFill>
              </a:rPr>
              <a:t>Drift</a:t>
            </a:r>
            <a:r>
              <a:rPr lang="en-US" dirty="0">
                <a:solidFill>
                  <a:prstClr val="black"/>
                </a:solidFill>
              </a:rPr>
              <a:t> does not automatically mean a model must immediately be replaced, but it provides a signal for investigation. Engineers should determine whether changes originate from genuine operational evolution, sensor replacement, calibration differences, altered processes, or data-quality problems.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Monitoring these changes helps teams identify when the assumptions underlying the original model may no longer adequately represent the current manufacturing environment.</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430BECE-F0BB-4A14-A71D-2A00EC3B4A85}"/>
              </a:ext>
            </a:extLst>
          </p:cNvPr>
          <p:cNvPicPr>
            <a:picLocks noChangeAspect="1"/>
          </p:cNvPicPr>
          <p:nvPr/>
        </p:nvPicPr>
        <p:blipFill>
          <a:blip r:embed="rId3"/>
          <a:stretch>
            <a:fillRect/>
          </a:stretch>
        </p:blipFill>
        <p:spPr>
          <a:xfrm>
            <a:off x="8534400" y="2411194"/>
            <a:ext cx="3336979" cy="3192464"/>
          </a:xfrm>
          <a:prstGeom prst="rect">
            <a:avLst/>
          </a:prstGeom>
        </p:spPr>
      </p:pic>
    </p:spTree>
    <p:extLst>
      <p:ext uri="{BB962C8B-B14F-4D97-AF65-F5344CB8AC3E}">
        <p14:creationId xmlns:p14="http://schemas.microsoft.com/office/powerpoint/2010/main" val="38647691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lvl="0">
              <a:defRPr/>
            </a:pPr>
            <a:r>
              <a:rPr lang="en-US" sz="3600" b="1" spc="-100" dirty="0">
                <a:solidFill>
                  <a:srgbClr val="000000"/>
                </a:solidFill>
                <a:cs typeface="Calibri" panose="020F0502020204030204" pitchFamily="34" charset="0"/>
              </a:rPr>
              <a:t>Model Monitoring, Drift Detection, and Retraining</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3" name="TextBox 2">
            <a:extLst>
              <a:ext uri="{FF2B5EF4-FFF2-40B4-BE49-F238E27FC236}">
                <a16:creationId xmlns:a16="http://schemas.microsoft.com/office/drawing/2014/main" id="{2DC1B6D9-4A96-DA81-6A73-4BFC41EFD927}"/>
              </a:ext>
            </a:extLst>
          </p:cNvPr>
          <p:cNvSpPr txBox="1"/>
          <p:nvPr/>
        </p:nvSpPr>
        <p:spPr>
          <a:xfrm>
            <a:off x="434405" y="1591618"/>
            <a:ext cx="11192850" cy="4524315"/>
          </a:xfrm>
          <a:prstGeom prst="rect">
            <a:avLst/>
          </a:prstGeom>
          <a:noFill/>
        </p:spPr>
        <p:txBody>
          <a:bodyPr wrap="square" rtlCol="0">
            <a:spAutoFit/>
          </a:bodyPr>
          <a:lstStyle/>
          <a:p>
            <a:pPr lvl="0">
              <a:defRPr/>
            </a:pPr>
            <a:r>
              <a:rPr lang="en-US" b="1" dirty="0">
                <a:solidFill>
                  <a:prstClr val="black"/>
                </a:solidFill>
              </a:rPr>
              <a:t>Retraining and Model Lifecycle Management</a:t>
            </a:r>
          </a:p>
          <a:p>
            <a:pPr lvl="0">
              <a:defRPr/>
            </a:pPr>
            <a:endParaRPr kumimoji="0" lang="en-US" b="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a:buFont typeface="Wingdings" panose="05000000000000000000" pitchFamily="2" charset="2"/>
              <a:buChar char="Ø"/>
              <a:defRPr/>
            </a:pPr>
            <a:r>
              <a:rPr lang="en-US" dirty="0">
                <a:solidFill>
                  <a:prstClr val="black"/>
                </a:solidFill>
              </a:rPr>
              <a:t>Retraining updates a predictive model using more recent or representative industrial data when evidence indicates that the existing model no longer performs adequately.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Retraining should be controlled rather than triggered simply because new data exists. Teams should first confirm that data quality is acceptable and determine whether observed performance changes justify an update.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The candidate model should then be trained and evaluated against appropriate validation data before replacing the existing production version.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Model versions, training datasets, features, evaluation results, and deployment dates should be traceable. Maintaining the previous approved model also supports rollback if a new version behaves unexpectedly. </a:t>
            </a:r>
          </a:p>
          <a:p>
            <a:pPr marL="285750" lvl="0" indent="-285750">
              <a:buFont typeface="Wingdings" panose="05000000000000000000" pitchFamily="2" charset="2"/>
              <a:buChar char="Ø"/>
              <a:defRPr/>
            </a:pPr>
            <a:endParaRPr lang="en-US" dirty="0">
              <a:solidFill>
                <a:prstClr val="black"/>
              </a:solidFill>
            </a:endParaRPr>
          </a:p>
          <a:p>
            <a:pPr marL="285750" lvl="0" indent="-285750">
              <a:buFont typeface="Wingdings" panose="05000000000000000000" pitchFamily="2" charset="2"/>
              <a:buChar char="Ø"/>
              <a:defRPr/>
            </a:pPr>
            <a:r>
              <a:rPr lang="en-US" dirty="0">
                <a:solidFill>
                  <a:prstClr val="black"/>
                </a:solidFill>
              </a:rPr>
              <a:t>This controlled lifecycle helps ensure that production predictive analytics evolves alongside changing industrial conditions without introducing unnecessary operational risk.</a:t>
            </a:r>
            <a:endParaRPr kumimoji="0" lang="en-GB"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065090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109896" cy="3416320"/>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Objective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Deploy the trained fault-detection model as a simple Python prediction service, perform both batch and single-record inference, simulate incoming production data, detect basic model/data drift, and define when retraining should be triggered.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The flow would be: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Saved Model → Prediction Service → Batch/Real-Time Inference → Monitoring → Drift Check → Retraining Decision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681036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11109896" cy="452431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1 — Load the Production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model created earlier: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Module_7/output/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classification_model.pkl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Module_10</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module10_production_monitoring.py</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output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Load the model: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represents the deployment stage.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35736AC-09ED-4E2B-A351-B57D52EE5236}"/>
              </a:ext>
            </a:extLst>
          </p:cNvPr>
          <p:cNvPicPr>
            <a:picLocks noChangeAspect="1"/>
          </p:cNvPicPr>
          <p:nvPr/>
        </p:nvPicPr>
        <p:blipFill>
          <a:blip r:embed="rId3"/>
          <a:stretch>
            <a:fillRect/>
          </a:stretch>
        </p:blipFill>
        <p:spPr>
          <a:xfrm>
            <a:off x="5989352" y="2767429"/>
            <a:ext cx="6000758" cy="2172689"/>
          </a:xfrm>
          <a:prstGeom prst="rect">
            <a:avLst/>
          </a:prstGeom>
        </p:spPr>
      </p:pic>
    </p:spTree>
    <p:extLst>
      <p:ext uri="{BB962C8B-B14F-4D97-AF65-F5344CB8AC3E}">
        <p14:creationId xmlns:p14="http://schemas.microsoft.com/office/powerpoint/2010/main" val="680619253"/>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5236377" cy="2585323"/>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2 — Perform Batch Inference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Module 6 model-ready dataset as simulated incoming production data: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Select the same features used in training: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662B7DDE-9374-4B36-B063-5132FB74E7DE}"/>
              </a:ext>
            </a:extLst>
          </p:cNvPr>
          <p:cNvPicPr>
            <a:picLocks noChangeAspect="1"/>
          </p:cNvPicPr>
          <p:nvPr/>
        </p:nvPicPr>
        <p:blipFill>
          <a:blip r:embed="rId3"/>
          <a:stretch>
            <a:fillRect/>
          </a:stretch>
        </p:blipFill>
        <p:spPr>
          <a:xfrm>
            <a:off x="6096000" y="973521"/>
            <a:ext cx="5236377" cy="5054016"/>
          </a:xfrm>
          <a:prstGeom prst="rect">
            <a:avLst/>
          </a:prstGeom>
          <a:ln>
            <a:solidFill>
              <a:schemeClr val="accent1"/>
            </a:solidFill>
          </a:ln>
        </p:spPr>
      </p:pic>
    </p:spTree>
    <p:extLst>
      <p:ext uri="{BB962C8B-B14F-4D97-AF65-F5344CB8AC3E}">
        <p14:creationId xmlns:p14="http://schemas.microsoft.com/office/powerpoint/2010/main" val="4218969110"/>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9611296" cy="2031325"/>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Generate batch predictions: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covers batch inference.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EE9F602-5FB9-46AC-8E2D-BB8A10A659D2}"/>
              </a:ext>
            </a:extLst>
          </p:cNvPr>
          <p:cNvPicPr>
            <a:picLocks noChangeAspect="1"/>
          </p:cNvPicPr>
          <p:nvPr/>
        </p:nvPicPr>
        <p:blipFill>
          <a:blip r:embed="rId3"/>
          <a:stretch>
            <a:fillRect/>
          </a:stretch>
        </p:blipFill>
        <p:spPr>
          <a:xfrm>
            <a:off x="4509158" y="1979851"/>
            <a:ext cx="5536542" cy="3286532"/>
          </a:xfrm>
          <a:prstGeom prst="rect">
            <a:avLst/>
          </a:prstGeom>
        </p:spPr>
      </p:pic>
    </p:spTree>
    <p:extLst>
      <p:ext uri="{BB962C8B-B14F-4D97-AF65-F5344CB8AC3E}">
        <p14:creationId xmlns:p14="http://schemas.microsoft.com/office/powerpoint/2010/main" val="598084523"/>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591617"/>
            <a:ext cx="4950396" cy="3970318"/>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3 — Simulate Real-Time Inference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building a full web API, use one incoming machine reading as a real-time simulation.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Take one row:</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Predict: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Display: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Interpret: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526B44A5-15C9-4605-A8C8-A58BBD50A4C9}"/>
              </a:ext>
            </a:extLst>
          </p:cNvPr>
          <p:cNvPicPr>
            <a:picLocks noChangeAspect="1"/>
          </p:cNvPicPr>
          <p:nvPr/>
        </p:nvPicPr>
        <p:blipFill>
          <a:blip r:embed="rId3"/>
          <a:stretch>
            <a:fillRect/>
          </a:stretch>
        </p:blipFill>
        <p:spPr>
          <a:xfrm>
            <a:off x="5657443" y="1895039"/>
            <a:ext cx="5150257" cy="3534490"/>
          </a:xfrm>
          <a:prstGeom prst="rect">
            <a:avLst/>
          </a:prstGeom>
        </p:spPr>
      </p:pic>
    </p:spTree>
    <p:extLst>
      <p:ext uri="{BB962C8B-B14F-4D97-AF65-F5344CB8AC3E}">
        <p14:creationId xmlns:p14="http://schemas.microsoft.com/office/powerpoint/2010/main" val="377605280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663699"/>
            <a:ext cx="5115496" cy="3970318"/>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4 — Simulate Production Drift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where Module 10 becomes more interesting.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simulated production data where temperature and vibration have shifted: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Compare baseline and production averages: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Calculate percentage change: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Display: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5E9FF50-3970-46E5-9C6D-B3F83183155B}"/>
              </a:ext>
            </a:extLst>
          </p:cNvPr>
          <p:cNvPicPr>
            <a:picLocks noChangeAspect="1"/>
          </p:cNvPicPr>
          <p:nvPr/>
        </p:nvPicPr>
        <p:blipFill>
          <a:blip r:embed="rId3"/>
          <a:stretch>
            <a:fillRect/>
          </a:stretch>
        </p:blipFill>
        <p:spPr>
          <a:xfrm>
            <a:off x="5755721" y="1953393"/>
            <a:ext cx="5864780" cy="3825468"/>
          </a:xfrm>
          <a:prstGeom prst="rect">
            <a:avLst/>
          </a:prstGeom>
          <a:ln>
            <a:solidFill>
              <a:schemeClr val="accent1"/>
            </a:solidFill>
          </a:ln>
        </p:spPr>
      </p:pic>
    </p:spTree>
    <p:extLst>
      <p:ext uri="{BB962C8B-B14F-4D97-AF65-F5344CB8AC3E}">
        <p14:creationId xmlns:p14="http://schemas.microsoft.com/office/powerpoint/2010/main" val="3279972503"/>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663699"/>
            <a:ext cx="3731196" cy="3139321"/>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 5 — Trigger a Retraining Decision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Set a simple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threshold:DRIFT_THRESHOLD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10</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Then display;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can also save a monitoring report:</a:t>
            </a:r>
          </a:p>
        </p:txBody>
      </p:sp>
      <p:pic>
        <p:nvPicPr>
          <p:cNvPr id="3" name="Picture 2">
            <a:extLst>
              <a:ext uri="{FF2B5EF4-FFF2-40B4-BE49-F238E27FC236}">
                <a16:creationId xmlns:a16="http://schemas.microsoft.com/office/drawing/2014/main" id="{98DE6068-33D3-435C-A397-34EAE1C4B98E}"/>
              </a:ext>
            </a:extLst>
          </p:cNvPr>
          <p:cNvPicPr>
            <a:picLocks noChangeAspect="1"/>
          </p:cNvPicPr>
          <p:nvPr/>
        </p:nvPicPr>
        <p:blipFill>
          <a:blip r:embed="rId3"/>
          <a:stretch>
            <a:fillRect/>
          </a:stretch>
        </p:blipFill>
        <p:spPr>
          <a:xfrm>
            <a:off x="4335512" y="2400457"/>
            <a:ext cx="2998398" cy="2402563"/>
          </a:xfrm>
          <a:prstGeom prst="rect">
            <a:avLst/>
          </a:prstGeom>
        </p:spPr>
      </p:pic>
      <p:pic>
        <p:nvPicPr>
          <p:cNvPr id="6" name="Picture 5">
            <a:extLst>
              <a:ext uri="{FF2B5EF4-FFF2-40B4-BE49-F238E27FC236}">
                <a16:creationId xmlns:a16="http://schemas.microsoft.com/office/drawing/2014/main" id="{7D01F3B3-0856-4679-B718-3CDF648ED1C5}"/>
              </a:ext>
            </a:extLst>
          </p:cNvPr>
          <p:cNvPicPr>
            <a:picLocks noChangeAspect="1"/>
          </p:cNvPicPr>
          <p:nvPr/>
        </p:nvPicPr>
        <p:blipFill>
          <a:blip r:embed="rId4"/>
          <a:stretch>
            <a:fillRect/>
          </a:stretch>
        </p:blipFill>
        <p:spPr>
          <a:xfrm>
            <a:off x="7503823" y="1451573"/>
            <a:ext cx="4143953" cy="4486901"/>
          </a:xfrm>
          <a:prstGeom prst="rect">
            <a:avLst/>
          </a:prstGeom>
        </p:spPr>
      </p:pic>
    </p:spTree>
    <p:extLst>
      <p:ext uri="{BB962C8B-B14F-4D97-AF65-F5344CB8AC3E}">
        <p14:creationId xmlns:p14="http://schemas.microsoft.com/office/powerpoint/2010/main" val="987505941"/>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B9BF-6F02-FDBC-1A62-3F6C9049CE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1C52BF-FF0C-5EBE-CF7C-99BFC394F34E}"/>
              </a:ext>
            </a:extLst>
          </p:cNvPr>
          <p:cNvSpPr txBox="1"/>
          <p:nvPr/>
        </p:nvSpPr>
        <p:spPr>
          <a:xfrm>
            <a:off x="434404" y="650356"/>
            <a:ext cx="1303324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Module 10 Hands-On</a:t>
            </a:r>
            <a:endPar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endParaRPr>
          </a:p>
        </p:txBody>
      </p:sp>
      <p:sp>
        <p:nvSpPr>
          <p:cNvPr id="5" name="TextBox 4">
            <a:extLst>
              <a:ext uri="{FF2B5EF4-FFF2-40B4-BE49-F238E27FC236}">
                <a16:creationId xmlns:a16="http://schemas.microsoft.com/office/drawing/2014/main" id="{3AA2589A-1A9B-451D-B4E9-4E04D9673DA8}"/>
              </a:ext>
            </a:extLst>
          </p:cNvPr>
          <p:cNvSpPr txBox="1"/>
          <p:nvPr/>
        </p:nvSpPr>
        <p:spPr>
          <a:xfrm>
            <a:off x="434404" y="1663699"/>
            <a:ext cx="3731196"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Final Outputs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F11E292-DF07-4D5C-8EC8-24630BCD9EDD}"/>
              </a:ext>
            </a:extLst>
          </p:cNvPr>
          <p:cNvPicPr>
            <a:picLocks noChangeAspect="1"/>
          </p:cNvPicPr>
          <p:nvPr/>
        </p:nvPicPr>
        <p:blipFill>
          <a:blip r:embed="rId3"/>
          <a:stretch>
            <a:fillRect/>
          </a:stretch>
        </p:blipFill>
        <p:spPr>
          <a:xfrm>
            <a:off x="1110790" y="2400043"/>
            <a:ext cx="9970420" cy="2794258"/>
          </a:xfrm>
          <a:prstGeom prst="rect">
            <a:avLst/>
          </a:prstGeom>
          <a:ln>
            <a:solidFill>
              <a:schemeClr val="accent1"/>
            </a:solidFill>
          </a:ln>
        </p:spPr>
      </p:pic>
    </p:spTree>
    <p:extLst>
      <p:ext uri="{BB962C8B-B14F-4D97-AF65-F5344CB8AC3E}">
        <p14:creationId xmlns:p14="http://schemas.microsoft.com/office/powerpoint/2010/main" val="1947866420"/>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071470" y="2444290"/>
            <a:ext cx="7142848"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36289" y="2582497"/>
              <a:ext cx="4735956" cy="1351588"/>
            </a:xfrm>
            <a:prstGeom prst="rect">
              <a:avLst/>
            </a:prstGeom>
            <a:noFill/>
          </p:spPr>
          <p:txBody>
            <a:bodyPr wrap="square" rtlCol="0">
              <a:spAutoFit/>
            </a:bodyPr>
            <a:lstStyle/>
            <a:p>
              <a:pPr marL="342900" lvl="0" indent="-342900">
                <a:lnSpc>
                  <a:spcPct val="150000"/>
                </a:lnSpc>
                <a:buFontTx/>
                <a:buAutoNum type="alphaUcParenR"/>
                <a:defRPr/>
              </a:pPr>
              <a:r>
                <a:rPr lang="en-US" sz="1400" dirty="0">
                  <a:solidFill>
                    <a:prstClr val="black"/>
                  </a:solidFill>
                </a:rPr>
                <a:t>Real-time inference</a:t>
              </a:r>
            </a:p>
            <a:p>
              <a:pPr marL="342900" lvl="0" indent="-342900">
                <a:lnSpc>
                  <a:spcPct val="150000"/>
                </a:lnSpc>
                <a:buFontTx/>
                <a:buAutoNum type="alphaUcParenR"/>
                <a:defRPr/>
              </a:pPr>
              <a:r>
                <a:rPr lang="en-US" sz="1400" dirty="0">
                  <a:solidFill>
                    <a:prstClr val="black"/>
                  </a:solidFill>
                </a:rPr>
                <a:t>Batch inference</a:t>
              </a:r>
            </a:p>
            <a:p>
              <a:pPr marL="342900" lvl="0" indent="-342900">
                <a:lnSpc>
                  <a:spcPct val="150000"/>
                </a:lnSpc>
                <a:buFontTx/>
                <a:buAutoNum type="alphaUcParenR"/>
                <a:defRPr/>
              </a:pPr>
              <a:r>
                <a:rPr lang="en-US" sz="1400" dirty="0">
                  <a:solidFill>
                    <a:prstClr val="black"/>
                  </a:solidFill>
                </a:rPr>
                <a:t>Model retraining</a:t>
              </a:r>
            </a:p>
            <a:p>
              <a:pPr marL="342900" lvl="0" indent="-342900">
                <a:lnSpc>
                  <a:spcPct val="150000"/>
                </a:lnSpc>
                <a:buFontTx/>
                <a:buAutoNum type="alphaUcParenR"/>
                <a:defRPr/>
              </a:pPr>
              <a:r>
                <a:rPr lang="en-US" sz="1400" dirty="0">
                  <a:solidFill>
                    <a:prstClr val="black"/>
                  </a:solidFill>
                </a:rPr>
                <a:t>Feature removal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 manufacturing </a:t>
              </a:r>
              <a:r>
                <a:rPr lang="en-US" sz="1600" b="1" dirty="0" err="1">
                  <a:solidFill>
                    <a:prstClr val="black"/>
                  </a:solidFill>
                </a:rPr>
                <a:t>organisation</a:t>
              </a:r>
              <a:r>
                <a:rPr lang="en-US" sz="1600" b="1" dirty="0">
                  <a:solidFill>
                    <a:prstClr val="black"/>
                  </a:solidFill>
                </a:rPr>
                <a:t> calculates equipment failure risk once every night for maintenance planning the following day. Which inference approach is most appropriate?</a:t>
              </a:r>
            </a:p>
          </p:txBody>
        </p:sp>
      </p:grpSp>
    </p:spTree>
    <p:extLst>
      <p:ext uri="{BB962C8B-B14F-4D97-AF65-F5344CB8AC3E}">
        <p14:creationId xmlns:p14="http://schemas.microsoft.com/office/powerpoint/2010/main" val="391910686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9EBE-862B-4EC3-FA41-492DA2056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51B7-0B2B-1EBB-BA89-F84F648A9BD5}"/>
              </a:ext>
            </a:extLst>
          </p:cNvPr>
          <p:cNvSpPr txBox="1"/>
          <p:nvPr/>
        </p:nvSpPr>
        <p:spPr>
          <a:xfrm>
            <a:off x="434405" y="650356"/>
            <a:ext cx="11348230"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100" normalizeH="0" baseline="0" noProof="0" dirty="0">
                <a:ln>
                  <a:noFill/>
                </a:ln>
                <a:solidFill>
                  <a:srgbClr val="000000"/>
                </a:solidFill>
                <a:effectLst/>
                <a:uLnTx/>
                <a:uFillTx/>
                <a:latin typeface="Calibri" panose="020F0502020204030204"/>
                <a:ea typeface="+mn-ea"/>
                <a:cs typeface="Calibri" panose="020F0502020204030204" pitchFamily="34" charset="0"/>
              </a:rPr>
              <a:t>Let’s Recall</a:t>
            </a:r>
          </a:p>
        </p:txBody>
      </p:sp>
      <p:grpSp>
        <p:nvGrpSpPr>
          <p:cNvPr id="4" name="Group 3">
            <a:extLst>
              <a:ext uri="{FF2B5EF4-FFF2-40B4-BE49-F238E27FC236}">
                <a16:creationId xmlns:a16="http://schemas.microsoft.com/office/drawing/2014/main" id="{7EF00336-A89C-5054-E7C4-C0B446F57E71}"/>
              </a:ext>
            </a:extLst>
          </p:cNvPr>
          <p:cNvGrpSpPr/>
          <p:nvPr/>
        </p:nvGrpSpPr>
        <p:grpSpPr>
          <a:xfrm>
            <a:off x="8845826" y="650356"/>
            <a:ext cx="2712594" cy="5262287"/>
            <a:chOff x="8092281" y="1314449"/>
            <a:chExt cx="2127251" cy="4060826"/>
          </a:xfrm>
        </p:grpSpPr>
        <p:grpSp>
          <p:nvGrpSpPr>
            <p:cNvPr id="5" name="Group 1">
              <a:extLst>
                <a:ext uri="{FF2B5EF4-FFF2-40B4-BE49-F238E27FC236}">
                  <a16:creationId xmlns:a16="http://schemas.microsoft.com/office/drawing/2014/main" id="{C9AA2CB8-A45E-C17B-3033-B74D49940B59}"/>
                </a:ext>
              </a:extLst>
            </p:cNvPr>
            <p:cNvGrpSpPr>
              <a:grpSpLocks/>
            </p:cNvGrpSpPr>
            <p:nvPr/>
          </p:nvGrpSpPr>
          <p:grpSpPr bwMode="auto">
            <a:xfrm rot="19418874">
              <a:off x="8133556" y="1314449"/>
              <a:ext cx="874712" cy="1130300"/>
              <a:chOff x="330200" y="3701143"/>
              <a:chExt cx="1417864" cy="1834143"/>
            </a:xfrm>
          </p:grpSpPr>
          <p:grpSp>
            <p:nvGrpSpPr>
              <p:cNvPr id="62" name="Group 58">
                <a:extLst>
                  <a:ext uri="{FF2B5EF4-FFF2-40B4-BE49-F238E27FC236}">
                    <a16:creationId xmlns:a16="http://schemas.microsoft.com/office/drawing/2014/main" id="{171FC973-9588-82A4-C5DC-9243EA076A46}"/>
                  </a:ext>
                </a:extLst>
              </p:cNvPr>
              <p:cNvGrpSpPr>
                <a:grpSpLocks/>
              </p:cNvGrpSpPr>
              <p:nvPr/>
            </p:nvGrpSpPr>
            <p:grpSpPr bwMode="auto">
              <a:xfrm>
                <a:off x="330200" y="3701143"/>
                <a:ext cx="1417864" cy="1766207"/>
                <a:chOff x="624114" y="3701143"/>
                <a:chExt cx="1417864" cy="1766207"/>
              </a:xfrm>
            </p:grpSpPr>
            <p:sp>
              <p:nvSpPr>
                <p:cNvPr id="65" name="Rectangle 64">
                  <a:extLst>
                    <a:ext uri="{FF2B5EF4-FFF2-40B4-BE49-F238E27FC236}">
                      <a16:creationId xmlns:a16="http://schemas.microsoft.com/office/drawing/2014/main" id="{927109CF-7B23-9955-F815-4C111D6FC1B7}"/>
                    </a:ext>
                  </a:extLst>
                </p:cNvPr>
                <p:cNvSpPr/>
                <p:nvPr/>
              </p:nvSpPr>
              <p:spPr>
                <a:xfrm>
                  <a:off x="625609" y="4045553"/>
                  <a:ext cx="1417864" cy="1419399"/>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ound Same Side Corner Rectangle 2">
                  <a:extLst>
                    <a:ext uri="{FF2B5EF4-FFF2-40B4-BE49-F238E27FC236}">
                      <a16:creationId xmlns:a16="http://schemas.microsoft.com/office/drawing/2014/main" id="{BAF163E0-10D8-FDEE-811F-7FC06A681AED}"/>
                    </a:ext>
                  </a:extLst>
                </p:cNvPr>
                <p:cNvSpPr/>
                <p:nvPr/>
              </p:nvSpPr>
              <p:spPr>
                <a:xfrm>
                  <a:off x="623803" y="3697252"/>
                  <a:ext cx="1417864" cy="347765"/>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Rectangle 61">
                <a:extLst>
                  <a:ext uri="{FF2B5EF4-FFF2-40B4-BE49-F238E27FC236}">
                    <a16:creationId xmlns:a16="http://schemas.microsoft.com/office/drawing/2014/main" id="{99820F8E-AFB9-7946-04B5-5DE29FCD339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62">
                <a:extLst>
                  <a:ext uri="{FF2B5EF4-FFF2-40B4-BE49-F238E27FC236}">
                    <a16:creationId xmlns:a16="http://schemas.microsoft.com/office/drawing/2014/main" id="{9ED9CEC9-C3DD-445C-A957-744D132C0531}"/>
                  </a:ext>
                </a:extLst>
              </p:cNvPr>
              <p:cNvSpPr>
                <a:spLocks noChangeArrowheads="1"/>
              </p:cNvSpPr>
              <p:nvPr/>
            </p:nvSpPr>
            <p:spPr bwMode="auto">
              <a:xfrm>
                <a:off x="330200" y="4265776"/>
                <a:ext cx="1417864" cy="30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6" name="Group 63">
              <a:extLst>
                <a:ext uri="{FF2B5EF4-FFF2-40B4-BE49-F238E27FC236}">
                  <a16:creationId xmlns:a16="http://schemas.microsoft.com/office/drawing/2014/main" id="{7A924FD2-2990-DDB9-2686-87AD6075DA39}"/>
                </a:ext>
              </a:extLst>
            </p:cNvPr>
            <p:cNvGrpSpPr>
              <a:grpSpLocks/>
            </p:cNvGrpSpPr>
            <p:nvPr/>
          </p:nvGrpSpPr>
          <p:grpSpPr bwMode="auto">
            <a:xfrm rot="1700807">
              <a:off x="8092281" y="1919288"/>
              <a:ext cx="874712" cy="1131887"/>
              <a:chOff x="330200" y="3701143"/>
              <a:chExt cx="1417864" cy="1834143"/>
            </a:xfrm>
          </p:grpSpPr>
          <p:grpSp>
            <p:nvGrpSpPr>
              <p:cNvPr id="57" name="Group 56">
                <a:extLst>
                  <a:ext uri="{FF2B5EF4-FFF2-40B4-BE49-F238E27FC236}">
                    <a16:creationId xmlns:a16="http://schemas.microsoft.com/office/drawing/2014/main" id="{640516B9-1BC3-F78E-B625-8D980FDF30D2}"/>
                  </a:ext>
                </a:extLst>
              </p:cNvPr>
              <p:cNvGrpSpPr>
                <a:grpSpLocks/>
              </p:cNvGrpSpPr>
              <p:nvPr/>
            </p:nvGrpSpPr>
            <p:grpSpPr bwMode="auto">
              <a:xfrm>
                <a:off x="330200" y="3701143"/>
                <a:ext cx="1417864" cy="1766207"/>
                <a:chOff x="624114" y="3701143"/>
                <a:chExt cx="1417864" cy="1766207"/>
              </a:xfrm>
            </p:grpSpPr>
            <p:sp>
              <p:nvSpPr>
                <p:cNvPr id="60" name="Rectangle 59">
                  <a:extLst>
                    <a:ext uri="{FF2B5EF4-FFF2-40B4-BE49-F238E27FC236}">
                      <a16:creationId xmlns:a16="http://schemas.microsoft.com/office/drawing/2014/main" id="{337B3937-894C-F8C1-831D-C16A038C02A2}"/>
                    </a:ext>
                  </a:extLst>
                </p:cNvPr>
                <p:cNvSpPr/>
                <p:nvPr/>
              </p:nvSpPr>
              <p:spPr>
                <a:xfrm>
                  <a:off x="622045"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ound Same Side Corner Rectangle 2">
                  <a:extLst>
                    <a:ext uri="{FF2B5EF4-FFF2-40B4-BE49-F238E27FC236}">
                      <a16:creationId xmlns:a16="http://schemas.microsoft.com/office/drawing/2014/main" id="{B7E0475D-9160-849A-CB33-4F1E93B41A1F}"/>
                    </a:ext>
                  </a:extLst>
                </p:cNvPr>
                <p:cNvSpPr/>
                <p:nvPr/>
              </p:nvSpPr>
              <p:spPr>
                <a:xfrm>
                  <a:off x="622818" y="3699929"/>
                  <a:ext cx="1417866"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8" name="Rectangle 57">
                <a:extLst>
                  <a:ext uri="{FF2B5EF4-FFF2-40B4-BE49-F238E27FC236}">
                    <a16:creationId xmlns:a16="http://schemas.microsoft.com/office/drawing/2014/main" id="{C03D096A-337A-FDF1-2A84-C321375CAC45}"/>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73C62524-8DFF-C304-9BE5-375A3E699443}"/>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7" name="Group 5">
              <a:extLst>
                <a:ext uri="{FF2B5EF4-FFF2-40B4-BE49-F238E27FC236}">
                  <a16:creationId xmlns:a16="http://schemas.microsoft.com/office/drawing/2014/main" id="{4C89D139-8435-1BA3-21E4-88FC56EDAD00}"/>
                </a:ext>
              </a:extLst>
            </p:cNvPr>
            <p:cNvGrpSpPr>
              <a:grpSpLocks/>
            </p:cNvGrpSpPr>
            <p:nvPr/>
          </p:nvGrpSpPr>
          <p:grpSpPr bwMode="auto">
            <a:xfrm>
              <a:off x="8478044" y="1871663"/>
              <a:ext cx="1577975" cy="2465387"/>
              <a:chOff x="4066812" y="2344653"/>
              <a:chExt cx="1578239" cy="2464891"/>
            </a:xfrm>
          </p:grpSpPr>
          <p:sp>
            <p:nvSpPr>
              <p:cNvPr id="20" name="Rektangel 53">
                <a:extLst>
                  <a:ext uri="{FF2B5EF4-FFF2-40B4-BE49-F238E27FC236}">
                    <a16:creationId xmlns:a16="http://schemas.microsoft.com/office/drawing/2014/main" id="{7146FB74-701B-49C8-362B-F0D937A1275C}"/>
                  </a:ext>
                </a:extLst>
              </p:cNvPr>
              <p:cNvSpPr>
                <a:spLocks noChangeArrowheads="1"/>
              </p:cNvSpPr>
              <p:nvPr/>
            </p:nvSpPr>
            <p:spPr bwMode="auto">
              <a:xfrm rot="813924">
                <a:off x="4690804" y="2544638"/>
                <a:ext cx="862156" cy="173002"/>
              </a:xfrm>
              <a:prstGeom prst="rect">
                <a:avLst/>
              </a:prstGeom>
              <a:gradFill rotWithShape="0">
                <a:gsLst>
                  <a:gs pos="0">
                    <a:schemeClr val="tx1">
                      <a:alpha val="0"/>
                    </a:schemeClr>
                  </a:gs>
                  <a:gs pos="7001">
                    <a:schemeClr val="tx1">
                      <a:alpha val="7000"/>
                    </a:schemeClr>
                  </a:gs>
                  <a:gs pos="32001">
                    <a:schemeClr val="tx1">
                      <a:alpha val="32000"/>
                    </a:schemeClr>
                  </a:gs>
                  <a:gs pos="85001">
                    <a:srgbClr val="7F7F7F">
                      <a:alpha val="85001"/>
                    </a:srgbClr>
                  </a:gs>
                  <a:gs pos="85001">
                    <a:schemeClr val="tx1">
                      <a:alpha val="85000"/>
                    </a:schemeClr>
                  </a:gs>
                  <a:gs pos="100000">
                    <a:schemeClr val="tx1"/>
                  </a:gs>
                </a:gsLst>
                <a:lin ang="16200000"/>
              </a:gradFill>
              <a:ln w="3175">
                <a:solidFill>
                  <a:srgbClr val="D9D9D9"/>
                </a:solidFill>
                <a:miter lim="800000"/>
                <a:headEnd/>
                <a:tailEnd/>
              </a:ln>
              <a:effectLst>
                <a:outerShdw blurRad="63500" dist="38100" algn="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1" name="Rektangel 109">
                <a:extLst>
                  <a:ext uri="{FF2B5EF4-FFF2-40B4-BE49-F238E27FC236}">
                    <a16:creationId xmlns:a16="http://schemas.microsoft.com/office/drawing/2014/main" id="{B52FBA6B-706C-A65F-7C94-962999798EA9}"/>
                  </a:ext>
                </a:extLst>
              </p:cNvPr>
              <p:cNvSpPr>
                <a:spLocks noChangeArrowheads="1"/>
              </p:cNvSpPr>
              <p:nvPr/>
            </p:nvSpPr>
            <p:spPr bwMode="auto">
              <a:xfrm rot="813924">
                <a:off x="4066812" y="2542939"/>
                <a:ext cx="1578239" cy="2266605"/>
              </a:xfrm>
              <a:prstGeom prst="rect">
                <a:avLst/>
              </a:prstGeom>
              <a:solidFill>
                <a:schemeClr val="accent5">
                  <a:lumMod val="75000"/>
                </a:schemeClr>
              </a:solidFill>
              <a:ln w="25400" algn="ctr">
                <a:solidFill>
                  <a:schemeClr val="accent5">
                    <a:lumMod val="50000"/>
                  </a:schemeClr>
                </a:solidFill>
                <a:miter lim="800000"/>
                <a:headEnd/>
                <a:tailEnd/>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2" name="Afrundet rektangel 54">
                <a:extLst>
                  <a:ext uri="{FF2B5EF4-FFF2-40B4-BE49-F238E27FC236}">
                    <a16:creationId xmlns:a16="http://schemas.microsoft.com/office/drawing/2014/main" id="{FD6C6840-3A91-E0E7-086F-294BA06512AE}"/>
                  </a:ext>
                </a:extLst>
              </p:cNvPr>
              <p:cNvSpPr>
                <a:spLocks noChangeArrowheads="1"/>
              </p:cNvSpPr>
              <p:nvPr/>
            </p:nvSpPr>
            <p:spPr bwMode="auto">
              <a:xfrm rot="813924">
                <a:off x="5019471" y="2344653"/>
                <a:ext cx="228638" cy="230141"/>
              </a:xfrm>
              <a:prstGeom prst="roundRect">
                <a:avLst>
                  <a:gd name="adj" fmla="val 16667"/>
                </a:avLst>
              </a:prstGeom>
              <a:solidFill>
                <a:schemeClr val="accent4"/>
              </a:solidFill>
              <a:ln w="3175">
                <a:solidFill>
                  <a:srgbClr val="D9D9D9"/>
                </a:solidFill>
                <a:round/>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3" name="Æseløre 48">
                <a:extLst>
                  <a:ext uri="{FF2B5EF4-FFF2-40B4-BE49-F238E27FC236}">
                    <a16:creationId xmlns:a16="http://schemas.microsoft.com/office/drawing/2014/main" id="{396FEC21-3F74-3431-0C00-05C25D0AA2BE}"/>
                  </a:ext>
                </a:extLst>
              </p:cNvPr>
              <p:cNvSpPr/>
              <p:nvPr/>
            </p:nvSpPr>
            <p:spPr bwMode="auto">
              <a:xfrm rot="813924">
                <a:off x="4096006" y="2571881"/>
                <a:ext cx="1521173" cy="2209330"/>
              </a:xfrm>
              <a:prstGeom prst="foldedCorner">
                <a:avLst>
                  <a:gd name="adj" fmla="val 10054"/>
                </a:avLst>
              </a:prstGeom>
              <a:solidFill>
                <a:schemeClr val="bg1"/>
              </a:solidFill>
              <a:ln>
                <a:solidFill>
                  <a:schemeClr val="accent4">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4" name="Rektangel 50">
                <a:extLst>
                  <a:ext uri="{FF2B5EF4-FFF2-40B4-BE49-F238E27FC236}">
                    <a16:creationId xmlns:a16="http://schemas.microsoft.com/office/drawing/2014/main" id="{B38AC562-4651-5D6B-748F-AC8376EAFC0F}"/>
                  </a:ext>
                </a:extLst>
              </p:cNvPr>
              <p:cNvSpPr>
                <a:spLocks noChangeArrowheads="1"/>
              </p:cNvSpPr>
              <p:nvPr/>
            </p:nvSpPr>
            <p:spPr bwMode="auto">
              <a:xfrm rot="813924">
                <a:off x="4662225" y="2539876"/>
                <a:ext cx="862156" cy="171416"/>
              </a:xfrm>
              <a:prstGeom prst="rect">
                <a:avLst/>
              </a:prstGeom>
              <a:solidFill>
                <a:schemeClr val="accent4"/>
              </a:solidFill>
              <a:ln w="3175">
                <a:solidFill>
                  <a:srgbClr val="D9D9D9"/>
                </a:solidFill>
                <a:miter lim="800000"/>
                <a:headEnd/>
                <a:tailEnd/>
              </a:ln>
              <a:effectLst>
                <a:outerShdw blurRad="63500" dist="38100" dir="2700000" algn="tl" rotWithShape="0">
                  <a:srgbClr val="000000">
                    <a:alpha val="39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5" name="Ellipse 56">
                <a:extLst>
                  <a:ext uri="{FF2B5EF4-FFF2-40B4-BE49-F238E27FC236}">
                    <a16:creationId xmlns:a16="http://schemas.microsoft.com/office/drawing/2014/main" id="{8FE56B18-4432-7965-B272-55FA30CCBD9F}"/>
                  </a:ext>
                </a:extLst>
              </p:cNvPr>
              <p:cNvSpPr/>
              <p:nvPr/>
            </p:nvSpPr>
            <p:spPr bwMode="auto">
              <a:xfrm rot="813924">
                <a:off x="5106688" y="2431250"/>
                <a:ext cx="57403" cy="57386"/>
              </a:xfrm>
              <a:prstGeom prst="ellipse">
                <a:avLst/>
              </a:prstGeom>
              <a:solidFill>
                <a:schemeClr val="bg1"/>
              </a:solidFill>
              <a:ln>
                <a:solidFill>
                  <a:schemeClr val="bg1">
                    <a:lumMod val="75000"/>
                  </a:schemeClr>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charset="0"/>
                  <a:ea typeface="+mn-ea"/>
                  <a:cs typeface="+mn-cs"/>
                </a:endParaRPr>
              </a:p>
            </p:txBody>
          </p:sp>
          <p:sp>
            <p:nvSpPr>
              <p:cNvPr id="26" name="Freeform 28">
                <a:extLst>
                  <a:ext uri="{FF2B5EF4-FFF2-40B4-BE49-F238E27FC236}">
                    <a16:creationId xmlns:a16="http://schemas.microsoft.com/office/drawing/2014/main" id="{E62F7B76-5FD3-747C-A08F-55AC3C377E80}"/>
                  </a:ext>
                </a:extLst>
              </p:cNvPr>
              <p:cNvSpPr/>
              <p:nvPr/>
            </p:nvSpPr>
            <p:spPr bwMode="auto">
              <a:xfrm rot="810746">
                <a:off x="4446288" y="2784302"/>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7" name="Half Frame 11">
                <a:extLst>
                  <a:ext uri="{FF2B5EF4-FFF2-40B4-BE49-F238E27FC236}">
                    <a16:creationId xmlns:a16="http://schemas.microsoft.com/office/drawing/2014/main" id="{36A61260-C8C2-26E2-CBEC-806B7C7830ED}"/>
                  </a:ext>
                </a:extLst>
              </p:cNvPr>
              <p:cNvSpPr/>
              <p:nvPr/>
            </p:nvSpPr>
            <p:spPr bwMode="auto">
              <a:xfrm rot="3368989" flipH="1" flipV="1">
                <a:off x="4571133" y="2658778"/>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28" name="Freeform 30">
                <a:extLst>
                  <a:ext uri="{FF2B5EF4-FFF2-40B4-BE49-F238E27FC236}">
                    <a16:creationId xmlns:a16="http://schemas.microsoft.com/office/drawing/2014/main" id="{D7E7EA48-B6A0-2C76-A8A5-92AFE578845F}"/>
                  </a:ext>
                </a:extLst>
              </p:cNvPr>
              <p:cNvSpPr/>
              <p:nvPr/>
            </p:nvSpPr>
            <p:spPr bwMode="auto">
              <a:xfrm rot="810746">
                <a:off x="4363725" y="3128720"/>
                <a:ext cx="254042" cy="290454"/>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29" name="Freeform 31">
                <a:extLst>
                  <a:ext uri="{FF2B5EF4-FFF2-40B4-BE49-F238E27FC236}">
                    <a16:creationId xmlns:a16="http://schemas.microsoft.com/office/drawing/2014/main" id="{6A1FC8C5-9DAA-36A3-6DC8-F15A6C06E50F}"/>
                  </a:ext>
                </a:extLst>
              </p:cNvPr>
              <p:cNvSpPr/>
              <p:nvPr/>
            </p:nvSpPr>
            <p:spPr bwMode="auto">
              <a:xfrm rot="810746">
                <a:off x="4273222" y="3508056"/>
                <a:ext cx="254042"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sp>
            <p:nvSpPr>
              <p:cNvPr id="30" name="Half Frame 11">
                <a:extLst>
                  <a:ext uri="{FF2B5EF4-FFF2-40B4-BE49-F238E27FC236}">
                    <a16:creationId xmlns:a16="http://schemas.microsoft.com/office/drawing/2014/main" id="{DD8FA2BA-A05A-9FAD-CC5E-52B5D37AFF2D}"/>
                  </a:ext>
                </a:extLst>
              </p:cNvPr>
              <p:cNvSpPr/>
              <p:nvPr/>
            </p:nvSpPr>
            <p:spPr bwMode="auto">
              <a:xfrm rot="3368989" flipH="1" flipV="1">
                <a:off x="4397235" y="3382282"/>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5" name="Half Frame 11">
                <a:extLst>
                  <a:ext uri="{FF2B5EF4-FFF2-40B4-BE49-F238E27FC236}">
                    <a16:creationId xmlns:a16="http://schemas.microsoft.com/office/drawing/2014/main" id="{3AB78861-A4B9-E749-B720-CB647C157AF2}"/>
                  </a:ext>
                </a:extLst>
              </p:cNvPr>
              <p:cNvSpPr/>
              <p:nvPr/>
            </p:nvSpPr>
            <p:spPr bwMode="auto">
              <a:xfrm rot="3368989" flipH="1" flipV="1">
                <a:off x="4488447" y="3002793"/>
                <a:ext cx="200020" cy="379782"/>
              </a:xfrm>
              <a:prstGeom prst="halfFrame">
                <a:avLst>
                  <a:gd name="adj1" fmla="val 28787"/>
                  <a:gd name="adj2" fmla="val 15926"/>
                </a:avLst>
              </a:prstGeom>
              <a:solidFill>
                <a:schemeClr val="accent2">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sp>
            <p:nvSpPr>
              <p:cNvPr id="56" name="Freeform 34">
                <a:extLst>
                  <a:ext uri="{FF2B5EF4-FFF2-40B4-BE49-F238E27FC236}">
                    <a16:creationId xmlns:a16="http://schemas.microsoft.com/office/drawing/2014/main" id="{5131B700-870F-D066-2BE4-75D7034673C9}"/>
                  </a:ext>
                </a:extLst>
              </p:cNvPr>
              <p:cNvSpPr/>
              <p:nvPr/>
            </p:nvSpPr>
            <p:spPr bwMode="auto">
              <a:xfrm rot="810746">
                <a:off x="4190658" y="3869933"/>
                <a:ext cx="252455" cy="290455"/>
              </a:xfrm>
              <a:custGeom>
                <a:avLst/>
                <a:gdLst>
                  <a:gd name="connsiteX0" fmla="*/ 0 w 524933"/>
                  <a:gd name="connsiteY0" fmla="*/ 0 h 601133"/>
                  <a:gd name="connsiteX1" fmla="*/ 0 w 524933"/>
                  <a:gd name="connsiteY1" fmla="*/ 550333 h 601133"/>
                  <a:gd name="connsiteX2" fmla="*/ 524933 w 524933"/>
                  <a:gd name="connsiteY2" fmla="*/ 601133 h 601133"/>
                  <a:gd name="connsiteX3" fmla="*/ 524933 w 524933"/>
                  <a:gd name="connsiteY3" fmla="*/ 67733 h 601133"/>
                  <a:gd name="connsiteX4" fmla="*/ 0 w 524933"/>
                  <a:gd name="connsiteY4" fmla="*/ 0 h 601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933" h="601133">
                    <a:moveTo>
                      <a:pt x="0" y="0"/>
                    </a:moveTo>
                    <a:lnTo>
                      <a:pt x="0" y="550333"/>
                    </a:lnTo>
                    <a:lnTo>
                      <a:pt x="524933" y="601133"/>
                    </a:lnTo>
                    <a:lnTo>
                      <a:pt x="524933" y="67733"/>
                    </a:lnTo>
                    <a:lnTo>
                      <a:pt x="0" y="0"/>
                    </a:lnTo>
                    <a:close/>
                  </a:path>
                </a:pathLst>
              </a:custGeom>
              <a:noFill/>
              <a:ln w="254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128"/>
                  <a:cs typeface="+mn-cs"/>
                </a:endParaRPr>
              </a:p>
            </p:txBody>
          </p:sp>
        </p:grpSp>
        <p:grpSp>
          <p:nvGrpSpPr>
            <p:cNvPr id="8" name="Group 69">
              <a:extLst>
                <a:ext uri="{FF2B5EF4-FFF2-40B4-BE49-F238E27FC236}">
                  <a16:creationId xmlns:a16="http://schemas.microsoft.com/office/drawing/2014/main" id="{BBE9AECD-5FA4-1C2D-28E2-7C2A115322F0}"/>
                </a:ext>
              </a:extLst>
            </p:cNvPr>
            <p:cNvGrpSpPr>
              <a:grpSpLocks/>
            </p:cNvGrpSpPr>
            <p:nvPr/>
          </p:nvGrpSpPr>
          <p:grpSpPr bwMode="auto">
            <a:xfrm rot="19418874">
              <a:off x="9344819" y="3636963"/>
              <a:ext cx="874713" cy="1131887"/>
              <a:chOff x="330200" y="3701143"/>
              <a:chExt cx="1417864" cy="1834143"/>
            </a:xfrm>
          </p:grpSpPr>
          <p:grpSp>
            <p:nvGrpSpPr>
              <p:cNvPr id="15" name="Group 70">
                <a:extLst>
                  <a:ext uri="{FF2B5EF4-FFF2-40B4-BE49-F238E27FC236}">
                    <a16:creationId xmlns:a16="http://schemas.microsoft.com/office/drawing/2014/main" id="{677F82EB-86F9-112E-3838-0D67C014689E}"/>
                  </a:ext>
                </a:extLst>
              </p:cNvPr>
              <p:cNvGrpSpPr>
                <a:grpSpLocks/>
              </p:cNvGrpSpPr>
              <p:nvPr/>
            </p:nvGrpSpPr>
            <p:grpSpPr bwMode="auto">
              <a:xfrm>
                <a:off x="330200" y="3701143"/>
                <a:ext cx="1417864" cy="1766207"/>
                <a:chOff x="624114" y="3701143"/>
                <a:chExt cx="1417864" cy="1766207"/>
              </a:xfrm>
            </p:grpSpPr>
            <p:sp>
              <p:nvSpPr>
                <p:cNvPr id="18" name="Rectangle 17">
                  <a:extLst>
                    <a:ext uri="{FF2B5EF4-FFF2-40B4-BE49-F238E27FC236}">
                      <a16:creationId xmlns:a16="http://schemas.microsoft.com/office/drawing/2014/main" id="{323E362B-474E-F125-48F1-3B732A746023}"/>
                    </a:ext>
                  </a:extLst>
                </p:cNvPr>
                <p:cNvSpPr/>
                <p:nvPr/>
              </p:nvSpPr>
              <p:spPr>
                <a:xfrm>
                  <a:off x="623536" y="4043544"/>
                  <a:ext cx="1417862"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 Same Side Corner Rectangle 2">
                  <a:extLst>
                    <a:ext uri="{FF2B5EF4-FFF2-40B4-BE49-F238E27FC236}">
                      <a16:creationId xmlns:a16="http://schemas.microsoft.com/office/drawing/2014/main" id="{6EDDA2BA-CBD4-E781-875B-EAF16FF7483B}"/>
                    </a:ext>
                  </a:extLst>
                </p:cNvPr>
                <p:cNvSpPr/>
                <p:nvPr/>
              </p:nvSpPr>
              <p:spPr>
                <a:xfrm>
                  <a:off x="624565" y="3697506"/>
                  <a:ext cx="1417864" cy="347279"/>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Rectangle 71">
                <a:extLst>
                  <a:ext uri="{FF2B5EF4-FFF2-40B4-BE49-F238E27FC236}">
                    <a16:creationId xmlns:a16="http://schemas.microsoft.com/office/drawing/2014/main" id="{2509832C-441C-1B9F-1549-476A611FA95B}"/>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1</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Rectangle 72">
                <a:extLst>
                  <a:ext uri="{FF2B5EF4-FFF2-40B4-BE49-F238E27FC236}">
                    <a16:creationId xmlns:a16="http://schemas.microsoft.com/office/drawing/2014/main" id="{4AAD1C39-5720-432E-EDEE-B0EF99F3847C}"/>
                  </a:ext>
                </a:extLst>
              </p:cNvPr>
              <p:cNvSpPr>
                <a:spLocks noChangeArrowheads="1"/>
              </p:cNvSpPr>
              <p:nvPr/>
            </p:nvSpPr>
            <p:spPr bwMode="auto">
              <a:xfrm>
                <a:off x="330200" y="4160154"/>
                <a:ext cx="1417864" cy="51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00000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Monday</a:t>
                </a:r>
              </a:p>
            </p:txBody>
          </p:sp>
        </p:grpSp>
        <p:grpSp>
          <p:nvGrpSpPr>
            <p:cNvPr id="9" name="Group 75">
              <a:extLst>
                <a:ext uri="{FF2B5EF4-FFF2-40B4-BE49-F238E27FC236}">
                  <a16:creationId xmlns:a16="http://schemas.microsoft.com/office/drawing/2014/main" id="{17BDE177-1BE5-E6CF-38B7-EB755E23953B}"/>
                </a:ext>
              </a:extLst>
            </p:cNvPr>
            <p:cNvGrpSpPr>
              <a:grpSpLocks/>
            </p:cNvGrpSpPr>
            <p:nvPr/>
          </p:nvGrpSpPr>
          <p:grpSpPr bwMode="auto">
            <a:xfrm rot="1700807">
              <a:off x="9303544" y="4243388"/>
              <a:ext cx="873125" cy="1131887"/>
              <a:chOff x="330200" y="3701143"/>
              <a:chExt cx="1417864" cy="1834143"/>
            </a:xfrm>
          </p:grpSpPr>
          <p:grpSp>
            <p:nvGrpSpPr>
              <p:cNvPr id="10" name="Group 76">
                <a:extLst>
                  <a:ext uri="{FF2B5EF4-FFF2-40B4-BE49-F238E27FC236}">
                    <a16:creationId xmlns:a16="http://schemas.microsoft.com/office/drawing/2014/main" id="{0A1487CD-0532-60BF-13BB-77007CED28ED}"/>
                  </a:ext>
                </a:extLst>
              </p:cNvPr>
              <p:cNvGrpSpPr>
                <a:grpSpLocks/>
              </p:cNvGrpSpPr>
              <p:nvPr/>
            </p:nvGrpSpPr>
            <p:grpSpPr bwMode="auto">
              <a:xfrm>
                <a:off x="330200" y="3701143"/>
                <a:ext cx="1417864" cy="1766207"/>
                <a:chOff x="624114" y="3701143"/>
                <a:chExt cx="1417864" cy="1766207"/>
              </a:xfrm>
            </p:grpSpPr>
            <p:sp>
              <p:nvSpPr>
                <p:cNvPr id="13" name="Rectangle 12">
                  <a:extLst>
                    <a:ext uri="{FF2B5EF4-FFF2-40B4-BE49-F238E27FC236}">
                      <a16:creationId xmlns:a16="http://schemas.microsoft.com/office/drawing/2014/main" id="{D28F9C4E-1536-E85E-C3AF-055D35A05505}"/>
                    </a:ext>
                  </a:extLst>
                </p:cNvPr>
                <p:cNvSpPr/>
                <p:nvPr/>
              </p:nvSpPr>
              <p:spPr>
                <a:xfrm>
                  <a:off x="622042" y="4045254"/>
                  <a:ext cx="1417864" cy="1419983"/>
                </a:xfrm>
                <a:prstGeom prst="rect">
                  <a:avLst/>
                </a:prstGeom>
                <a:solidFill>
                  <a:schemeClr val="bg1"/>
                </a:solidFill>
                <a:ln w="6350">
                  <a:solidFill>
                    <a:schemeClr val="bg1">
                      <a:lumMod val="85000"/>
                    </a:schemeClr>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 Same Side Corner Rectangle 2">
                  <a:extLst>
                    <a:ext uri="{FF2B5EF4-FFF2-40B4-BE49-F238E27FC236}">
                      <a16:creationId xmlns:a16="http://schemas.microsoft.com/office/drawing/2014/main" id="{66D24254-26D4-5569-1148-72522A427357}"/>
                    </a:ext>
                  </a:extLst>
                </p:cNvPr>
                <p:cNvSpPr/>
                <p:nvPr/>
              </p:nvSpPr>
              <p:spPr>
                <a:xfrm>
                  <a:off x="622817" y="3699929"/>
                  <a:ext cx="1417864" cy="347278"/>
                </a:xfrm>
                <a:custGeom>
                  <a:avLst/>
                  <a:gdLst/>
                  <a:ahLst/>
                  <a:cxnLst/>
                  <a:rect l="l" t="t" r="r" b="b"/>
                  <a:pathLst>
                    <a:path w="1417864" h="348343">
                      <a:moveTo>
                        <a:pt x="1197632" y="87085"/>
                      </a:moveTo>
                      <a:cubicBezTo>
                        <a:pt x="1149536" y="87085"/>
                        <a:pt x="1110546" y="126075"/>
                        <a:pt x="1110546" y="174171"/>
                      </a:cubicBezTo>
                      <a:cubicBezTo>
                        <a:pt x="1110546" y="222267"/>
                        <a:pt x="1149536" y="261257"/>
                        <a:pt x="1197632" y="261257"/>
                      </a:cubicBezTo>
                      <a:cubicBezTo>
                        <a:pt x="1245728" y="261257"/>
                        <a:pt x="1284718" y="222267"/>
                        <a:pt x="1284718" y="174171"/>
                      </a:cubicBezTo>
                      <a:cubicBezTo>
                        <a:pt x="1284718" y="126075"/>
                        <a:pt x="1245728" y="87085"/>
                        <a:pt x="1197632" y="87085"/>
                      </a:cubicBezTo>
                      <a:close/>
                      <a:moveTo>
                        <a:pt x="188686" y="87085"/>
                      </a:moveTo>
                      <a:cubicBezTo>
                        <a:pt x="140590" y="87085"/>
                        <a:pt x="101600" y="126075"/>
                        <a:pt x="101600" y="174171"/>
                      </a:cubicBezTo>
                      <a:cubicBezTo>
                        <a:pt x="101600" y="222267"/>
                        <a:pt x="140590" y="261257"/>
                        <a:pt x="188686" y="261257"/>
                      </a:cubicBezTo>
                      <a:cubicBezTo>
                        <a:pt x="236782" y="261257"/>
                        <a:pt x="275772" y="222267"/>
                        <a:pt x="275772" y="174171"/>
                      </a:cubicBezTo>
                      <a:cubicBezTo>
                        <a:pt x="275772" y="126075"/>
                        <a:pt x="236782" y="87085"/>
                        <a:pt x="188686" y="87085"/>
                      </a:cubicBezTo>
                      <a:close/>
                      <a:moveTo>
                        <a:pt x="58058" y="0"/>
                      </a:moveTo>
                      <a:lnTo>
                        <a:pt x="1359806" y="0"/>
                      </a:lnTo>
                      <a:cubicBezTo>
                        <a:pt x="1391871" y="0"/>
                        <a:pt x="1417864" y="25993"/>
                        <a:pt x="1417864" y="58058"/>
                      </a:cubicBezTo>
                      <a:lnTo>
                        <a:pt x="1417864" y="348343"/>
                      </a:lnTo>
                      <a:lnTo>
                        <a:pt x="0" y="348343"/>
                      </a:lnTo>
                      <a:lnTo>
                        <a:pt x="0" y="58058"/>
                      </a:lnTo>
                      <a:cubicBezTo>
                        <a:pt x="0" y="25993"/>
                        <a:pt x="25993" y="0"/>
                        <a:pt x="58058" y="0"/>
                      </a:cubicBez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Rectangle 77">
                <a:extLst>
                  <a:ext uri="{FF2B5EF4-FFF2-40B4-BE49-F238E27FC236}">
                    <a16:creationId xmlns:a16="http://schemas.microsoft.com/office/drawing/2014/main" id="{29A1AC14-8C84-E924-3EAC-C9B083909457}"/>
                  </a:ext>
                </a:extLst>
              </p:cNvPr>
              <p:cNvSpPr>
                <a:spLocks noChangeArrowheads="1"/>
              </p:cNvSpPr>
              <p:nvPr/>
            </p:nvSpPr>
            <p:spPr bwMode="auto">
              <a:xfrm>
                <a:off x="793463" y="4487596"/>
                <a:ext cx="491339" cy="104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a:ln>
                      <a:noFill/>
                    </a:ln>
                    <a:solidFill>
                      <a:srgbClr val="000000"/>
                    </a:solidFill>
                    <a:effectLst/>
                    <a:uLnTx/>
                    <a:uFillTx/>
                    <a:latin typeface="Calibri" panose="020F0502020204030204"/>
                    <a:ea typeface="+mn-ea"/>
                    <a:cs typeface="+mn-cs"/>
                  </a:rPr>
                  <a:t>5</a:t>
                </a:r>
                <a:endParaRPr kumimoji="0" lang="en-US" altLang="en-US" sz="3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78">
                <a:extLst>
                  <a:ext uri="{FF2B5EF4-FFF2-40B4-BE49-F238E27FC236}">
                    <a16:creationId xmlns:a16="http://schemas.microsoft.com/office/drawing/2014/main" id="{3BD93B94-ABFC-A20F-29EE-25D64934B4F2}"/>
                  </a:ext>
                </a:extLst>
              </p:cNvPr>
              <p:cNvSpPr>
                <a:spLocks noChangeArrowheads="1"/>
              </p:cNvSpPr>
              <p:nvPr/>
            </p:nvSpPr>
            <p:spPr bwMode="auto">
              <a:xfrm>
                <a:off x="330200" y="4265992"/>
                <a:ext cx="1417864" cy="3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Friday</a:t>
                </a:r>
                <a:endParaRPr kumimoji="0" lang="en-US" altLang="en-US" sz="900" b="0" i="0" u="none" strike="noStrike" kern="1200" cap="none" spc="0" normalizeH="0" baseline="0" noProof="0" dirty="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grpSp>
      <p:grpSp>
        <p:nvGrpSpPr>
          <p:cNvPr id="73" name="Group 72">
            <a:extLst>
              <a:ext uri="{FF2B5EF4-FFF2-40B4-BE49-F238E27FC236}">
                <a16:creationId xmlns:a16="http://schemas.microsoft.com/office/drawing/2014/main" id="{DDE83C21-6845-732E-1BAC-1F963CC82DED}"/>
              </a:ext>
            </a:extLst>
          </p:cNvPr>
          <p:cNvGrpSpPr/>
          <p:nvPr/>
        </p:nvGrpSpPr>
        <p:grpSpPr>
          <a:xfrm>
            <a:off x="1071470" y="2444290"/>
            <a:ext cx="7142848" cy="2865278"/>
            <a:chOff x="1001329" y="1489166"/>
            <a:chExt cx="5687705" cy="2865278"/>
          </a:xfrm>
        </p:grpSpPr>
        <p:grpSp>
          <p:nvGrpSpPr>
            <p:cNvPr id="67" name="Group 66">
              <a:extLst>
                <a:ext uri="{FF2B5EF4-FFF2-40B4-BE49-F238E27FC236}">
                  <a16:creationId xmlns:a16="http://schemas.microsoft.com/office/drawing/2014/main" id="{8CD73499-DB0B-BB4C-79A9-7DE101729C39}"/>
                </a:ext>
              </a:extLst>
            </p:cNvPr>
            <p:cNvGrpSpPr/>
            <p:nvPr/>
          </p:nvGrpSpPr>
          <p:grpSpPr>
            <a:xfrm>
              <a:off x="1001329" y="1489166"/>
              <a:ext cx="5687705" cy="2865278"/>
              <a:chOff x="1972469" y="1246187"/>
              <a:chExt cx="5626099" cy="942976"/>
            </a:xfrm>
          </p:grpSpPr>
          <p:sp>
            <p:nvSpPr>
              <p:cNvPr id="68" name="Rectangle 67">
                <a:extLst>
                  <a:ext uri="{FF2B5EF4-FFF2-40B4-BE49-F238E27FC236}">
                    <a16:creationId xmlns:a16="http://schemas.microsoft.com/office/drawing/2014/main" id="{0D23A2C5-6464-5858-8D50-4763EBF4F2B1}"/>
                  </a:ext>
                </a:extLst>
              </p:cNvPr>
              <p:cNvSpPr/>
              <p:nvPr/>
            </p:nvSpPr>
            <p:spPr>
              <a:xfrm>
                <a:off x="2247106" y="1246188"/>
                <a:ext cx="5351462" cy="942975"/>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ound Same Side Corner Rectangle 37">
                <a:extLst>
                  <a:ext uri="{FF2B5EF4-FFF2-40B4-BE49-F238E27FC236}">
                    <a16:creationId xmlns:a16="http://schemas.microsoft.com/office/drawing/2014/main" id="{E511A9E0-D0DB-766F-9C26-BA905A38D018}"/>
                  </a:ext>
                </a:extLst>
              </p:cNvPr>
              <p:cNvSpPr/>
              <p:nvPr/>
            </p:nvSpPr>
            <p:spPr>
              <a:xfrm rot="16200000">
                <a:off x="1638300" y="1580356"/>
                <a:ext cx="942975" cy="274638"/>
              </a:xfrm>
              <a:prstGeom prst="round2Same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71" name="TextBox 70">
              <a:extLst>
                <a:ext uri="{FF2B5EF4-FFF2-40B4-BE49-F238E27FC236}">
                  <a16:creationId xmlns:a16="http://schemas.microsoft.com/office/drawing/2014/main" id="{62B7A3AF-869F-B740-76EA-A4B404051BF4}"/>
                </a:ext>
              </a:extLst>
            </p:cNvPr>
            <p:cNvSpPr txBox="1"/>
            <p:nvPr/>
          </p:nvSpPr>
          <p:spPr>
            <a:xfrm>
              <a:off x="1636289" y="2582497"/>
              <a:ext cx="4735956" cy="1351588"/>
            </a:xfrm>
            <a:prstGeom prst="rect">
              <a:avLst/>
            </a:prstGeom>
            <a:noFill/>
          </p:spPr>
          <p:txBody>
            <a:bodyPr wrap="square" rtlCol="0">
              <a:spAutoFit/>
            </a:bodyPr>
            <a:lstStyle/>
            <a:p>
              <a:pPr marL="342900" lvl="0" indent="-342900">
                <a:lnSpc>
                  <a:spcPct val="150000"/>
                </a:lnSpc>
                <a:buFontTx/>
                <a:buAutoNum type="alphaUcParenR"/>
                <a:defRPr/>
              </a:pPr>
              <a:r>
                <a:rPr lang="en-US" sz="1400" dirty="0">
                  <a:solidFill>
                    <a:prstClr val="black"/>
                  </a:solidFill>
                </a:rPr>
                <a:t>Underfitting</a:t>
              </a:r>
            </a:p>
            <a:p>
              <a:pPr marL="342900" lvl="0" indent="-342900">
                <a:lnSpc>
                  <a:spcPct val="150000"/>
                </a:lnSpc>
                <a:buFontTx/>
                <a:buAutoNum type="alphaUcParenR"/>
                <a:defRPr/>
              </a:pPr>
              <a:r>
                <a:rPr lang="en-US" sz="1400" dirty="0">
                  <a:solidFill>
                    <a:prstClr val="black"/>
                  </a:solidFill>
                </a:rPr>
                <a:t>Data drift</a:t>
              </a:r>
            </a:p>
            <a:p>
              <a:pPr marL="342900" lvl="0" indent="-342900">
                <a:lnSpc>
                  <a:spcPct val="150000"/>
                </a:lnSpc>
                <a:buFontTx/>
                <a:buAutoNum type="alphaUcParenR"/>
                <a:defRPr/>
              </a:pPr>
              <a:r>
                <a:rPr lang="en-US" sz="1400" dirty="0">
                  <a:solidFill>
                    <a:prstClr val="black"/>
                  </a:solidFill>
                </a:rPr>
                <a:t>Batch inference</a:t>
              </a:r>
            </a:p>
            <a:p>
              <a:pPr marL="342900" lvl="0" indent="-342900">
                <a:lnSpc>
                  <a:spcPct val="150000"/>
                </a:lnSpc>
                <a:buFontTx/>
                <a:buAutoNum type="alphaUcParenR"/>
                <a:defRPr/>
              </a:pPr>
              <a:r>
                <a:rPr lang="en-US" sz="1400" dirty="0">
                  <a:solidFill>
                    <a:prstClr val="black"/>
                  </a:solidFill>
                </a:rPr>
                <a:t>Feature aggregation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4A91B35D-2A72-4006-A5A7-8E5332458CDC}"/>
                </a:ext>
              </a:extLst>
            </p:cNvPr>
            <p:cNvSpPr txBox="1"/>
            <p:nvPr/>
          </p:nvSpPr>
          <p:spPr>
            <a:xfrm>
              <a:off x="1615147" y="1659194"/>
              <a:ext cx="4735955" cy="830997"/>
            </a:xfrm>
            <a:prstGeom prst="rect">
              <a:avLst/>
            </a:prstGeom>
            <a:noFill/>
          </p:spPr>
          <p:txBody>
            <a:bodyPr wrap="square" rtlCol="0">
              <a:spAutoFit/>
            </a:bodyPr>
            <a:lstStyle/>
            <a:p>
              <a:pPr lvl="0">
                <a:defRPr/>
              </a:pPr>
              <a:r>
                <a:rPr lang="en-US" sz="1600" b="1" dirty="0">
                  <a:solidFill>
                    <a:prstClr val="black"/>
                  </a:solidFill>
                </a:rPr>
                <a:t>A deployed predictive model begins receiving sensor measurements whose statistical distribution differs significantly from its historical training data. What does this most directly indicate?</a:t>
              </a:r>
            </a:p>
          </p:txBody>
        </p:sp>
      </p:grpSp>
    </p:spTree>
    <p:extLst>
      <p:ext uri="{BB962C8B-B14F-4D97-AF65-F5344CB8AC3E}">
        <p14:creationId xmlns:p14="http://schemas.microsoft.com/office/powerpoint/2010/main" val="2231495211"/>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974"/>
            <a:ext cx="12192000" cy="6869974"/>
          </a:xfrm>
          <a:prstGeom prst="rect">
            <a:avLst/>
          </a:prstGeom>
          <a:solidFill>
            <a:srgbClr val="44318C"/>
          </a:solidFill>
          <a:ln>
            <a:solidFill>
              <a:srgbClr val="443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4" name="object 3">
            <a:extLst>
              <a:ext uri="{FF2B5EF4-FFF2-40B4-BE49-F238E27FC236}">
                <a16:creationId xmlns:a16="http://schemas.microsoft.com/office/drawing/2014/main" id="{82422A05-6E3F-4399-851F-076A382F67DC}"/>
              </a:ext>
            </a:extLst>
          </p:cNvPr>
          <p:cNvGrpSpPr/>
          <p:nvPr/>
        </p:nvGrpSpPr>
        <p:grpSpPr>
          <a:xfrm>
            <a:off x="660750" y="556406"/>
            <a:ext cx="3711082" cy="395639"/>
            <a:chOff x="1172600" y="1047088"/>
            <a:chExt cx="5235575" cy="558165"/>
          </a:xfrm>
        </p:grpSpPr>
        <p:pic>
          <p:nvPicPr>
            <p:cNvPr id="5" name="object 4">
              <a:extLst>
                <a:ext uri="{FF2B5EF4-FFF2-40B4-BE49-F238E27FC236}">
                  <a16:creationId xmlns:a16="http://schemas.microsoft.com/office/drawing/2014/main" id="{32A159A3-7993-45FF-BBFD-48B94D6D74E4}"/>
                </a:ext>
              </a:extLst>
            </p:cNvPr>
            <p:cNvPicPr/>
            <p:nvPr/>
          </p:nvPicPr>
          <p:blipFill>
            <a:blip r:embed="rId2" cstate="print"/>
            <a:stretch>
              <a:fillRect/>
            </a:stretch>
          </p:blipFill>
          <p:spPr>
            <a:xfrm>
              <a:off x="4122459" y="1047088"/>
              <a:ext cx="2285722" cy="531506"/>
            </a:xfrm>
            <a:prstGeom prst="rect">
              <a:avLst/>
            </a:prstGeom>
          </p:spPr>
        </p:pic>
        <p:pic>
          <p:nvPicPr>
            <p:cNvPr id="6" name="object 5">
              <a:extLst>
                <a:ext uri="{FF2B5EF4-FFF2-40B4-BE49-F238E27FC236}">
                  <a16:creationId xmlns:a16="http://schemas.microsoft.com/office/drawing/2014/main" id="{6078832B-2D1A-4191-A255-6FE1EF1257AF}"/>
                </a:ext>
              </a:extLst>
            </p:cNvPr>
            <p:cNvPicPr/>
            <p:nvPr/>
          </p:nvPicPr>
          <p:blipFill>
            <a:blip r:embed="rId3" cstate="print"/>
            <a:stretch>
              <a:fillRect/>
            </a:stretch>
          </p:blipFill>
          <p:spPr>
            <a:xfrm>
              <a:off x="1571503" y="1047088"/>
              <a:ext cx="2524580" cy="558060"/>
            </a:xfrm>
            <a:prstGeom prst="rect">
              <a:avLst/>
            </a:prstGeom>
          </p:spPr>
        </p:pic>
        <p:sp>
          <p:nvSpPr>
            <p:cNvPr id="7" name="object 6">
              <a:extLst>
                <a:ext uri="{FF2B5EF4-FFF2-40B4-BE49-F238E27FC236}">
                  <a16:creationId xmlns:a16="http://schemas.microsoft.com/office/drawing/2014/main" id="{6C6D8039-7D93-4467-8EBF-0CAD1E3212C4}"/>
                </a:ext>
              </a:extLst>
            </p:cNvPr>
            <p:cNvSpPr/>
            <p:nvPr/>
          </p:nvSpPr>
          <p:spPr>
            <a:xfrm>
              <a:off x="1172600" y="1179968"/>
              <a:ext cx="372745" cy="266065"/>
            </a:xfrm>
            <a:custGeom>
              <a:avLst/>
              <a:gdLst/>
              <a:ahLst/>
              <a:cxnLst/>
              <a:rect l="l" t="t" r="r" b="b"/>
              <a:pathLst>
                <a:path w="372744" h="266065">
                  <a:moveTo>
                    <a:pt x="159060" y="241048"/>
                  </a:moveTo>
                  <a:lnTo>
                    <a:pt x="156173" y="241966"/>
                  </a:lnTo>
                  <a:lnTo>
                    <a:pt x="153854" y="243763"/>
                  </a:lnTo>
                  <a:lnTo>
                    <a:pt x="152044" y="245080"/>
                  </a:lnTo>
                  <a:lnTo>
                    <a:pt x="150968" y="247039"/>
                  </a:lnTo>
                  <a:lnTo>
                    <a:pt x="150903" y="251099"/>
                  </a:lnTo>
                  <a:lnTo>
                    <a:pt x="151106" y="254055"/>
                  </a:lnTo>
                  <a:lnTo>
                    <a:pt x="153219" y="258454"/>
                  </a:lnTo>
                  <a:lnTo>
                    <a:pt x="159759" y="264527"/>
                  </a:lnTo>
                  <a:lnTo>
                    <a:pt x="163889" y="266001"/>
                  </a:lnTo>
                  <a:lnTo>
                    <a:pt x="168093" y="265725"/>
                  </a:lnTo>
                  <a:lnTo>
                    <a:pt x="174906" y="265464"/>
                  </a:lnTo>
                  <a:lnTo>
                    <a:pt x="181557" y="263594"/>
                  </a:lnTo>
                  <a:lnTo>
                    <a:pt x="187497" y="260269"/>
                  </a:lnTo>
                  <a:lnTo>
                    <a:pt x="193135" y="256715"/>
                  </a:lnTo>
                  <a:lnTo>
                    <a:pt x="195589" y="254628"/>
                  </a:lnTo>
                  <a:lnTo>
                    <a:pt x="180843" y="254628"/>
                  </a:lnTo>
                  <a:lnTo>
                    <a:pt x="178694" y="254354"/>
                  </a:lnTo>
                  <a:lnTo>
                    <a:pt x="176722" y="253300"/>
                  </a:lnTo>
                  <a:lnTo>
                    <a:pt x="175306" y="251669"/>
                  </a:lnTo>
                  <a:lnTo>
                    <a:pt x="173388" y="248377"/>
                  </a:lnTo>
                  <a:lnTo>
                    <a:pt x="170971" y="245398"/>
                  </a:lnTo>
                  <a:lnTo>
                    <a:pt x="168140" y="242838"/>
                  </a:lnTo>
                  <a:lnTo>
                    <a:pt x="166323" y="241648"/>
                  </a:lnTo>
                  <a:lnTo>
                    <a:pt x="164569" y="241173"/>
                  </a:lnTo>
                  <a:lnTo>
                    <a:pt x="161998" y="241173"/>
                  </a:lnTo>
                  <a:lnTo>
                    <a:pt x="159060" y="241048"/>
                  </a:lnTo>
                  <a:close/>
                </a:path>
                <a:path w="372744" h="266065">
                  <a:moveTo>
                    <a:pt x="204292" y="11605"/>
                  </a:moveTo>
                  <a:lnTo>
                    <a:pt x="175306" y="11605"/>
                  </a:lnTo>
                  <a:lnTo>
                    <a:pt x="177019" y="11736"/>
                  </a:lnTo>
                  <a:lnTo>
                    <a:pt x="178647" y="12400"/>
                  </a:lnTo>
                  <a:lnTo>
                    <a:pt x="179959" y="13501"/>
                  </a:lnTo>
                  <a:lnTo>
                    <a:pt x="180782" y="14537"/>
                  </a:lnTo>
                  <a:lnTo>
                    <a:pt x="181196" y="15836"/>
                  </a:lnTo>
                  <a:lnTo>
                    <a:pt x="181122" y="17154"/>
                  </a:lnTo>
                  <a:lnTo>
                    <a:pt x="180622" y="21205"/>
                  </a:lnTo>
                  <a:lnTo>
                    <a:pt x="179573" y="25171"/>
                  </a:lnTo>
                  <a:lnTo>
                    <a:pt x="178005" y="28944"/>
                  </a:lnTo>
                  <a:lnTo>
                    <a:pt x="169240" y="54466"/>
                  </a:lnTo>
                  <a:lnTo>
                    <a:pt x="116489" y="208992"/>
                  </a:lnTo>
                  <a:lnTo>
                    <a:pt x="115837" y="210703"/>
                  </a:lnTo>
                  <a:lnTo>
                    <a:pt x="114860" y="213038"/>
                  </a:lnTo>
                  <a:lnTo>
                    <a:pt x="114395" y="214078"/>
                  </a:lnTo>
                  <a:lnTo>
                    <a:pt x="100854" y="248941"/>
                  </a:lnTo>
                  <a:lnTo>
                    <a:pt x="99238" y="252320"/>
                  </a:lnTo>
                  <a:lnTo>
                    <a:pt x="98215" y="255947"/>
                  </a:lnTo>
                  <a:lnTo>
                    <a:pt x="97885" y="259129"/>
                  </a:lnTo>
                  <a:lnTo>
                    <a:pt x="97799" y="261656"/>
                  </a:lnTo>
                  <a:lnTo>
                    <a:pt x="98346" y="263088"/>
                  </a:lnTo>
                  <a:lnTo>
                    <a:pt x="99597" y="264292"/>
                  </a:lnTo>
                  <a:lnTo>
                    <a:pt x="101373" y="265350"/>
                  </a:lnTo>
                  <a:lnTo>
                    <a:pt x="103452" y="265789"/>
                  </a:lnTo>
                  <a:lnTo>
                    <a:pt x="105507" y="265540"/>
                  </a:lnTo>
                  <a:lnTo>
                    <a:pt x="108012" y="265540"/>
                  </a:lnTo>
                  <a:lnTo>
                    <a:pt x="116163" y="256247"/>
                  </a:lnTo>
                  <a:lnTo>
                    <a:pt x="119141" y="248941"/>
                  </a:lnTo>
                  <a:lnTo>
                    <a:pt x="122980" y="239983"/>
                  </a:lnTo>
                  <a:lnTo>
                    <a:pt x="128034" y="228550"/>
                  </a:lnTo>
                  <a:lnTo>
                    <a:pt x="134125" y="215049"/>
                  </a:lnTo>
                  <a:lnTo>
                    <a:pt x="138360" y="205465"/>
                  </a:lnTo>
                  <a:lnTo>
                    <a:pt x="142931" y="196038"/>
                  </a:lnTo>
                  <a:lnTo>
                    <a:pt x="147834" y="186776"/>
                  </a:lnTo>
                  <a:lnTo>
                    <a:pt x="153063" y="177689"/>
                  </a:lnTo>
                  <a:lnTo>
                    <a:pt x="155328" y="174499"/>
                  </a:lnTo>
                  <a:lnTo>
                    <a:pt x="147386" y="174499"/>
                  </a:lnTo>
                  <a:lnTo>
                    <a:pt x="151669" y="161142"/>
                  </a:lnTo>
                  <a:lnTo>
                    <a:pt x="156053" y="148404"/>
                  </a:lnTo>
                  <a:lnTo>
                    <a:pt x="160618" y="136091"/>
                  </a:lnTo>
                  <a:lnTo>
                    <a:pt x="170446" y="111370"/>
                  </a:lnTo>
                  <a:lnTo>
                    <a:pt x="175152" y="98506"/>
                  </a:lnTo>
                  <a:lnTo>
                    <a:pt x="179560" y="85442"/>
                  </a:lnTo>
                  <a:lnTo>
                    <a:pt x="183635" y="72268"/>
                  </a:lnTo>
                  <a:lnTo>
                    <a:pt x="186799" y="61865"/>
                  </a:lnTo>
                  <a:lnTo>
                    <a:pt x="189266" y="54236"/>
                  </a:lnTo>
                  <a:lnTo>
                    <a:pt x="202248" y="16784"/>
                  </a:lnTo>
                  <a:lnTo>
                    <a:pt x="204292" y="11605"/>
                  </a:lnTo>
                  <a:close/>
                </a:path>
                <a:path w="372744" h="266065">
                  <a:moveTo>
                    <a:pt x="108012" y="265540"/>
                  </a:moveTo>
                  <a:lnTo>
                    <a:pt x="105507" y="265540"/>
                  </a:lnTo>
                  <a:lnTo>
                    <a:pt x="107636" y="265645"/>
                  </a:lnTo>
                  <a:lnTo>
                    <a:pt x="108012" y="265540"/>
                  </a:lnTo>
                  <a:close/>
                </a:path>
                <a:path w="372744" h="266065">
                  <a:moveTo>
                    <a:pt x="114428" y="117164"/>
                  </a:moveTo>
                  <a:lnTo>
                    <a:pt x="54973" y="117164"/>
                  </a:lnTo>
                  <a:lnTo>
                    <a:pt x="52561" y="124285"/>
                  </a:lnTo>
                  <a:lnTo>
                    <a:pt x="49714" y="131852"/>
                  </a:lnTo>
                  <a:lnTo>
                    <a:pt x="46085" y="140791"/>
                  </a:lnTo>
                  <a:lnTo>
                    <a:pt x="46085" y="141346"/>
                  </a:lnTo>
                  <a:lnTo>
                    <a:pt x="17605" y="210059"/>
                  </a:lnTo>
                  <a:lnTo>
                    <a:pt x="2507" y="245484"/>
                  </a:lnTo>
                  <a:lnTo>
                    <a:pt x="0" y="257060"/>
                  </a:lnTo>
                  <a:lnTo>
                    <a:pt x="815" y="259221"/>
                  </a:lnTo>
                  <a:lnTo>
                    <a:pt x="2391" y="260777"/>
                  </a:lnTo>
                  <a:lnTo>
                    <a:pt x="4376" y="262310"/>
                  </a:lnTo>
                  <a:lnTo>
                    <a:pt x="6865" y="263052"/>
                  </a:lnTo>
                  <a:lnTo>
                    <a:pt x="9371" y="262858"/>
                  </a:lnTo>
                  <a:lnTo>
                    <a:pt x="12465" y="262810"/>
                  </a:lnTo>
                  <a:lnTo>
                    <a:pt x="32730" y="251668"/>
                  </a:lnTo>
                  <a:lnTo>
                    <a:pt x="39710" y="247039"/>
                  </a:lnTo>
                  <a:lnTo>
                    <a:pt x="46279" y="241826"/>
                  </a:lnTo>
                  <a:lnTo>
                    <a:pt x="46433" y="241681"/>
                  </a:lnTo>
                  <a:lnTo>
                    <a:pt x="28821" y="241681"/>
                  </a:lnTo>
                  <a:lnTo>
                    <a:pt x="26402" y="241357"/>
                  </a:lnTo>
                  <a:lnTo>
                    <a:pt x="25733" y="240612"/>
                  </a:lnTo>
                  <a:lnTo>
                    <a:pt x="25324" y="239671"/>
                  </a:lnTo>
                  <a:lnTo>
                    <a:pt x="25252" y="238643"/>
                  </a:lnTo>
                  <a:lnTo>
                    <a:pt x="31153" y="224474"/>
                  </a:lnTo>
                  <a:lnTo>
                    <a:pt x="36299" y="212414"/>
                  </a:lnTo>
                  <a:lnTo>
                    <a:pt x="40272" y="203422"/>
                  </a:lnTo>
                  <a:lnTo>
                    <a:pt x="43246" y="197062"/>
                  </a:lnTo>
                  <a:lnTo>
                    <a:pt x="74749" y="121002"/>
                  </a:lnTo>
                  <a:lnTo>
                    <a:pt x="78393" y="119830"/>
                  </a:lnTo>
                  <a:lnTo>
                    <a:pt x="82182" y="119161"/>
                  </a:lnTo>
                  <a:lnTo>
                    <a:pt x="86010" y="119013"/>
                  </a:lnTo>
                  <a:lnTo>
                    <a:pt x="102110" y="119013"/>
                  </a:lnTo>
                  <a:lnTo>
                    <a:pt x="108811" y="118736"/>
                  </a:lnTo>
                  <a:lnTo>
                    <a:pt x="113883" y="118227"/>
                  </a:lnTo>
                  <a:lnTo>
                    <a:pt x="114428" y="117164"/>
                  </a:lnTo>
                  <a:close/>
                </a:path>
                <a:path w="372744" h="266065">
                  <a:moveTo>
                    <a:pt x="242902" y="108204"/>
                  </a:moveTo>
                  <a:lnTo>
                    <a:pt x="223812" y="108204"/>
                  </a:lnTo>
                  <a:lnTo>
                    <a:pt x="226775" y="109564"/>
                  </a:lnTo>
                  <a:lnTo>
                    <a:pt x="228679" y="111986"/>
                  </a:lnTo>
                  <a:lnTo>
                    <a:pt x="231080" y="116330"/>
                  </a:lnTo>
                  <a:lnTo>
                    <a:pt x="232102" y="121295"/>
                  </a:lnTo>
                  <a:lnTo>
                    <a:pt x="231605" y="126300"/>
                  </a:lnTo>
                  <a:lnTo>
                    <a:pt x="230825" y="136928"/>
                  </a:lnTo>
                  <a:lnTo>
                    <a:pt x="219046" y="182591"/>
                  </a:lnTo>
                  <a:lnTo>
                    <a:pt x="204086" y="221927"/>
                  </a:lnTo>
                  <a:lnTo>
                    <a:pt x="183263" y="254628"/>
                  </a:lnTo>
                  <a:lnTo>
                    <a:pt x="195589" y="254628"/>
                  </a:lnTo>
                  <a:lnTo>
                    <a:pt x="221265" y="224474"/>
                  </a:lnTo>
                  <a:lnTo>
                    <a:pt x="239391" y="186776"/>
                  </a:lnTo>
                  <a:lnTo>
                    <a:pt x="249306" y="147858"/>
                  </a:lnTo>
                  <a:lnTo>
                    <a:pt x="250363" y="134411"/>
                  </a:lnTo>
                  <a:lnTo>
                    <a:pt x="249904" y="126227"/>
                  </a:lnTo>
                  <a:lnTo>
                    <a:pt x="248583" y="119303"/>
                  </a:lnTo>
                  <a:lnTo>
                    <a:pt x="246358" y="113423"/>
                  </a:lnTo>
                  <a:lnTo>
                    <a:pt x="243243" y="108657"/>
                  </a:lnTo>
                  <a:lnTo>
                    <a:pt x="242902" y="108204"/>
                  </a:lnTo>
                  <a:close/>
                </a:path>
                <a:path w="372744" h="266065">
                  <a:moveTo>
                    <a:pt x="73493" y="200946"/>
                  </a:moveTo>
                  <a:lnTo>
                    <a:pt x="66221" y="210059"/>
                  </a:lnTo>
                  <a:lnTo>
                    <a:pt x="58498" y="218787"/>
                  </a:lnTo>
                  <a:lnTo>
                    <a:pt x="50338" y="227114"/>
                  </a:lnTo>
                  <a:lnTo>
                    <a:pt x="41757" y="235023"/>
                  </a:lnTo>
                  <a:lnTo>
                    <a:pt x="38336" y="238643"/>
                  </a:lnTo>
                  <a:lnTo>
                    <a:pt x="33771" y="240992"/>
                  </a:lnTo>
                  <a:lnTo>
                    <a:pt x="28821" y="241681"/>
                  </a:lnTo>
                  <a:lnTo>
                    <a:pt x="46433" y="241681"/>
                  </a:lnTo>
                  <a:lnTo>
                    <a:pt x="72772" y="213038"/>
                  </a:lnTo>
                  <a:lnTo>
                    <a:pt x="79170" y="205015"/>
                  </a:lnTo>
                  <a:lnTo>
                    <a:pt x="77461" y="203422"/>
                  </a:lnTo>
                  <a:lnTo>
                    <a:pt x="75553" y="202054"/>
                  </a:lnTo>
                  <a:lnTo>
                    <a:pt x="73493" y="200946"/>
                  </a:lnTo>
                  <a:close/>
                </a:path>
                <a:path w="372744" h="266065">
                  <a:moveTo>
                    <a:pt x="164171" y="241065"/>
                  </a:moveTo>
                  <a:lnTo>
                    <a:pt x="161998" y="241173"/>
                  </a:lnTo>
                  <a:lnTo>
                    <a:pt x="164569" y="241173"/>
                  </a:lnTo>
                  <a:lnTo>
                    <a:pt x="164171" y="241065"/>
                  </a:lnTo>
                  <a:close/>
                </a:path>
                <a:path w="372744" h="266065">
                  <a:moveTo>
                    <a:pt x="226492" y="100103"/>
                  </a:moveTo>
                  <a:lnTo>
                    <a:pt x="191726" y="118587"/>
                  </a:lnTo>
                  <a:lnTo>
                    <a:pt x="155343" y="163633"/>
                  </a:lnTo>
                  <a:lnTo>
                    <a:pt x="152040" y="168442"/>
                  </a:lnTo>
                  <a:lnTo>
                    <a:pt x="147386" y="174499"/>
                  </a:lnTo>
                  <a:lnTo>
                    <a:pt x="155328" y="174499"/>
                  </a:lnTo>
                  <a:lnTo>
                    <a:pt x="162179" y="164846"/>
                  </a:lnTo>
                  <a:lnTo>
                    <a:pt x="171667" y="152276"/>
                  </a:lnTo>
                  <a:lnTo>
                    <a:pt x="196831" y="122753"/>
                  </a:lnTo>
                  <a:lnTo>
                    <a:pt x="220722" y="108334"/>
                  </a:lnTo>
                  <a:lnTo>
                    <a:pt x="223812" y="108204"/>
                  </a:lnTo>
                  <a:lnTo>
                    <a:pt x="242902" y="108204"/>
                  </a:lnTo>
                  <a:lnTo>
                    <a:pt x="239280" y="103398"/>
                  </a:lnTo>
                  <a:lnTo>
                    <a:pt x="233102" y="100243"/>
                  </a:lnTo>
                  <a:lnTo>
                    <a:pt x="226492" y="100103"/>
                  </a:lnTo>
                  <a:close/>
                </a:path>
                <a:path w="372744" h="266065">
                  <a:moveTo>
                    <a:pt x="88669" y="50349"/>
                  </a:moveTo>
                  <a:lnTo>
                    <a:pt x="77913" y="61263"/>
                  </a:lnTo>
                  <a:lnTo>
                    <a:pt x="74902" y="69665"/>
                  </a:lnTo>
                  <a:lnTo>
                    <a:pt x="71940" y="77469"/>
                  </a:lnTo>
                  <a:lnTo>
                    <a:pt x="69020" y="84684"/>
                  </a:lnTo>
                  <a:lnTo>
                    <a:pt x="66140" y="91317"/>
                  </a:lnTo>
                  <a:lnTo>
                    <a:pt x="64419" y="95063"/>
                  </a:lnTo>
                  <a:lnTo>
                    <a:pt x="62175" y="100243"/>
                  </a:lnTo>
                  <a:lnTo>
                    <a:pt x="59719" y="106298"/>
                  </a:lnTo>
                  <a:lnTo>
                    <a:pt x="55643" y="106619"/>
                  </a:lnTo>
                  <a:lnTo>
                    <a:pt x="48714" y="106957"/>
                  </a:lnTo>
                  <a:lnTo>
                    <a:pt x="26262" y="107685"/>
                  </a:lnTo>
                  <a:lnTo>
                    <a:pt x="24444" y="110726"/>
                  </a:lnTo>
                  <a:lnTo>
                    <a:pt x="23228" y="114085"/>
                  </a:lnTo>
                  <a:lnTo>
                    <a:pt x="22679" y="117580"/>
                  </a:lnTo>
                  <a:lnTo>
                    <a:pt x="25192" y="117580"/>
                  </a:lnTo>
                  <a:lnTo>
                    <a:pt x="37756" y="117164"/>
                  </a:lnTo>
                  <a:lnTo>
                    <a:pt x="114428" y="117164"/>
                  </a:lnTo>
                  <a:lnTo>
                    <a:pt x="115546" y="114983"/>
                  </a:lnTo>
                  <a:lnTo>
                    <a:pt x="116328" y="111456"/>
                  </a:lnTo>
                  <a:lnTo>
                    <a:pt x="116223" y="108101"/>
                  </a:lnTo>
                  <a:lnTo>
                    <a:pt x="86429" y="108101"/>
                  </a:lnTo>
                  <a:lnTo>
                    <a:pt x="84288" y="107778"/>
                  </a:lnTo>
                  <a:lnTo>
                    <a:pt x="80566" y="107130"/>
                  </a:lnTo>
                  <a:lnTo>
                    <a:pt x="81461" y="103985"/>
                  </a:lnTo>
                  <a:lnTo>
                    <a:pt x="82549" y="100897"/>
                  </a:lnTo>
                  <a:lnTo>
                    <a:pt x="91333" y="80247"/>
                  </a:lnTo>
                  <a:lnTo>
                    <a:pt x="96648" y="67141"/>
                  </a:lnTo>
                  <a:lnTo>
                    <a:pt x="99809" y="58552"/>
                  </a:lnTo>
                  <a:lnTo>
                    <a:pt x="100854" y="54466"/>
                  </a:lnTo>
                  <a:lnTo>
                    <a:pt x="100854" y="51322"/>
                  </a:lnTo>
                  <a:lnTo>
                    <a:pt x="97932" y="50703"/>
                  </a:lnTo>
                  <a:lnTo>
                    <a:pt x="94996" y="50397"/>
                  </a:lnTo>
                  <a:lnTo>
                    <a:pt x="91966" y="50397"/>
                  </a:lnTo>
                  <a:lnTo>
                    <a:pt x="88669" y="50349"/>
                  </a:lnTo>
                  <a:close/>
                </a:path>
                <a:path w="372744" h="266065">
                  <a:moveTo>
                    <a:pt x="116209" y="107732"/>
                  </a:moveTo>
                  <a:lnTo>
                    <a:pt x="97596" y="108101"/>
                  </a:lnTo>
                  <a:lnTo>
                    <a:pt x="116223" y="108101"/>
                  </a:lnTo>
                  <a:lnTo>
                    <a:pt x="116209" y="107732"/>
                  </a:lnTo>
                  <a:close/>
                </a:path>
                <a:path w="372744" h="266065">
                  <a:moveTo>
                    <a:pt x="94953" y="50393"/>
                  </a:moveTo>
                  <a:lnTo>
                    <a:pt x="91966" y="50397"/>
                  </a:lnTo>
                  <a:lnTo>
                    <a:pt x="94996" y="50397"/>
                  </a:lnTo>
                  <a:close/>
                </a:path>
                <a:path w="372744" h="266065">
                  <a:moveTo>
                    <a:pt x="208344" y="0"/>
                  </a:moveTo>
                  <a:lnTo>
                    <a:pt x="202248" y="0"/>
                  </a:lnTo>
                  <a:lnTo>
                    <a:pt x="197165" y="226"/>
                  </a:lnTo>
                  <a:lnTo>
                    <a:pt x="188876" y="913"/>
                  </a:lnTo>
                  <a:lnTo>
                    <a:pt x="177350" y="2067"/>
                  </a:lnTo>
                  <a:lnTo>
                    <a:pt x="162556" y="3698"/>
                  </a:lnTo>
                  <a:lnTo>
                    <a:pt x="161765" y="7767"/>
                  </a:lnTo>
                  <a:lnTo>
                    <a:pt x="166144" y="9589"/>
                  </a:lnTo>
                  <a:lnTo>
                    <a:pt x="170696" y="10968"/>
                  </a:lnTo>
                  <a:lnTo>
                    <a:pt x="175352" y="11882"/>
                  </a:lnTo>
                  <a:lnTo>
                    <a:pt x="175306" y="11605"/>
                  </a:lnTo>
                  <a:lnTo>
                    <a:pt x="204292" y="11605"/>
                  </a:lnTo>
                  <a:lnTo>
                    <a:pt x="207413" y="3698"/>
                  </a:lnTo>
                  <a:lnTo>
                    <a:pt x="208344" y="0"/>
                  </a:lnTo>
                  <a:close/>
                </a:path>
                <a:path w="372744" h="266065">
                  <a:moveTo>
                    <a:pt x="343499" y="101424"/>
                  </a:moveTo>
                  <a:lnTo>
                    <a:pt x="304294" y="130482"/>
                  </a:lnTo>
                  <a:lnTo>
                    <a:pt x="282463" y="164948"/>
                  </a:lnTo>
                  <a:lnTo>
                    <a:pt x="269953" y="199838"/>
                  </a:lnTo>
                  <a:lnTo>
                    <a:pt x="268255" y="207199"/>
                  </a:lnTo>
                  <a:lnTo>
                    <a:pt x="267319" y="214713"/>
                  </a:lnTo>
                  <a:lnTo>
                    <a:pt x="267278" y="227765"/>
                  </a:lnTo>
                  <a:lnTo>
                    <a:pt x="267352" y="231222"/>
                  </a:lnTo>
                  <a:lnTo>
                    <a:pt x="286892" y="265351"/>
                  </a:lnTo>
                  <a:lnTo>
                    <a:pt x="293871" y="265402"/>
                  </a:lnTo>
                  <a:lnTo>
                    <a:pt x="302113" y="264308"/>
                  </a:lnTo>
                  <a:lnTo>
                    <a:pt x="309930" y="261710"/>
                  </a:lnTo>
                  <a:lnTo>
                    <a:pt x="317115" y="257698"/>
                  </a:lnTo>
                  <a:lnTo>
                    <a:pt x="323465" y="252364"/>
                  </a:lnTo>
                  <a:lnTo>
                    <a:pt x="324281" y="251535"/>
                  </a:lnTo>
                  <a:lnTo>
                    <a:pt x="299939" y="251535"/>
                  </a:lnTo>
                  <a:lnTo>
                    <a:pt x="295800" y="249505"/>
                  </a:lnTo>
                  <a:lnTo>
                    <a:pt x="293266" y="245983"/>
                  </a:lnTo>
                  <a:lnTo>
                    <a:pt x="288872" y="239813"/>
                  </a:lnTo>
                  <a:lnTo>
                    <a:pt x="286727" y="232475"/>
                  </a:lnTo>
                  <a:lnTo>
                    <a:pt x="286750" y="231210"/>
                  </a:lnTo>
                  <a:lnTo>
                    <a:pt x="293452" y="189065"/>
                  </a:lnTo>
                  <a:lnTo>
                    <a:pt x="302331" y="187201"/>
                  </a:lnTo>
                  <a:lnTo>
                    <a:pt x="310355" y="185354"/>
                  </a:lnTo>
                  <a:lnTo>
                    <a:pt x="317524" y="183525"/>
                  </a:lnTo>
                  <a:lnTo>
                    <a:pt x="323838" y="181713"/>
                  </a:lnTo>
                  <a:lnTo>
                    <a:pt x="329148" y="180253"/>
                  </a:lnTo>
                  <a:lnTo>
                    <a:pt x="333778" y="178660"/>
                  </a:lnTo>
                  <a:lnTo>
                    <a:pt x="296801" y="178660"/>
                  </a:lnTo>
                  <a:lnTo>
                    <a:pt x="299591" y="170947"/>
                  </a:lnTo>
                  <a:lnTo>
                    <a:pt x="302805" y="163310"/>
                  </a:lnTo>
                  <a:lnTo>
                    <a:pt x="306322" y="155998"/>
                  </a:lnTo>
                  <a:lnTo>
                    <a:pt x="310249" y="148791"/>
                  </a:lnTo>
                  <a:lnTo>
                    <a:pt x="315365" y="139188"/>
                  </a:lnTo>
                  <a:lnTo>
                    <a:pt x="342877" y="108096"/>
                  </a:lnTo>
                  <a:lnTo>
                    <a:pt x="347475" y="107501"/>
                  </a:lnTo>
                  <a:lnTo>
                    <a:pt x="363435" y="107501"/>
                  </a:lnTo>
                  <a:lnTo>
                    <a:pt x="360939" y="104450"/>
                  </a:lnTo>
                  <a:lnTo>
                    <a:pt x="354865" y="101526"/>
                  </a:lnTo>
                  <a:lnTo>
                    <a:pt x="343499" y="101424"/>
                  </a:lnTo>
                  <a:close/>
                </a:path>
                <a:path w="372744" h="266065">
                  <a:moveTo>
                    <a:pt x="304294" y="251393"/>
                  </a:moveTo>
                  <a:lnTo>
                    <a:pt x="299939" y="251535"/>
                  </a:lnTo>
                  <a:lnTo>
                    <a:pt x="324281" y="251535"/>
                  </a:lnTo>
                  <a:lnTo>
                    <a:pt x="306917" y="251458"/>
                  </a:lnTo>
                  <a:lnTo>
                    <a:pt x="304294" y="251393"/>
                  </a:lnTo>
                  <a:close/>
                </a:path>
                <a:path w="372744" h="266065">
                  <a:moveTo>
                    <a:pt x="344172" y="209270"/>
                  </a:moveTo>
                  <a:lnTo>
                    <a:pt x="341928" y="215826"/>
                  </a:lnTo>
                  <a:lnTo>
                    <a:pt x="338797" y="222048"/>
                  </a:lnTo>
                  <a:lnTo>
                    <a:pt x="334866" y="227765"/>
                  </a:lnTo>
                  <a:lnTo>
                    <a:pt x="331695" y="232475"/>
                  </a:lnTo>
                  <a:lnTo>
                    <a:pt x="311832" y="249636"/>
                  </a:lnTo>
                  <a:lnTo>
                    <a:pt x="309512" y="250853"/>
                  </a:lnTo>
                  <a:lnTo>
                    <a:pt x="306917" y="251458"/>
                  </a:lnTo>
                  <a:lnTo>
                    <a:pt x="324356" y="251458"/>
                  </a:lnTo>
                  <a:lnTo>
                    <a:pt x="333825" y="241839"/>
                  </a:lnTo>
                  <a:lnTo>
                    <a:pt x="342055" y="231210"/>
                  </a:lnTo>
                  <a:lnTo>
                    <a:pt x="348157" y="220477"/>
                  </a:lnTo>
                  <a:lnTo>
                    <a:pt x="352129" y="209640"/>
                  </a:lnTo>
                  <a:lnTo>
                    <a:pt x="350385" y="209415"/>
                  </a:lnTo>
                  <a:lnTo>
                    <a:pt x="348630" y="209291"/>
                  </a:lnTo>
                  <a:lnTo>
                    <a:pt x="344172" y="209270"/>
                  </a:lnTo>
                  <a:close/>
                </a:path>
                <a:path w="372744" h="266065">
                  <a:moveTo>
                    <a:pt x="363435" y="107501"/>
                  </a:moveTo>
                  <a:lnTo>
                    <a:pt x="347475" y="107501"/>
                  </a:lnTo>
                  <a:lnTo>
                    <a:pt x="350358" y="107584"/>
                  </a:lnTo>
                  <a:lnTo>
                    <a:pt x="353054" y="108940"/>
                  </a:lnTo>
                  <a:lnTo>
                    <a:pt x="354827" y="111200"/>
                  </a:lnTo>
                  <a:lnTo>
                    <a:pt x="357053" y="113764"/>
                  </a:lnTo>
                  <a:lnTo>
                    <a:pt x="358232" y="117063"/>
                  </a:lnTo>
                  <a:lnTo>
                    <a:pt x="345707" y="152721"/>
                  </a:lnTo>
                  <a:lnTo>
                    <a:pt x="342710" y="156747"/>
                  </a:lnTo>
                  <a:lnTo>
                    <a:pt x="310034" y="176707"/>
                  </a:lnTo>
                  <a:lnTo>
                    <a:pt x="296801" y="178660"/>
                  </a:lnTo>
                  <a:lnTo>
                    <a:pt x="333778" y="178660"/>
                  </a:lnTo>
                  <a:lnTo>
                    <a:pt x="366647" y="150734"/>
                  </a:lnTo>
                  <a:lnTo>
                    <a:pt x="370217" y="144235"/>
                  </a:lnTo>
                  <a:lnTo>
                    <a:pt x="372072" y="137139"/>
                  </a:lnTo>
                  <a:lnTo>
                    <a:pt x="372185" y="129557"/>
                  </a:lnTo>
                  <a:lnTo>
                    <a:pt x="372424" y="122196"/>
                  </a:lnTo>
                  <a:lnTo>
                    <a:pt x="369865" y="115016"/>
                  </a:lnTo>
                  <a:lnTo>
                    <a:pt x="365019" y="109444"/>
                  </a:lnTo>
                  <a:lnTo>
                    <a:pt x="363435" y="107501"/>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5" name="TextBox 14">
            <a:extLst>
              <a:ext uri="{FF2B5EF4-FFF2-40B4-BE49-F238E27FC236}">
                <a16:creationId xmlns:a16="http://schemas.microsoft.com/office/drawing/2014/main" id="{0917967D-AC26-4FDC-8D1E-0CDA7F601C42}"/>
              </a:ext>
            </a:extLst>
          </p:cNvPr>
          <p:cNvSpPr txBox="1"/>
          <p:nvPr/>
        </p:nvSpPr>
        <p:spPr>
          <a:xfrm>
            <a:off x="660750" y="5486091"/>
            <a:ext cx="4506485"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prstClr val="white"/>
                </a:solidFill>
                <a:effectLst/>
                <a:uLnTx/>
                <a:uFillTx/>
                <a:latin typeface="Calibri" panose="020F0502020204030204"/>
                <a:ea typeface="+mn-ea"/>
                <a:cs typeface="Poppins SemiBold" panose="00000700000000000000" pitchFamily="2" charset="0"/>
              </a:rPr>
              <a:t>Congratulations</a:t>
            </a:r>
          </a:p>
        </p:txBody>
      </p:sp>
      <p:grpSp>
        <p:nvGrpSpPr>
          <p:cNvPr id="45" name="Group 44">
            <a:extLst>
              <a:ext uri="{FF2B5EF4-FFF2-40B4-BE49-F238E27FC236}">
                <a16:creationId xmlns:a16="http://schemas.microsoft.com/office/drawing/2014/main" id="{43B7DAE2-F1D3-42C2-B21C-B1B377B29E9C}"/>
              </a:ext>
            </a:extLst>
          </p:cNvPr>
          <p:cNvGrpSpPr/>
          <p:nvPr/>
        </p:nvGrpSpPr>
        <p:grpSpPr>
          <a:xfrm>
            <a:off x="6481464" y="588818"/>
            <a:ext cx="4572000" cy="1252291"/>
            <a:chOff x="6786790" y="3932870"/>
            <a:chExt cx="4572000" cy="1252291"/>
          </a:xfrm>
        </p:grpSpPr>
        <p:sp>
          <p:nvSpPr>
            <p:cNvPr id="18" name="TextBox 17">
              <a:extLst>
                <a:ext uri="{FF2B5EF4-FFF2-40B4-BE49-F238E27FC236}">
                  <a16:creationId xmlns:a16="http://schemas.microsoft.com/office/drawing/2014/main" id="{3E5D1346-8FBE-4391-94CC-60161CF85524}"/>
                </a:ext>
              </a:extLst>
            </p:cNvPr>
            <p:cNvSpPr txBox="1"/>
            <p:nvPr/>
          </p:nvSpPr>
          <p:spPr>
            <a:xfrm>
              <a:off x="6786790" y="3932870"/>
              <a:ext cx="4572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Poppins Light" panose="00000400000000000000" pitchFamily="2" charset="0"/>
                </a:rPr>
                <a:t>The World’s Largest Global Training Provider </a:t>
              </a:r>
            </a:p>
          </p:txBody>
        </p:sp>
        <p:grpSp>
          <p:nvGrpSpPr>
            <p:cNvPr id="19" name="Group 18">
              <a:extLst>
                <a:ext uri="{FF2B5EF4-FFF2-40B4-BE49-F238E27FC236}">
                  <a16:creationId xmlns:a16="http://schemas.microsoft.com/office/drawing/2014/main" id="{0E15F76E-0B65-4C60-84FA-D812971EA2DD}"/>
                </a:ext>
              </a:extLst>
            </p:cNvPr>
            <p:cNvGrpSpPr/>
            <p:nvPr/>
          </p:nvGrpSpPr>
          <p:grpSpPr>
            <a:xfrm>
              <a:off x="6870605" y="4846607"/>
              <a:ext cx="3912779" cy="338554"/>
              <a:chOff x="727383" y="6151618"/>
              <a:chExt cx="3912779" cy="338554"/>
            </a:xfrm>
          </p:grpSpPr>
          <p:sp>
            <p:nvSpPr>
              <p:cNvPr id="20" name="TextBox 19">
                <a:extLst>
                  <a:ext uri="{FF2B5EF4-FFF2-40B4-BE49-F238E27FC236}">
                    <a16:creationId xmlns:a16="http://schemas.microsoft.com/office/drawing/2014/main" id="{5AB0AC92-CA2F-48A5-8FB5-A1521C3FEAA6}"/>
                  </a:ext>
                </a:extLst>
              </p:cNvPr>
              <p:cNvSpPr txBox="1"/>
              <p:nvPr/>
            </p:nvSpPr>
            <p:spPr>
              <a:xfrm>
                <a:off x="982562" y="6151618"/>
                <a:ext cx="36576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Poppins Light" panose="00000400000000000000" pitchFamily="2" charset="0"/>
                  </a:rPr>
                  <a:t>info@theknowledgeacademy.com</a:t>
                </a:r>
              </a:p>
            </p:txBody>
          </p:sp>
          <p:pic>
            <p:nvPicPr>
              <p:cNvPr id="21" name="Graphic 20" descr="World">
                <a:extLst>
                  <a:ext uri="{FF2B5EF4-FFF2-40B4-BE49-F238E27FC236}">
                    <a16:creationId xmlns:a16="http://schemas.microsoft.com/office/drawing/2014/main" id="{DDCA32DB-A190-4F43-97E4-EDC9B5E1D9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7383" y="6183735"/>
                <a:ext cx="274320" cy="274320"/>
              </a:xfrm>
              <a:prstGeom prst="rect">
                <a:avLst/>
              </a:prstGeom>
            </p:spPr>
          </p:pic>
        </p:grpSp>
        <p:grpSp>
          <p:nvGrpSpPr>
            <p:cNvPr id="22" name="Group 21">
              <a:extLst>
                <a:ext uri="{FF2B5EF4-FFF2-40B4-BE49-F238E27FC236}">
                  <a16:creationId xmlns:a16="http://schemas.microsoft.com/office/drawing/2014/main" id="{4E2F4014-7D08-409E-9904-3EEAE36ECF76}"/>
                </a:ext>
              </a:extLst>
            </p:cNvPr>
            <p:cNvGrpSpPr/>
            <p:nvPr/>
          </p:nvGrpSpPr>
          <p:grpSpPr>
            <a:xfrm>
              <a:off x="6880457" y="4389738"/>
              <a:ext cx="3197165" cy="338554"/>
              <a:chOff x="711477" y="5855737"/>
              <a:chExt cx="3197165" cy="338554"/>
            </a:xfrm>
          </p:grpSpPr>
          <p:sp>
            <p:nvSpPr>
              <p:cNvPr id="23" name="TextBox 22">
                <a:extLst>
                  <a:ext uri="{FF2B5EF4-FFF2-40B4-BE49-F238E27FC236}">
                    <a16:creationId xmlns:a16="http://schemas.microsoft.com/office/drawing/2014/main" id="{8578C4FB-BBB2-4161-AAE6-9508D7A9AFE9}"/>
                  </a:ext>
                </a:extLst>
              </p:cNvPr>
              <p:cNvSpPr txBox="1"/>
              <p:nvPr/>
            </p:nvSpPr>
            <p:spPr>
              <a:xfrm>
                <a:off x="982562" y="5855737"/>
                <a:ext cx="292608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Poppins Light" panose="00000400000000000000" pitchFamily="2" charset="0"/>
                  </a:rPr>
                  <a:t>theknowledgeacademy.com</a:t>
                </a:r>
              </a:p>
            </p:txBody>
          </p:sp>
          <p:pic>
            <p:nvPicPr>
              <p:cNvPr id="24" name="Graphic 23" descr="Envelope">
                <a:extLst>
                  <a:ext uri="{FF2B5EF4-FFF2-40B4-BE49-F238E27FC236}">
                    <a16:creationId xmlns:a16="http://schemas.microsoft.com/office/drawing/2014/main" id="{CDC69BFC-D85D-41E6-9ADC-39526E1630D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1477" y="5887854"/>
                <a:ext cx="274320" cy="274320"/>
              </a:xfrm>
              <a:prstGeom prst="rect">
                <a:avLst/>
              </a:prstGeom>
            </p:spPr>
          </p:pic>
        </p:grpSp>
      </p:grpSp>
      <p:grpSp>
        <p:nvGrpSpPr>
          <p:cNvPr id="42" name="Group 41">
            <a:extLst>
              <a:ext uri="{FF2B5EF4-FFF2-40B4-BE49-F238E27FC236}">
                <a16:creationId xmlns:a16="http://schemas.microsoft.com/office/drawing/2014/main" id="{9DC3A091-DCDE-4853-B0A1-42B97CC08355}"/>
              </a:ext>
            </a:extLst>
          </p:cNvPr>
          <p:cNvGrpSpPr/>
          <p:nvPr/>
        </p:nvGrpSpPr>
        <p:grpSpPr>
          <a:xfrm>
            <a:off x="6538373" y="2447069"/>
            <a:ext cx="3756805" cy="457200"/>
            <a:chOff x="432150" y="2106376"/>
            <a:chExt cx="3756805" cy="457200"/>
          </a:xfrm>
        </p:grpSpPr>
        <p:sp>
          <p:nvSpPr>
            <p:cNvPr id="16" name="TextBox 15">
              <a:extLst>
                <a:ext uri="{FF2B5EF4-FFF2-40B4-BE49-F238E27FC236}">
                  <a16:creationId xmlns:a16="http://schemas.microsoft.com/office/drawing/2014/main" id="{C63B6F3B-9D33-4871-B323-CB0E7E1BB445}"/>
                </a:ext>
              </a:extLst>
            </p:cNvPr>
            <p:cNvSpPr txBox="1"/>
            <p:nvPr/>
          </p:nvSpPr>
          <p:spPr>
            <a:xfrm>
              <a:off x="988555" y="2181088"/>
              <a:ext cx="3200400"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Poppins Light" panose="00000400000000000000" pitchFamily="2" charset="0"/>
                </a:rPr>
                <a:t>/The.Knowledge.Academy.Ltd</a:t>
              </a:r>
            </a:p>
          </p:txBody>
        </p:sp>
        <p:pic>
          <p:nvPicPr>
            <p:cNvPr id="25" name="Picture 24">
              <a:extLst>
                <a:ext uri="{FF2B5EF4-FFF2-40B4-BE49-F238E27FC236}">
                  <a16:creationId xmlns:a16="http://schemas.microsoft.com/office/drawing/2014/main" id="{89E43A6A-A88F-4483-B35B-30E39AAF8F3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2150" y="2106376"/>
              <a:ext cx="457200" cy="457200"/>
            </a:xfrm>
            <a:prstGeom prst="rect">
              <a:avLst/>
            </a:prstGeom>
          </p:spPr>
        </p:pic>
      </p:grpSp>
      <p:grpSp>
        <p:nvGrpSpPr>
          <p:cNvPr id="40" name="Group 39">
            <a:extLst>
              <a:ext uri="{FF2B5EF4-FFF2-40B4-BE49-F238E27FC236}">
                <a16:creationId xmlns:a16="http://schemas.microsoft.com/office/drawing/2014/main" id="{B9F3F4A6-1681-4A4F-B48C-3DC2214E6345}"/>
              </a:ext>
            </a:extLst>
          </p:cNvPr>
          <p:cNvGrpSpPr/>
          <p:nvPr/>
        </p:nvGrpSpPr>
        <p:grpSpPr>
          <a:xfrm>
            <a:off x="6538372" y="4388251"/>
            <a:ext cx="3756806" cy="457200"/>
            <a:chOff x="432149" y="3425558"/>
            <a:chExt cx="3756806" cy="457200"/>
          </a:xfrm>
        </p:grpSpPr>
        <p:sp>
          <p:nvSpPr>
            <p:cNvPr id="12" name="TextBox 11">
              <a:extLst>
                <a:ext uri="{FF2B5EF4-FFF2-40B4-BE49-F238E27FC236}">
                  <a16:creationId xmlns:a16="http://schemas.microsoft.com/office/drawing/2014/main" id="{2931B1C7-2BE8-47A0-8545-1A516DEB18FD}"/>
                </a:ext>
              </a:extLst>
            </p:cNvPr>
            <p:cNvSpPr txBox="1"/>
            <p:nvPr/>
          </p:nvSpPr>
          <p:spPr>
            <a:xfrm>
              <a:off x="988555" y="3500270"/>
              <a:ext cx="3200400"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Poppins Light" panose="00000400000000000000" pitchFamily="2" charset="0"/>
                </a:rPr>
                <a:t>/the-knowledge-academy</a:t>
              </a:r>
            </a:p>
          </p:txBody>
        </p:sp>
        <p:grpSp>
          <p:nvGrpSpPr>
            <p:cNvPr id="35" name="Group 34">
              <a:extLst>
                <a:ext uri="{FF2B5EF4-FFF2-40B4-BE49-F238E27FC236}">
                  <a16:creationId xmlns:a16="http://schemas.microsoft.com/office/drawing/2014/main" id="{0EDE9F2D-EA9A-4DEB-AFC0-11ED9A882C77}"/>
                </a:ext>
              </a:extLst>
            </p:cNvPr>
            <p:cNvGrpSpPr/>
            <p:nvPr/>
          </p:nvGrpSpPr>
          <p:grpSpPr>
            <a:xfrm>
              <a:off x="432149" y="3425558"/>
              <a:ext cx="457200" cy="457200"/>
              <a:chOff x="5466241" y="1706314"/>
              <a:chExt cx="914400" cy="914400"/>
            </a:xfrm>
          </p:grpSpPr>
          <p:sp>
            <p:nvSpPr>
              <p:cNvPr id="34" name="Rectangle 33">
                <a:extLst>
                  <a:ext uri="{FF2B5EF4-FFF2-40B4-BE49-F238E27FC236}">
                    <a16:creationId xmlns:a16="http://schemas.microsoft.com/office/drawing/2014/main" id="{86F00927-1439-459C-A8A9-6FD1A67F736F}"/>
                  </a:ext>
                </a:extLst>
              </p:cNvPr>
              <p:cNvSpPr/>
              <p:nvPr/>
            </p:nvSpPr>
            <p:spPr>
              <a:xfrm>
                <a:off x="5517757" y="1795534"/>
                <a:ext cx="765117" cy="7359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7" name="Picture 26">
                <a:extLst>
                  <a:ext uri="{FF2B5EF4-FFF2-40B4-BE49-F238E27FC236}">
                    <a16:creationId xmlns:a16="http://schemas.microsoft.com/office/drawing/2014/main" id="{618BB0D0-9628-4403-B281-D547F6446B9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66241" y="1706314"/>
                <a:ext cx="914400" cy="914400"/>
              </a:xfrm>
              <a:prstGeom prst="rect">
                <a:avLst/>
              </a:prstGeom>
            </p:spPr>
          </p:pic>
        </p:grpSp>
      </p:grpSp>
      <p:grpSp>
        <p:nvGrpSpPr>
          <p:cNvPr id="43" name="Group 42">
            <a:extLst>
              <a:ext uri="{FF2B5EF4-FFF2-40B4-BE49-F238E27FC236}">
                <a16:creationId xmlns:a16="http://schemas.microsoft.com/office/drawing/2014/main" id="{89CBD27B-BFFC-4D9A-A685-29635A590281}"/>
              </a:ext>
            </a:extLst>
          </p:cNvPr>
          <p:cNvGrpSpPr/>
          <p:nvPr/>
        </p:nvGrpSpPr>
        <p:grpSpPr>
          <a:xfrm>
            <a:off x="6573982" y="5358841"/>
            <a:ext cx="3812636" cy="457200"/>
            <a:chOff x="467759" y="4760570"/>
            <a:chExt cx="3812636" cy="457200"/>
          </a:xfrm>
        </p:grpSpPr>
        <p:sp>
          <p:nvSpPr>
            <p:cNvPr id="36" name="Rectangle 35">
              <a:extLst>
                <a:ext uri="{FF2B5EF4-FFF2-40B4-BE49-F238E27FC236}">
                  <a16:creationId xmlns:a16="http://schemas.microsoft.com/office/drawing/2014/main" id="{9E50A3B9-9371-4773-9E61-33B6E95CDA79}"/>
                </a:ext>
              </a:extLst>
            </p:cNvPr>
            <p:cNvSpPr/>
            <p:nvPr/>
          </p:nvSpPr>
          <p:spPr>
            <a:xfrm>
              <a:off x="584758" y="4858784"/>
              <a:ext cx="223202" cy="1905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CE2A56BE-55FC-4688-8883-5ECE9C45BFAA}"/>
                </a:ext>
              </a:extLst>
            </p:cNvPr>
            <p:cNvSpPr txBox="1"/>
            <p:nvPr/>
          </p:nvSpPr>
          <p:spPr>
            <a:xfrm>
              <a:off x="988555" y="4835282"/>
              <a:ext cx="3291840"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Poppins Light" panose="00000400000000000000" pitchFamily="2" charset="0"/>
                </a:rPr>
                <a:t>/TheKnowledgeAcademy</a:t>
              </a:r>
            </a:p>
          </p:txBody>
        </p:sp>
        <p:pic>
          <p:nvPicPr>
            <p:cNvPr id="31" name="Picture 30">
              <a:extLst>
                <a:ext uri="{FF2B5EF4-FFF2-40B4-BE49-F238E27FC236}">
                  <a16:creationId xmlns:a16="http://schemas.microsoft.com/office/drawing/2014/main" id="{ABDA70CC-237C-451F-93E4-9444A9B93E3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7759" y="4760570"/>
              <a:ext cx="457200" cy="457200"/>
            </a:xfrm>
            <a:prstGeom prst="rect">
              <a:avLst/>
            </a:prstGeom>
          </p:spPr>
        </p:pic>
      </p:grpSp>
      <p:pic>
        <p:nvPicPr>
          <p:cNvPr id="10" name="Picture 9">
            <a:extLst>
              <a:ext uri="{FF2B5EF4-FFF2-40B4-BE49-F238E27FC236}">
                <a16:creationId xmlns:a16="http://schemas.microsoft.com/office/drawing/2014/main" id="{476F59D5-04D6-4CA4-8C71-8334B3B1B33E}"/>
              </a:ext>
            </a:extLst>
          </p:cNvPr>
          <p:cNvPicPr>
            <a:picLocks noChangeAspect="1"/>
          </p:cNvPicPr>
          <p:nvPr/>
        </p:nvPicPr>
        <p:blipFill rotWithShape="1">
          <a:blip r:embed="rId11">
            <a:extLst>
              <a:ext uri="{28A0092B-C50C-407E-A947-70E740481C1C}">
                <a14:useLocalDpi xmlns:a14="http://schemas.microsoft.com/office/drawing/2010/main" val="0"/>
              </a:ext>
            </a:extLst>
          </a:blip>
          <a:srcRect l="24623" t="5877" r="1073" b="6842"/>
          <a:stretch/>
        </p:blipFill>
        <p:spPr>
          <a:xfrm>
            <a:off x="1061299" y="1214963"/>
            <a:ext cx="3615861" cy="4271128"/>
          </a:xfrm>
          <a:prstGeom prst="rect">
            <a:avLst/>
          </a:prstGeom>
        </p:spPr>
      </p:pic>
      <p:grpSp>
        <p:nvGrpSpPr>
          <p:cNvPr id="3" name="Group 2">
            <a:extLst>
              <a:ext uri="{FF2B5EF4-FFF2-40B4-BE49-F238E27FC236}">
                <a16:creationId xmlns:a16="http://schemas.microsoft.com/office/drawing/2014/main" id="{B548D544-43F1-4916-8523-423A232C58CF}"/>
              </a:ext>
            </a:extLst>
          </p:cNvPr>
          <p:cNvGrpSpPr/>
          <p:nvPr/>
        </p:nvGrpSpPr>
        <p:grpSpPr>
          <a:xfrm>
            <a:off x="6523463" y="3402751"/>
            <a:ext cx="3771715" cy="487017"/>
            <a:chOff x="6523463" y="3402751"/>
            <a:chExt cx="3771715" cy="487017"/>
          </a:xfrm>
        </p:grpSpPr>
        <p:sp>
          <p:nvSpPr>
            <p:cNvPr id="11" name="TextBox 10">
              <a:extLst>
                <a:ext uri="{FF2B5EF4-FFF2-40B4-BE49-F238E27FC236}">
                  <a16:creationId xmlns:a16="http://schemas.microsoft.com/office/drawing/2014/main" id="{07087C64-2580-46C2-B940-569589573936}"/>
                </a:ext>
              </a:extLst>
            </p:cNvPr>
            <p:cNvSpPr txBox="1"/>
            <p:nvPr/>
          </p:nvSpPr>
          <p:spPr>
            <a:xfrm>
              <a:off x="7094778" y="3492372"/>
              <a:ext cx="3200400"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Poppins Light" panose="00000400000000000000" pitchFamily="2" charset="0"/>
                </a:rPr>
                <a:t>/TKA_Training</a:t>
              </a:r>
            </a:p>
          </p:txBody>
        </p:sp>
        <p:pic>
          <p:nvPicPr>
            <p:cNvPr id="32" name="Picture 2" descr="Twitter rebrands as X with &quot;art deco&quot; logo">
              <a:extLst>
                <a:ext uri="{FF2B5EF4-FFF2-40B4-BE49-F238E27FC236}">
                  <a16:creationId xmlns:a16="http://schemas.microsoft.com/office/drawing/2014/main" id="{CB0E359B-2C7A-47A6-BF72-DE1CF6A09EB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23463" y="3402751"/>
              <a:ext cx="487017" cy="487017"/>
            </a:xfrm>
            <a:prstGeom prst="round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0497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par>
                                <p:cTn id="8" presetID="53" presetClass="entr" presetSubtype="528"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 calcmode="lin" valueType="num">
                                      <p:cBhvr>
                                        <p:cTn id="10" dur="500" fill="hold"/>
                                        <p:tgtEl>
                                          <p:spTgt spid="42"/>
                                        </p:tgtEl>
                                        <p:attrNameLst>
                                          <p:attrName>ppt_w</p:attrName>
                                        </p:attrNameLst>
                                      </p:cBhvr>
                                      <p:tavLst>
                                        <p:tav tm="0">
                                          <p:val>
                                            <p:fltVal val="0"/>
                                          </p:val>
                                        </p:tav>
                                        <p:tav tm="100000">
                                          <p:val>
                                            <p:strVal val="#ppt_w"/>
                                          </p:val>
                                        </p:tav>
                                      </p:tavLst>
                                    </p:anim>
                                    <p:anim calcmode="lin" valueType="num">
                                      <p:cBhvr>
                                        <p:cTn id="11" dur="500" fill="hold"/>
                                        <p:tgtEl>
                                          <p:spTgt spid="42"/>
                                        </p:tgtEl>
                                        <p:attrNameLst>
                                          <p:attrName>ppt_h</p:attrName>
                                        </p:attrNameLst>
                                      </p:cBhvr>
                                      <p:tavLst>
                                        <p:tav tm="0">
                                          <p:val>
                                            <p:fltVal val="0"/>
                                          </p:val>
                                        </p:tav>
                                        <p:tav tm="100000">
                                          <p:val>
                                            <p:strVal val="#ppt_h"/>
                                          </p:val>
                                        </p:tav>
                                      </p:tavLst>
                                    </p:anim>
                                    <p:animEffect transition="in" filter="fade">
                                      <p:cBhvr>
                                        <p:cTn id="12" dur="500"/>
                                        <p:tgtEl>
                                          <p:spTgt spid="42"/>
                                        </p:tgtEl>
                                      </p:cBhvr>
                                    </p:animEffect>
                                    <p:anim calcmode="lin" valueType="num">
                                      <p:cBhvr>
                                        <p:cTn id="13" dur="500" fill="hold"/>
                                        <p:tgtEl>
                                          <p:spTgt spid="42"/>
                                        </p:tgtEl>
                                        <p:attrNameLst>
                                          <p:attrName>ppt_x</p:attrName>
                                        </p:attrNameLst>
                                      </p:cBhvr>
                                      <p:tavLst>
                                        <p:tav tm="0">
                                          <p:val>
                                            <p:fltVal val="0.5"/>
                                          </p:val>
                                        </p:tav>
                                        <p:tav tm="100000">
                                          <p:val>
                                            <p:strVal val="#ppt_x"/>
                                          </p:val>
                                        </p:tav>
                                      </p:tavLst>
                                    </p:anim>
                                    <p:anim calcmode="lin" valueType="num">
                                      <p:cBhvr>
                                        <p:cTn id="14" dur="500" fill="hold"/>
                                        <p:tgtEl>
                                          <p:spTgt spid="42"/>
                                        </p:tgtEl>
                                        <p:attrNameLst>
                                          <p:attrName>ppt_y</p:attrName>
                                        </p:attrNameLst>
                                      </p:cBhvr>
                                      <p:tavLst>
                                        <p:tav tm="0">
                                          <p:val>
                                            <p:fltVal val="0.5"/>
                                          </p:val>
                                        </p:tav>
                                        <p:tav tm="100000">
                                          <p:val>
                                            <p:strVal val="#ppt_y"/>
                                          </p:val>
                                        </p:tav>
                                      </p:tavLst>
                                    </p:anim>
                                  </p:childTnLst>
                                </p:cTn>
                              </p:par>
                              <p:par>
                                <p:cTn id="15" presetID="53" presetClass="entr" presetSubtype="528"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p:cTn id="17" dur="500" fill="hold"/>
                                        <p:tgtEl>
                                          <p:spTgt spid="40"/>
                                        </p:tgtEl>
                                        <p:attrNameLst>
                                          <p:attrName>ppt_w</p:attrName>
                                        </p:attrNameLst>
                                      </p:cBhvr>
                                      <p:tavLst>
                                        <p:tav tm="0">
                                          <p:val>
                                            <p:fltVal val="0"/>
                                          </p:val>
                                        </p:tav>
                                        <p:tav tm="100000">
                                          <p:val>
                                            <p:strVal val="#ppt_w"/>
                                          </p:val>
                                        </p:tav>
                                      </p:tavLst>
                                    </p:anim>
                                    <p:anim calcmode="lin" valueType="num">
                                      <p:cBhvr>
                                        <p:cTn id="18" dur="500" fill="hold"/>
                                        <p:tgtEl>
                                          <p:spTgt spid="40"/>
                                        </p:tgtEl>
                                        <p:attrNameLst>
                                          <p:attrName>ppt_h</p:attrName>
                                        </p:attrNameLst>
                                      </p:cBhvr>
                                      <p:tavLst>
                                        <p:tav tm="0">
                                          <p:val>
                                            <p:fltVal val="0"/>
                                          </p:val>
                                        </p:tav>
                                        <p:tav tm="100000">
                                          <p:val>
                                            <p:strVal val="#ppt_h"/>
                                          </p:val>
                                        </p:tav>
                                      </p:tavLst>
                                    </p:anim>
                                    <p:animEffect transition="in" filter="fade">
                                      <p:cBhvr>
                                        <p:cTn id="19" dur="500"/>
                                        <p:tgtEl>
                                          <p:spTgt spid="40"/>
                                        </p:tgtEl>
                                      </p:cBhvr>
                                    </p:animEffect>
                                    <p:anim calcmode="lin" valueType="num">
                                      <p:cBhvr>
                                        <p:cTn id="20" dur="500" fill="hold"/>
                                        <p:tgtEl>
                                          <p:spTgt spid="40"/>
                                        </p:tgtEl>
                                        <p:attrNameLst>
                                          <p:attrName>ppt_x</p:attrName>
                                        </p:attrNameLst>
                                      </p:cBhvr>
                                      <p:tavLst>
                                        <p:tav tm="0">
                                          <p:val>
                                            <p:fltVal val="0.5"/>
                                          </p:val>
                                        </p:tav>
                                        <p:tav tm="100000">
                                          <p:val>
                                            <p:strVal val="#ppt_x"/>
                                          </p:val>
                                        </p:tav>
                                      </p:tavLst>
                                    </p:anim>
                                    <p:anim calcmode="lin" valueType="num">
                                      <p:cBhvr>
                                        <p:cTn id="21" dur="500" fill="hold"/>
                                        <p:tgtEl>
                                          <p:spTgt spid="40"/>
                                        </p:tgtEl>
                                        <p:attrNameLst>
                                          <p:attrName>ppt_y</p:attrName>
                                        </p:attrNameLst>
                                      </p:cBhvr>
                                      <p:tavLst>
                                        <p:tav tm="0">
                                          <p:val>
                                            <p:fltVal val="0.5"/>
                                          </p:val>
                                        </p:tav>
                                        <p:tav tm="100000">
                                          <p:val>
                                            <p:strVal val="#ppt_y"/>
                                          </p:val>
                                        </p:tav>
                                      </p:tavLst>
                                    </p:anim>
                                  </p:childTnLst>
                                </p:cTn>
                              </p:par>
                              <p:par>
                                <p:cTn id="22" presetID="53" presetClass="entr" presetSubtype="528"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cBhvr>
                                        <p:cTn id="24" dur="500" fill="hold"/>
                                        <p:tgtEl>
                                          <p:spTgt spid="43"/>
                                        </p:tgtEl>
                                        <p:attrNameLst>
                                          <p:attrName>ppt_w</p:attrName>
                                        </p:attrNameLst>
                                      </p:cBhvr>
                                      <p:tavLst>
                                        <p:tav tm="0">
                                          <p:val>
                                            <p:fltVal val="0"/>
                                          </p:val>
                                        </p:tav>
                                        <p:tav tm="100000">
                                          <p:val>
                                            <p:strVal val="#ppt_w"/>
                                          </p:val>
                                        </p:tav>
                                      </p:tavLst>
                                    </p:anim>
                                    <p:anim calcmode="lin" valueType="num">
                                      <p:cBhvr>
                                        <p:cTn id="25" dur="500" fill="hold"/>
                                        <p:tgtEl>
                                          <p:spTgt spid="43"/>
                                        </p:tgtEl>
                                        <p:attrNameLst>
                                          <p:attrName>ppt_h</p:attrName>
                                        </p:attrNameLst>
                                      </p:cBhvr>
                                      <p:tavLst>
                                        <p:tav tm="0">
                                          <p:val>
                                            <p:fltVal val="0"/>
                                          </p:val>
                                        </p:tav>
                                        <p:tav tm="100000">
                                          <p:val>
                                            <p:strVal val="#ppt_h"/>
                                          </p:val>
                                        </p:tav>
                                      </p:tavLst>
                                    </p:anim>
                                    <p:animEffect transition="in" filter="fade">
                                      <p:cBhvr>
                                        <p:cTn id="26" dur="500"/>
                                        <p:tgtEl>
                                          <p:spTgt spid="43"/>
                                        </p:tgtEl>
                                      </p:cBhvr>
                                    </p:animEffect>
                                    <p:anim calcmode="lin" valueType="num">
                                      <p:cBhvr>
                                        <p:cTn id="27" dur="500" fill="hold"/>
                                        <p:tgtEl>
                                          <p:spTgt spid="43"/>
                                        </p:tgtEl>
                                        <p:attrNameLst>
                                          <p:attrName>ppt_x</p:attrName>
                                        </p:attrNameLst>
                                      </p:cBhvr>
                                      <p:tavLst>
                                        <p:tav tm="0">
                                          <p:val>
                                            <p:fltVal val="0.5"/>
                                          </p:val>
                                        </p:tav>
                                        <p:tav tm="100000">
                                          <p:val>
                                            <p:strVal val="#ppt_x"/>
                                          </p:val>
                                        </p:tav>
                                      </p:tavLst>
                                    </p:anim>
                                    <p:anim calcmode="lin" valueType="num">
                                      <p:cBhvr>
                                        <p:cTn id="28" dur="500" fill="hold"/>
                                        <p:tgtEl>
                                          <p:spTgt spid="43"/>
                                        </p:tgtEl>
                                        <p:attrNameLst>
                                          <p:attrName>ppt_y</p:attrName>
                                        </p:attrNameLst>
                                      </p:cBhvr>
                                      <p:tavLst>
                                        <p:tav tm="0">
                                          <p:val>
                                            <p:fltVal val="0.5"/>
                                          </p:val>
                                        </p:tav>
                                        <p:tav tm="100000">
                                          <p:val>
                                            <p:strVal val="#ppt_y"/>
                                          </p:val>
                                        </p:tav>
                                      </p:tavLst>
                                    </p:anim>
                                  </p:childTnLst>
                                </p:cTn>
                              </p:par>
                              <p:par>
                                <p:cTn id="29" presetID="53" presetClass="entr" presetSubtype="528"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anim calcmode="lin" valueType="num">
                                      <p:cBhvr>
                                        <p:cTn id="34" dur="500" fill="hold"/>
                                        <p:tgtEl>
                                          <p:spTgt spid="3"/>
                                        </p:tgtEl>
                                        <p:attrNameLst>
                                          <p:attrName>ppt_x</p:attrName>
                                        </p:attrNameLst>
                                      </p:cBhvr>
                                      <p:tavLst>
                                        <p:tav tm="0">
                                          <p:val>
                                            <p:fltVal val="0.5"/>
                                          </p:val>
                                        </p:tav>
                                        <p:tav tm="100000">
                                          <p:val>
                                            <p:strVal val="#ppt_x"/>
                                          </p:val>
                                        </p:tav>
                                      </p:tavLst>
                                    </p:anim>
                                    <p:anim calcmode="lin" valueType="num">
                                      <p:cBhvr>
                                        <p:cTn id="35" dur="500" fill="hold"/>
                                        <p:tgtEl>
                                          <p:spTgt spid="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47">
      <a:dk1>
        <a:sysClr val="windowText" lastClr="000000"/>
      </a:dk1>
      <a:lt1>
        <a:sysClr val="window" lastClr="FFFFFF"/>
      </a:lt1>
      <a:dk2>
        <a:srgbClr val="44546A"/>
      </a:dk2>
      <a:lt2>
        <a:srgbClr val="E7E6E6"/>
      </a:lt2>
      <a:accent1>
        <a:srgbClr val="353094"/>
      </a:accent1>
      <a:accent2>
        <a:srgbClr val="391688"/>
      </a:accent2>
      <a:accent3>
        <a:srgbClr val="00B7DE"/>
      </a:accent3>
      <a:accent4>
        <a:srgbClr val="FFC000"/>
      </a:accent4>
      <a:accent5>
        <a:srgbClr val="FF8A00"/>
      </a:accent5>
      <a:accent6>
        <a:srgbClr val="18DA9C"/>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Custom 1074">
      <a:dk1>
        <a:sysClr val="windowText" lastClr="000000"/>
      </a:dk1>
      <a:lt1>
        <a:sysClr val="window" lastClr="FFFFFF"/>
      </a:lt1>
      <a:dk2>
        <a:srgbClr val="53CF8B"/>
      </a:dk2>
      <a:lt2>
        <a:srgbClr val="E7E6E6"/>
      </a:lt2>
      <a:accent1>
        <a:srgbClr val="FFC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Custom 1048">
      <a:dk1>
        <a:sysClr val="windowText" lastClr="000000"/>
      </a:dk1>
      <a:lt1>
        <a:sysClr val="window" lastClr="FFFFFF"/>
      </a:lt1>
      <a:dk2>
        <a:srgbClr val="44546A"/>
      </a:dk2>
      <a:lt2>
        <a:srgbClr val="E7E6E6"/>
      </a:lt2>
      <a:accent1>
        <a:srgbClr val="9135BC"/>
      </a:accent1>
      <a:accent2>
        <a:srgbClr val="682CAD"/>
      </a:accent2>
      <a:accent3>
        <a:srgbClr val="3F239E"/>
      </a:accent3>
      <a:accent4>
        <a:srgbClr val="FFC000"/>
      </a:accent4>
      <a:accent5>
        <a:srgbClr val="5B9BD5"/>
      </a:accent5>
      <a:accent6>
        <a:srgbClr val="9135BC"/>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b43925e-bee4-4760-9fe6-683ccc8fa55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897185B9B8894A8DF316BBD6E288FC" ma:contentTypeVersion="10" ma:contentTypeDescription="Create a new document." ma:contentTypeScope="" ma:versionID="45f8e414c219d5a908ba6211a8516d2d">
  <xsd:schema xmlns:xsd="http://www.w3.org/2001/XMLSchema" xmlns:xs="http://www.w3.org/2001/XMLSchema" xmlns:p="http://schemas.microsoft.com/office/2006/metadata/properties" xmlns:ns3="db43925e-bee4-4760-9fe6-683ccc8fa55b" targetNamespace="http://schemas.microsoft.com/office/2006/metadata/properties" ma:root="true" ma:fieldsID="d3b6347a98ae5541a9ea3284cbc325f1" ns3:_="">
    <xsd:import namespace="db43925e-bee4-4760-9fe6-683ccc8fa55b"/>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43925e-bee4-4760-9fe6-683ccc8fa55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4E4171-6705-4B6B-BF62-89E97B49FC11}">
  <ds:schemaRefs>
    <ds:schemaRef ds:uri="http://schemas.openxmlformats.org/package/2006/metadata/core-properties"/>
    <ds:schemaRef ds:uri="http://schemas.microsoft.com/office/2006/documentManagement/types"/>
    <ds:schemaRef ds:uri="db43925e-bee4-4760-9fe6-683ccc8fa55b"/>
    <ds:schemaRef ds:uri="http://purl.org/dc/terms/"/>
    <ds:schemaRef ds:uri="http://purl.org/dc/dcmitype/"/>
    <ds:schemaRef ds:uri="http://schemas.microsoft.com/office/2006/metadata/properties"/>
    <ds:schemaRef ds:uri="http://schemas.microsoft.com/office/infopath/2007/PartnerControls"/>
    <ds:schemaRef ds:uri="http://purl.org/dc/elements/1.1/"/>
    <ds:schemaRef ds:uri="http://www.w3.org/XML/1998/namespace"/>
  </ds:schemaRefs>
</ds:datastoreItem>
</file>

<file path=customXml/itemProps2.xml><?xml version="1.0" encoding="utf-8"?>
<ds:datastoreItem xmlns:ds="http://schemas.openxmlformats.org/officeDocument/2006/customXml" ds:itemID="{6A46C23A-F150-4CB0-8434-E877313D80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43925e-bee4-4760-9fe6-683ccc8fa5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5CFAD2-37A5-48FC-B07F-947F8FC7A42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10332</TotalTime>
  <Words>28902</Words>
  <Application>Microsoft Office PowerPoint</Application>
  <PresentationFormat>Widescreen</PresentationFormat>
  <Paragraphs>4329</Paragraphs>
  <Slides>252</Slides>
  <Notes>236</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252</vt:i4>
      </vt:variant>
    </vt:vector>
  </HeadingPairs>
  <TitlesOfParts>
    <vt:vector size="269" baseType="lpstr">
      <vt:lpstr>ＭＳ Ｐゴシック</vt:lpstr>
      <vt:lpstr>Aptos</vt:lpstr>
      <vt:lpstr>Aptos Display</vt:lpstr>
      <vt:lpstr>Arial</vt:lpstr>
      <vt:lpstr>Calibri</vt:lpstr>
      <vt:lpstr>Calibri Light</vt:lpstr>
      <vt:lpstr>Garamond</vt:lpstr>
      <vt:lpstr>Lora</vt:lpstr>
      <vt:lpstr>Open Sans Extrabold</vt:lpstr>
      <vt:lpstr>Open Sans Light</vt:lpstr>
      <vt:lpstr>Poppins Light</vt:lpstr>
      <vt:lpstr>Poppins SemiBold</vt:lpstr>
      <vt:lpstr>Wingdings</vt:lpstr>
      <vt:lpstr>Office Theme</vt:lpstr>
      <vt:lpstr>2_Office Theme</vt:lpstr>
      <vt:lpstr>1_Office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SlideEgg</dc:creator>
  <cp:lastModifiedBy>Vinita Sinha</cp:lastModifiedBy>
  <cp:revision>50</cp:revision>
  <dcterms:created xsi:type="dcterms:W3CDTF">2025-01-07T10:04:26Z</dcterms:created>
  <dcterms:modified xsi:type="dcterms:W3CDTF">2026-08-19T12:40:02Z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0x01010019897185B9B8894A8DF316BBD6E288FC</vt:lpwstr>
  </property>
</Properties>
</file>